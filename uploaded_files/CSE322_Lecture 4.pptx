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9" r:id="rId4"/>
    <p:sldId id="260" r:id="rId5"/>
    <p:sldId id="262" r:id="rId6"/>
    <p:sldId id="263" r:id="rId7"/>
    <p:sldId id="264" r:id="rId8"/>
    <p:sldId id="265" r:id="rId9"/>
    <p:sldId id="267" r:id="rId10"/>
    <p:sldId id="271" r:id="rId11"/>
    <p:sldId id="276" r:id="rId12"/>
    <p:sldId id="288" r:id="rId13"/>
    <p:sldId id="280" r:id="rId14"/>
    <p:sldId id="281" r:id="rId15"/>
    <p:sldId id="284" r:id="rId16"/>
    <p:sldId id="285" r:id="rId17"/>
    <p:sldId id="286" r:id="rId18"/>
    <p:sldId id="287" r:id="rId19"/>
  </p:sldIdLst>
  <p:sldSz cx="9144000" cy="6858000" type="screen4x3"/>
  <p:notesSz cx="9144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296" y="-6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0" units="cm"/>
          <inkml:channel name="Y" type="integer" max="20400" units="cm"/>
          <inkml:channel name="F" type="integer" max="4095" units="dev"/>
        </inkml:traceFormat>
        <inkml:channelProperties>
          <inkml:channelProperty channel="X" name="resolution" value="1259.84253" units="1/cm"/>
          <inkml:channelProperty channel="Y" name="resolution" value="1285.44421" units="1/cm"/>
          <inkml:channelProperty channel="F" name="resolution" value="0" units="1/dev"/>
        </inkml:channelProperties>
      </inkml:inkSource>
      <inkml:timestamp xml:id="ts0" timeString="2025-09-08T18:57:10.941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</inkml:brush>
    <inkml:brush xml:id="br2">
      <inkml:brushProperty name="width" value="0.05292" units="cm"/>
      <inkml:brushProperty name="height" value="0.05292" units="cm"/>
      <inkml:brushProperty name="color" value="#548DD4"/>
    </inkml:brush>
  </inkml:definitions>
  <inkml:trace contextRef="#ctx0" brushRef="#br0">1265 2579 266,'0'0'327,"0"0"-20,0 0-30,0 0-58,0 0-71,0 0-34,0 0-19,0 0-6,0 0-3,0 0-2,0 0-3,0 0-3,0 0-4,0 0-5,0 0-4,0 0-4,0 0-3,0 0-5,0 1-3,0 0-2,0 1 0,0 0 1,0 1 2,0 0 3,0 1 6,0 1 3,0-1 1,0 4 2,0-2 0,0 2-2,0 0-4,0 1-3,0 2-4,0-1-5,0 2-4,0 1-5,0 0-5,0 2-5,0-1-5,0 2-3,0 0-4,0 1-4,0 0-2,0 1 0,0-2 0,0 3 0,0 1 1,0-1-2,0 0 0,1 1-1,1 1-1,-1 0-1,0-1 1,-1 0 0,1 0 1,3 1 1,-3-1-1,2 1 1,-2-2-1,1 1-1,1-1-1,-2-1 0,1-1 0,-1 0-1,0 0 1,-1 0-3,2-3-1,0 1-1,-1-2 1,0-1-1,-1-2-1,1 1 0,1 1 0,-1-3 2,0-2 3,-1 0 3,1 0 7,1-2 6,-1 0 8,0-2 7,-1 2 5,0-2 3,0-2 1,0-1 1,0 0 0,0 0 1,0-4 1,0 0-1,-1 0-2,0-2-5,-1-1-4,1-2-8,1-1-11,-1-2-5,0-1-5,-1-2-2,1-2-1,1 0 0,-1-2 0,0-1-1,1-3-1,0 0-1,0-1-1,0-1-1,0-1-1,1-1 1,0-1 1,-1 2 0,1-2-1,1 2-1,-2-2 0,1 2-2,0-1 1,-1 0 0,1 1-1,1 0 1,-1 2 1,0 1 0,-1-2 0,3 4 0,-1-2 0,0 1 0,1 2 0,-2 2 0,2-2 1,-1 3 0,2 1 0,0 1 0,-2 2 0,3 0 0,-1 0-2,0 1-1,0 1 0,0 2-1,1-1 2,0 2-1,1 1 1,-1-2 1,0 4 0,1-2 0,1 2-1,-1 2 0,0-1 0,0 2 0,1-1 2,0 2 0,1 1 0,0 0 0,-2 1 1,2 2 0,-1-1-1,1 2 0,-1-1 0,1 2 1,-2 2 0,3-2-1,-2 4 0,-1-2 0,0 1 1,1 2 0,-1-2 0,-1 3-1,-1 0-1,-1 1-1,1-1 0,-2 0 1,1 1-2,-3 0 1,0 1 1,0 0-1,0-1 1,-3 1-1,1-1 0,-2 1 1,1-1-1,-2 0-1,0 1 1,-3-3-2,2 2 0,-4-1-2,3-1 0,-3 2 0,1-3 1,-2 0-1,1 2 0,-1-3-1,1 0-2,-1-1-1,-2 0-2,3 1-1,-1-3 0,1 2 1,0-1-1,-1-3 1,1 2-2,0-1-1,0-1 0,0-1 1,3 2 0,-2-3 0,0 2 0,2-3 0,1 1 1,-1 1 1,1-1 1,1-1-1,2 0 3,0 3 0,-1-2 2,2 2 0,-1-1-1,1 1 1,2-1 0,-1 1 1,1 1 2,0 1 1,1-2 2,0 3 1,2 1 0,0-2-1,1 3 0,0-1 0,1 0 1,2 0 0,-1 2 0,2-1 1,1 1-1,-1 2 1,2-2 0,0 2-1,3-1-1,-1 2 1,3 0 0,-1-1 0,1 3 0,1-1 2,0 0 1,1 0-1,-1 1 2,3 1 2,-2-1 1,2 2 0,-2-2 0,2 2 0,-2-3 0,1 2 1,-1-1 2,-2-1 2,0 0 2,0 0 2,-1-1 2,-1 0 1,-3-2 0,1 1 0,-2-3-4,1 1 2,-1-1 1,-1 1 1,0-2 0,-1-1-2,-1 0-1,1 0-2,-1-2-2,-1 1-4,-1-1-2,-1 0 0,2-2-2,-1 0 0,-2 1 3,1-1-5,-2 0-4,2-1-12,-2 0-14,1-1-16,-2 0-22,0 0-30,2 0-38,-1-1-33,0-2-34,-1 1-29,1-1-25,1 0-48,-1-1-56,0 1-60,0-3-58,2 2-21,-1-1-3,2-1 13,1 0 232</inkml:trace>
  <inkml:trace contextRef="#ctx0" brushRef="#br0" timeOffset="278.0716">2251 2898 59,'-1'2'327,"0"0"7,0-1 6,1 2-56,0-1-88,1-1-48,0 2-31,0-2-12,4 0-3,-2 0 0,0 0 2,1-1-1,2 1-1,1 1-4,-1-2-7,1 0-7,1 0-8,-2 0-11,3 0-11,-2 0-12,0 0-13,1 0-9,-2 0-7,2 0-5,-2 0-3,0 1-3,0-1-7,-1 1-7,0 1-9,1-1-11,-2-1-16,1 1-14,0-1-16,-1 1-13,-2 1-14,2-2-11,-1 0-12,-1 0-12,2 1-12,-2 1-18,-1-1-20,1 0-29,-2-1-38,0 0-36,0 0-37,-2 1-9,1 2 117</inkml:trace>
  <inkml:trace contextRef="#ctx0" brushRef="#br0" timeOffset="499.026">2243 3042 226,'-2'4'228,"2"-1"-32,0-1-30,0 2-23,2-2-18,-1 0-21,0-1-22,2 2-8,-1-2-4,3 2 2,-1-2 2,-1-1 3,2 1 4,2 0 7,-1 0 8,0-1 1,1 0 0,1 0-1,-1 0-2,2 0-1,-1 0-3,0 0-5,1-1-6,0 0-4,-2 0-5,3 1-6,-2-1-8,0-2-7,0 2-12,-1-2-7,1 2-6,-1 0-10,0 0-13,0-1-19,0 2-24,-2-1-25,0-2-24,0 3-23,1-1-19,-1 0-25,-1-1-25,1 1-69,0 0-83,-3-2-46,2 2-29,-1-1-6,-1 1 3</inkml:trace>
  <inkml:trace contextRef="#ctx0" brushRef="#br0" timeOffset="1617.0794">3256 2579 0,'-1'-4'18,"0"1"316,-1 1 9,0-2-34,2 1-53,-1 1-44,-1-1-37,1 0-14,0 1-2,1-2 3,-1 2 7,-2 1 1,3 0 1,-1-2-3,-2 2-4,2-2-4,0 2-3,0-2-10,-2 2-10,2 1-14,-1 0-17,-1-1-15,2-1-14,-2 2-14,2 0-14,-3 0-10,1 2-7,-1-1-6,0-1-6,0 3-4,1-1-7,-3 2-2,1 0-1,-1 0 0,0 2 1,0 0 0,1 0 0,-2 1 1,1 2 0,-1 0 1,1 1 1,0 0 2,0 0-2,-2 1 2,3 1 1,0 1 0,-1-1 0,1-1 0,0 3 0,-1-1 0,2 0-1,0 1 0,1 1 1,0-1-1,-2 2 1,3-2-1,-1 2-1,2-2 1,-1 2-2,0 0 2,1 0-1,1 0 0,0-1 0,1 1-1,1 1 2,0-1-1,-1-1-1,3 1-1,0 0 1,-1-1 0,1-1-1,1 2 1,0-2-1,3 1-2,-2-2 0,1 0-1,2-1-1,0 1-1,-1-3 1,2 2-1,0-3 0,1 2 1,1-2-2,0-1 1,0 1-2,1-3 1,-1 2 0,2-1-1,0-1 0,-2 0 2,3 0 0,-1-2 0,-1 0 2,0 0 1,-1-1 0,2-1 1,-3-2 3,3 0 0,-2 0 0,-2 0 1,2-2 1,-1-1 3,0-1 1,0 1 2,-1-2-1,1 0 1,-1 0 1,-2-2-2,2-1 0,-1-1-1,2 1-1,-2-2-2,1-2 0,-1 0-1,-1-1 0,1-3-2,2 1-1,-2-3-1,-1 0-2,0-3-1,2 1-1,-4 0-1,2-2 2,-1-1 0,-1 1 1,2-1 1,-3-2 0,0 3-1,-2-2 1,2 1 0,-1 0 1,-3 1 0,1 0 2,-1 2 0,-1-2 1,-1 2 0,-2 2-1,0-2 0,1 2-1,-3 1 0,0-2 1,-1 2-2,-3 2 1,3-1-1,-4 1-1,1 1 0,0-1-1,-2 1 0,0 1 0,1-1-1,-2 1 0,1 1-1,0 0-1,-2 1-1,2 2-1,0-1 0,-2 2 0,2 0 0,0 0-1,0 2-1,0 0-2,-2 1 0,2 1 0,-1 1 1,-2 1-1,2-1-1,-2 2 1,3 1 0,-3 1 0,2 0-1,-1 2 0,1 0 0,-2-1 2,3 2-1,-3 1 2,2 1-1,2-1 0,-2 2 0,0 0 0,2 0 0,1 1 2,0 0-1,0 2 1,0-1 0,2 1-1,0 0-1,0 1-1,1-1 1,1 2-1,0 0 0,-1 0 1,2 1 0,2 0 1,-2 0 0,3 0 0,-2 0 0,2 1 0,1 1 0,0-2 0,0 1 1,0 1 0,1-2 0,2-1 0,-2 1 0,3 0 0,-2 0 0,2 0-1,0 0 0,-1-1 0,1 0-1,1 0 1,0 1-1,0-2 0,0-1 0,0 3 0,1-2 0,0-1 0,1 2 0,0-1-1,-1 0 0,3-2 1,-3 2 0,3-1 1,0 1-1,-2-2 0,4 2 0,-2-1 1,2 1 1,0-2 0,-2 1 0,3-2-1,1 1 0,-2 2-1,0-2-1,0-1 0,2 2 0,-1 0 1,-1-1 0,2 1-1,-1 1-1,-2-2 2,3 2-2,-1 0 1,-2-2 0,1 2-1,-1-1 1,1 2 1,-2-1 1,2-1 0,-2 2 1,-2-1 0,1 0 1,-1 1 1,-1-1 2,2-1 1,-3 3 1,-2-2 0,0-1 2,0-1-1,-1 3 2,-2-3 1,0 2 2,0-2-2,-2 0 0,-1 0 0,-1 0-1,0-1-1,-2 0 0,0 1 0,0-2-2,-3 2-1,3-2-2,-4-1 1,3 1-1,-2-2-1,0 1-6,2-1-6,-2-1-9,1-1-10,0 0-12,2-1-16,-3 0-19,3-2-24,-2 0-35,1 0-42,1 0-47,-2-2-49,3 0-51,0-1-49,1 0-69,2-3-76,-2 2-30,3-1-12,1-3 4,0 3 7</inkml:trace>
  <inkml:trace contextRef="#ctx0" brushRef="#br0" timeOffset="2837.1086">3949 2892 0,'0'0'12,"0"2"288,1-1-10,2-1-38,-2 0-47,4 0-34,-1 0-30,0 0-12,1 0-4,2 0 0,-1-1-1,0-1 4,3 1 3,-1 1 3,0-1 2,1 0 1,2-2-2,-1 3-2,0-3-3,0 2-8,2-2-7,1 2-11,-2-2-11,0 2-9,1-2-7,1 1-11,-1-1-9,2-1-10,-4 2-11,2-1-9,1 0-6,-2 1-7,0-1-2,2 1-4,-2-1-4,0 1-1,-1 0-2,1 1-1,-1-2-1,-1 2-1,-1-2-1,1 2-5,-3 0-5,2 0-9,-3 0-13,0 1-17,0-1-22,-2-1-24,1 1-23,-1 0-22,-1 1-20,-1-1-15,1-1-15,0 1-11,-2 1-12,0 0-17,0 0-24,0 0-34,-4 0-41,2-1-26,-2-1-20,0 1 6,1 1 290</inkml:trace>
  <inkml:trace contextRef="#ctx0" brushRef="#br0" timeOffset="3083.1087">4206 2676 208,'-1'-3'334,"0"2"-32,0-2-53,-1 2-48,1 0-49,1-1-30,-1 1-24,1 0-10,0 1-7,0 0 0,0 0 1,0 0-2,0 0-3,0 2-3,0 1-3,0 0-2,0 0 0,0 2 2,0 1 3,0-2 4,1 4 3,-1-1 2,1 2-1,1 0-2,-1-1-5,0 3-3,-1 0-3,1 1-4,1-2-5,-1 3-4,0-1-4,-1 1-7,1 0-5,2 1-6,-2-1-5,0 0-3,-1 0-5,1 0-4,1-1-4,-1 1-3,0 0-3,-1 0-3,1-1 1,1 1-4,-1-2-5,-1-1-12,1 2-18,0 0-23,2-3-25,-1 2-25,1-2-27,-2 1-21,2-2-20,-1 1-23,-1-2-24,3 1-63,-3-3-79,4 3-46,-2-3-31,-1 0-4,2-1 9</inkml:trace>
  <inkml:trace contextRef="#ctx0" brushRef="#br0" timeOffset="3924.143">4947 2496 92,'2'-5'401,"-2"2"15,1-1 14,1 1-32,-1 0-53,0 0-68,-1 2-77,0-2-38,0 2-22,0 1-13,0 0-7,0 0-10,0 0-10,-1 1-14,0 2-13,-1-1-14,1 1-11,-1 1-11,-1 1-7,2 2-3,-3 1-2,0 0 2,2 1 1,-2 1 0,2 1 0,-1 2 1,-2-1 1,3 2 1,-2 2-1,2 0 0,-1 1 0,-1 0 0,1 0-1,0 2 0,-1 1-1,2-1-1,-2 0-2,2 1-1,-2 0 3,2-1-3,-1 1-2,2 0-3,-2-2-1,2 2-2,-2-2-2,2 0-2,0 0-2,-1-1-1,0 0-3,1-2 0,1 1-1,0-3-2,0 2 0,0-2-1,0-1 0,0-2 1,0 1 0,0-1 2,0-2-2,0 0 1,1-2-2,1 2 1,0-4 0,-1 1 2,-1-1 3,0-1 1,1 1 2,-1-1 0,0-1 1,0-2 1,0 0 0,0 0 1,0 0 2,0-2 0,0-1 2,0-1-1,0 0 0,-1-2-2,1 0-3,-1-3-2,-1 1 0,0-1-1,1-3-2,1 0-1,-1-1-2,0-1 0,-1-2-1,1-1 0,0 0-2,0-3 0,-1 1 0,1-1 1,1-1 0,-1 0 0,0-1-1,-1 1 0,2-2 2,0 2 0,0 0 1,0 2-1,0-1 1,2 0-1,-1 2 2,0 0-1,-1-1 1,3 3 0,-1 1 0,-1-1 0,3 0 1,-1 2-1,0-2-3,1 3 1,1-1-1,-1 0-1,2 1 0,-1 0-1,1 1 0,0 1 0,1-1 0,0 3-1,0-2-1,1 2-1,-1 1 0,1 0 0,-2 0 1,3 2 1,-2 0 0,0 0-1,1 2-1,-2 0 1,3 0 0,-3 2-1,3 0 0,-3 1 0,3-1 1,-2 2 0,-1 0 0,3 2 1,-3-1 1,3-1 0,-3 3-1,2 1 1,-1-2 2,1 2-1,-1-1-2,-2 1 0,1 1 0,2-1 1,-3 3 0,0-1 0,0-2 0,-1 3-1,0-2-1,0 0 0,0 2 3,-2-1-1,2 2 0,-3-3 1,0 2 1,-1 0 1,-1-1 2,1 1-1,-2-1 2,-2 1 0,-1-1-1,1 1 0,-1-1 0,-1 1 0,0 0 0,-3-1-1,2 1 0,-1-1 0,-3 1 0,2-1 0,-1 1-2,-1-2 0,1 0-3,0 2 0,2-2 1,-2 0-3,1 1-1,-2-1-1,3-1-1,0 1-1,-1-1 0,2-1-2,-1 1-1,3-1-2,-2 1 0,1-1-1,0 1 0,0 0-1,3 1 0,-1-2 1,0-1 1,-1 1 2,3 1 0,-2 0 1,2 0-1,-1 0 0,0 0 1,1-2 1,0 2 2,-1 0 1,3 0 3,-1 1 0,0 1 1,1-2 0,0 1 0,0 0 0,1 0-1,0 2 0,2 0 1,-1-1 1,2 2 1,-2 0 0,2-2-1,1 3-1,0-1-1,0 1 1,0 1-1,1-1 3,0 0 3,1 2 5,1-1 3,-2-1 2,3 3 2,0 0 1,1-2 3,-2 1 1,2 1 1,0-1 2,1 1 1,1 0 3,0 0 0,-1-1-1,2 0-3,-1 1-2,2-1-3,-3-1-1,3 2-2,-2 0-1,2-2-2,-2-1-1,-1 1-3,2 0-1,-2-2 0,0 1-1,-1 0-1,1-2-1,-2 1-2,1-3 1,-3 3-2,3-2-1,-4-3-3,2 2-8,-2-1-8,-1 0-13,0-1-15,-1-1-19,-2 2-24,2-2-30,-3-1-35,2-1-37,-2 1-36,1-1-30,0 0-27,-2 0-39,1-1-46,0-2-57,2-1-63,-1-1-21,-1 1 0,2-4 10,-2 2 127</inkml:trace>
  <inkml:trace contextRef="#ctx0" brushRef="#br0" timeOffset="4631.2813">5563 2495 58,'1'-4'362,"0"-1"3,-1 0 0,1 0-40,1 2-57,-1-1-36,0 0-24,-1 1-13,1-1-7,2 2-2,-3-1 0,0-1-8,0 3-9,0-1-15,0 1-17,0-2-19,0 2-22,0 0-19,0 1-19,0 0-14,0 0-10,0 0-6,0 0-3,0 0-2,0 1-2,1 2-2,0-1 2,-1 1 1,1 2 3,1 2 4,-1-2 4,0 3 4,-1 0 3,1 1 0,1-1 2,-1 2-1,-1 1-1,1 2-1,1 0-3,-1 1-1,0 1-3,-1-1-2,2 1-2,0 2-4,-1-1-3,0 1-3,-1 0-3,0 0-1,0 0-2,0 1-2,0 2 0,0-3-1,0 3-1,1-2 0,1 0-2,-1 2 0,0-2-2,-1 0 1,1 0 0,1 0-1,-1-1 0,0 0-1,3-2 1,-2-1-1,-1 2-1,2-3-1,-2 0-2,2 1 1,-2-2 0,0 0 1,2-1 0,-2-2-2,0 1 0,2-2 0,-2 0 0,0 1 2,-1-3 0,1 0-1,-1 1 0,0-3 2,0 0 0,2-1 4,-2 1 3,1-2 2,0-1 0,-1 2 1,0-2 0,0-1 2,0 0 0,0 0 0,0-3 1,0 1 0,0-1 1,0-2-2,0-2-2,0 2-2,-1-3-2,0-1-2,-1-2-2,1 0 0,1-3-2,-1 0 0,0-3 0,-2 0-1,2-1-1,1-1-1,-1-3 1,0 2-1,1-2 1,0 0 0,0-2 0,0 2-1,0-2 0,0 1-1,0-1 2,0 2-2,0-1 0,0 1 0,0 1 1,1 0-1,0-1 0,-1 2 0,1-1 1,3 1-1,-3 2 0,2 1 0,-1 0 1,1 0 0,-1 1 2,3 2-1,-3-1 0,2 2 0,0-1 0,1 1-1,0 1 0,-1 0 2,-1 1 0,2 1-1,1 1 2,0 0 0,-1 1-1,1 0-2,-1 0-2,1 1 2,0 1-1,0 2 0,1-1 1,0 1-1,-1 0 1,-1 1-1,3 1-1,-2-1 0,0 2-1,0-1 2,0 2-1,1 0 0,0 2 1,1-1-1,0 2 1,-2-1-1,2 1 1,-1 1 0,1 0 0,-1 1 0,-1-1 0,1 2 1,0 1 1,-2-2 1,1 3-1,0-3 1,-1 3 1,1-1 1,-3 2-2,2-1 1,-1 1 0,-3 1 0,2 1-1,-2-2 1,-1 2 0,0 0 0,-1 0 0,-2 1 1,2-2-1,-3 2 0,-1 0-1,0-2 1,0 1 0,0 1 1,-3-1-1,0 0 0,0 1 1,0-3 1,-2 2-2,0-1-1,0 0 0,0 0-1,-1 0 1,0-2 0,2 1 0,-2-1-4,1-1-4,0 0-5,0-1-8,0 0-13,1-1-13,0 0-17,1-2-17,-2 1-29,3 0-36,-2-1-40,2-2-41,-2 1-30,4-1-27,0-1-37,0 0-43,0-1-62,0-2-67,3 1-24,-1-1-2,2-1 10,0 0 36</inkml:trace>
  <inkml:trace contextRef="#ctx0" brushRef="#br1" timeOffset="11677.3886">6657 2971 139,'-3'2'314,"2"-1"-30,1 0-46,-1-1-46,0 1-46,-1 1-24,1-1-14,1-1-6,0 1-2,0 1 1,0-2-1,0 0 2,0 0-1,0 0-1,0 0 0,0 0-2,0 0-2,0 0-1,0 0-3,0 0-4,0 0-3,0 0-6,0 0-3,0 0-3,0 0-2,0 0-2,0 0-1,0 0-4,0 0-3,0 0-6,0 0-4,0 0-5,0 0-7,0 0-1,0 0-3,0 0-2,0 1 0,0-1-3,0 0 0,-1 1-1,1-1-1,0 0-1,0 0 0,0 0 0,0 0 0,0 0 1,0 0 2,0 0 2,0 0 0,0 0 0,0 0 2,0 0-1,0 0 0,0 0 1,0 0 2,0 0-1,0 0 0,0 0-1,0 0-1,0 0 0,0 0-3,0 0-1,0 0-1,0 0-1,0 0-3,0 0-1,0 0-1,1 2-3,-1-1-1,1-1 0,2 1-2,-2-1 0,2 0-2,-1 0 0,3 2 0,-1-2-1,-1 0-1,3 0-1,1 0 1,-1 0 1,2 0-3,0 0 0,1 0-2,2 0 1,0 0 1,1 0-1,1 0-1,0 0 1,-1 0-1,3 1 0,1-1 1,0 1-1,-1-1 0,2 0 0,1 1-1,-1 1 0,3-1 0,-1-1-1,-1 1-1,2 1 0,0-2-1,1 1 0,0-1-2,2 1 2,-2 1-2,0-1 1,-1-1-1,0 1 0,0 1 1,0-1 0,-2 0-2,1-1 2,-2 1 0,1 1-1,-2-1 1,0-1 0,-1 0-1,-2 2 1,1-1-1,-2 0 1,2-1 0,-3 0-2,2 0 1,-1 0 0,-2 0-1,1 0 0,-1 0 0,0 0 0,1 0 1,-2 0 0,0 0-1,-2 0-1,1 0-1,-1 0 0,1 0 1,-1 0 0,-1 0-1,-1 0 2,1 0 2,-1 0-1,0 0 2,-1 0-2,2 0 1,-3 0 1,-1 0 2,2 0 2,-3 0 1,2 0 2,-2 0 1,1 0 0,0 0 2,-1 0 0,0 0 0,-1-1-1,0 1 0,0-1 0,0-1-1,0 2-1,0 0 0,0-1-2,0-1 1,0 1-2,0 0-1,0-2-1,0 2-2,0-2-1,0 2 0,0 0-2,0-2 1,-1 2 0,0-2 0,-1 2-1,0-3 0,-1 1 0,2 2 0,-3-3 0,2 1 0,-2 0 0,-1 0-1,2-1 2,-1 0 0,0 0-1,-1 0 0,-1 0 0,1-1-1,0 1 1,-1-1-1,1 0-1,-2 0 1,0-1 0,2 1 0,-1-1 0,-1 0-1,0 3 0,2-2 0,-2 0-1,1 1 1,-2-1 0,3-1 1,0 2 1,0 0 0,-1 1 0,2-1 0,1 1-1,0-1 0,-1 1-1,2 1 1,0-1-1,-1 2 1,3-1 0,-1 0-1,-1 2 0,1-1-2,1-1-1,-1 1 1,1 1-1,0 0-2,0 0 2,0 0 0,0 0 1,0 0-1,0 0 0,0 0 1,1 1-1,0 1 1,2-1 0,-2 0 1,3 1 0,0-1 1,-1 3 0,1-2 0,1 2-1,1-1 0,-2 1-1,1 1 1,0-1 0,1 0 2,-1 1-1,1 0 0,2 1 0,-3-1 0,1 0 0,0 2 0,-1-1 1,0 1 1,1-1 0,-2 1-2,1 0 1,0-2-1,0 3 0,-3-3 0,2 3 0,-1-3-1,-1 3 1,-1-3-1,1 3 1,0-1-1,-2 1-1,0-2 1,-2 1-1,0-1 2,1 1 0,-3-1 0,2 1 1,-2-1-1,-2 1 0,1 0 0,0-2-2,1 1-2,-3 0-3,1-1-4,-3 1-6,3-1-3,-2 0-9,0 0-9,0-2-12,-2 1-16,3-1-16,-2 1-18,2-1-32,-2-2-39,3 3-38,-1-2-38,0 0-35,2-2-33,0 1-73,1-1-92,-1-1-38,3 1-14,-1-2 0,2-1 9</inkml:trace>
  <inkml:trace contextRef="#ctx0" brushRef="#br1" timeOffset="12816.406">8142 2849 266,'-1'1'313,"1"1"-46,0-1-70,-1-1-50,1 1-40,0 1-18,-1-1-6,-1-1-2,1 0 1,1 1 2,0 1 2,0-1-1,0 2-2,0-1-2,0-2-4,0 3 0,0-2 2,0-1 4,0 0 3,0 1 3,1 0 2,1 0 3,0 0 0,-1-1 1,3 0 1,0 0 1,-1 0 1,2 0-1,2 0-4,0-1-4,1-1-10,0 1-6,1-3-8,1 2-9,0-2-7,1 1-9,-1-1-4,1 0-5,0-1-4,-2 1-4,1 0-4,-1-1 1,1 1 1,-3-1 0,3-1 1,-4 1 1,2 0-2,-1-1 0,-2 0-1,-1-1-1,1 0 1,-3 0-3,1-2-1,-1 1-2,-2-2 1,0 0-2,0 1-3,0-2-1,-1 0-1,-2 2-4,2-2-3,-4 2-2,3 0 1,-2-1-1,-1 1-1,-1 3 0,1-2 1,-1 1 0,-3 1-1,3 2-1,-2-1 1,0 1-2,0 0 1,-3 3-1,2 0 3,-1 1 0,2 0 0,-2 1 1,-1 0-2,1 3 0,-1 0-1,2 1 1,-1-1 0,1 4 0,-1-2 0,3 2 0,-2 0 0,2 1 0,-2 3 1,4-3 0,-1 3 0,1-1 1,0 0-1,1 1 2,0 0 0,2 1 0,-1-1 0,1 1-1,2-1 2,0 0-1,2 1 0,1-2 1,-2 1-1,3 0 1,0 0-1,2 0 0,0-1 1,0 0-1,4 0-1,-1-1 1,2-1-1,-1 0-1,4-1 1,-2 1-1,3-2 2,-3 1 0,3-3 0,0 2 1,1-2-1,0-2 1,2 1 0,-1-2 1,1 1 0,0-2 2,1 0 1,1-1 2,0-1 1,-1 1 3,3-3-1,-1 1 1,1-2 1,-1 1 2,-1-1 3,1-1 1,-1 0 2,1 0 3,-2-2 0,0 0 2,-1 0-2,-2 0 0,0-2-1,0 0 0,-1-1-2,0 1 0,-3-2 0,0 0-1,0-1 0,-3 0-1,2 0-3,-3 0 0,-2 0-2,1 0 0,-2 0-1,-1-1 0,2 1 0,-3 1-2,-1 0 0,-1-1-1,1 3 0,-2-2-2,0 1-1,-2 2-1,1-1 0,0 1-2,-3 1 0,2 1-3,-2-1 0,-1 2-1,1-2-1,-1 3 0,-1 0 0,1 1-1,-1 0 0,-3 1 0,3 1 0,-4 1 0,3 1-1,-3 0 1,1 1-1,-1 2 1,0 0 2,-1 1-1,1 2 2,-1 1-1,-1 0 0,1 0 0,0 1 0,1 0-1,0 1-1,3 1 1,-3-1-1,4 1 1,-2-1-2,3 1 0,0-1 1,2 0-1,-1-1 0,2 0-1,-1-1 1,3 0-1,0-2 1,0 2-1,3-4 1,-1 1 2,4 0 0,-2-2 0,1 1 1,0-1 0,4-2-1,-2 0 1,2 1 1,-2-2 1,3-2-1,0 1 1,0 0 0,-1-2 0,-1 1-1,1-1 1,0-1-2,-2 0 0,3-1 1,-4 2 0,3-3 1,-4-1-1,1 2 1,2-3-1,-3 1 1,0 0 0,-2 0 1,2-1 0,-1 0 0,0 2 1,-2-1 2,2 1 0,-3 0-2,3 1 1,-3 0-3,2 2-1,-2-1 0,0 2-1,-1-1 0,0 2 0,0 1 0,0 0 0,0 1-1,0 3-1,-1 0 0,0 0-1,-1 5 1,1-1 1,-1 2 2,-2 2-1,4 1 0,-1 3-1,0 0 0,-1 0-1,2 2 1,0 0 0,0 2 0,2 1 1,-1 0 0,0 1-2,3 2-1,-2-1 1,1 1-1,-1 0 0,2 0 2,-2 0 1,1 1-2,2-1-1,-3-1 1,2 1-1,1-3 0,-1 1 0,-2-1 0,2 0 1,-2 0 0,2-5 0,-1 1 0,0 0 1,1-3 0,-1 1 1,-1-3 1,-1-2 1,2 2 3,-2-3 5,0-1 6,2 0 3,-2-3 4,0 0 1,-1-1 3,1-1 1,1-2 0,-2 1 4,0-2 1,0 0 1,0-3 0,0 2 1,0-5-2,0 1-5,0-1-6,0-2-4,0-1-2,0-1-2,0-2 0,0-1-2,0-2-1,0 0-3,0-2 0,0-1-2,1-2-1,0 0-2,-1-2 1,1 1-2,1-1 1,-1 1-1,0-1-1,2-1-1,-2 2-1,4-1-2,-3 1 0,2 0-6,0 3-8,1-2-8,-2 0-12,2 3-18,1 0-24,1 0-33,-1 0-37,0 0-43,3 1-45,-1 2-34,0-2-27,2 0-43,0 2-49,1-2-65,2 0-68,-1 1-25,2-1-5,-2 0 14,2 2 17</inkml:trace>
  <inkml:trace contextRef="#ctx0" brushRef="#br1" timeOffset="13529.4395">9316 2397 0,'-7'1'58,"0"1"326,1 1 12,0-2-7,1 1-13,0-2-66,1 0-86,-1 1-43,3 0-22,-2 1-11,3-2-7,-2 0-5,2 0-7,1 0-10,0 0-7,0 0-9,1 0-7,2 0-6,1 0-7,1 0-5,2 0-5,-1 0-5,4 0-3,-1 0-5,2 0-4,-1 0-5,4 0-6,-1 0-4,2-2-5,-1 1-3,1 1-3,0-1-3,0 1-5,-1 0-5,-1-2-2,2 1-4,-3 1-3,2-1-2,-3-1 0,-1 2 0,0-1-1,0 1 0,-3-1 1,2 1 0,-4 0 1,1-1-1,0 1 0,-2 0 0,0-2 1,-2 1 1,1 1 1,-1-1-2,0 0-1,-2 0-2,0 0 2,-2 1-1,0-3-2,-2 2-1,0-2-1,1 1-1,-2 1-1,-3-1 0,2 2-1,-3 0 0,2-1-2,-3 1 1,1 0 0,-1 0 0,2 1 1,-2-1-2,1 2 2,-1-1-2,0 3 0,0-2-1,3 1 1,-2 1 1,0 0 2,2 1-1,-1-2 0,2 3 1,0 1 1,1-2 0,1 3-1,1-1 1,-2 0 3,2 0 0,-1 2-1,3-1 1,-1 1-1,0 2 0,1-2 0,1 0 0,0 2-1,0 0 2,0 0 0,1 1-1,1-1 2,-1 1-2,0 1 0,-1 1 1,1 0 1,1-1 2,-1 1 1,0 1 2,2-2 0,-2 1 0,-1 2 3,2-2-1,0 0 1,-1 2-1,0-2 0,-1 0 1,1 1 0,1-2 0,-1 1 0,0 1 0,-1-2-3,0 0-1,0 0 2,0-1-1,0-2-1,0 1-2,0 0-2,0 0 0,0-3 1,-1 1-1,0 0-1,-1-2-1,1 2-2,1-2 1,-1-1 0,-2 1-2,1-2 0,-1 2-1,2-3 1,-3 1-1,2-1 1,-2-1 1,2-1 1,-2 2 0,0-1 0,2-1 0,-2-2 1,0 1-1,-1 0 0,2-1 0,-1 0 0,0-1 0,-2 0 0,2 1 0,1-2-1,-1-1 0,-1 2 0,1-2-1,-1 2 2,1-2-1,1 3 1,-2-3 0,1 2-1,0 1 0,2-2-1,-1 0 0,-2 1 1,4 0 0,-1-1 0,-1 1-2,2 1 0,0-1 0,-1 1 0,1-2-1,1 1-1,0 1-1,0 0 2,0 0-1,0 0 1,0 0-1,0 0 2,1 0 0,2 0 0,-2 0 1,3 0 2,-2 0 1,3 0 1,0 0 1,0 0 2,3 1 3,-1-1 0,-1 2 4,3-2 1,0 0 0,1 0 1,-2 0 0,4 0 3,-1 0-1,0 0-1,0 0 0,0 0-2,2 0-1,-1-2 0,1 1-2,-1 1-2,-1-1-1,0-1-2,2 1-1,-2-1-3,-1-1-4,0 2-5,-1-1-10,-1 1-11,1-3-15,-2 1-17,1 1-24,-2-2-29,0 2-34,-1-1-38,0-1-33,-1 0-30,2 1-30,-2-1-26,-2-1-52,2 1-62,-3-1-44,3-2-35,-3 3-9,-1-4 7</inkml:trace>
  <inkml:trace contextRef="#ctx0" brushRef="#br1" timeOffset="14701.482">852 2005 115,'-2'0'289,"2"0"-35,0 0-48,0 0-50,0 0-49,-1 2-29,1-2-21,0 0-13,0 1-7,0 0-1,0 1 1,0-2 6,0 2 5,0 0 4,0 2 3,-1-2 4,1 2 4,0-1 6,0 2 3,0 1 5,0-1 5,0 2 3,0-1 3,0 1-1,0 0-1,0 1-1,0 0 0,0 0 0,0 2 0,0-1-2,0 1-2,0 1-3,0 0-4,0 1-4,0-2-5,1 2-3,-1 2-3,1-1-3,1 2-2,0-1-2,-1 1-4,3 1-3,-3 1-3,2 1-5,-1 1-3,2-1 0,-2 3-3,2-1 0,0 0-2,-2 2-1,1 0-1,-1-1-2,2 2-1,0 0-2,-2-1-1,1 3 0,-1-3 0,2 2 0,-2 1 1,2-2-1,-2 1-1,1 2-1,-2-4 0,2 1 1,-2 2 1,2-3-2,-1 2 1,-1-1-2,3 1 0,-3-3 1,2 2-1,-1 0 1,-1-1 0,2 0-1,-3 1 1,1-2-1,0 0 0,1 1 0,-1-1-1,-1 0 0,2 0-1,-2-1-1,0-1 0,0 1-1,0-2 0,0 2-1,-2-3-2,2 1-1,-1 1-2,-1-2 1,1-1-1,0-1-1,1 1 0,-1 0 0,-1-2-1,1 1-2,1-2 1,-1 0-3,0-1 0,-1-1 0,1 1 0,1-2-1,-1 0 0,0-1 0,-2 0-1,2-1 0,1 1-1,-1-2-1,0 2-2,-1-3-4,1 1-5,1-3-8,-1 2-9,1-1-7,0-2-9,0 0-9,0 1-11,0-1-23,0-2-27,0 2-31,0-3-32,0 0-29,0 0-25,0 0-34,0 0-40,0-2-59,0-1-72,1-3-30,-1 2-11,1-3 0,1 0 7</inkml:trace>
  <inkml:trace contextRef="#ctx0" brushRef="#br1" timeOffset="17611.5683">762 2200 246,'0'-2'296,"0"0"-47,0 1-66,0-1-51,0-1-45,0 1-22,0-1-11,0 1-4,0-1 0,1 3 2,2-3 3,-3 1 1,1 0 4,-1 0-1,0 1 1,0-2-1,0 2-1,1 1 1,-1-1-1,0 0-1,0 0 1,0 1 2,0 0 3,0 0 5,0 0 5,1 0 6,1 0 4,-1 0 2,0 0 3,2 0 1,-1 0 2,2 0 2,1 0-1,0 0 0,0 0 1,1 1-4,0 0-4,2 0-7,-1-1-11,2 0-6,-1 1-8,0 0-5,3 1-4,-2-1-6,1-1-3,-1 0-3,2 1-5,-1 0-2,1 1-3,0-2 0,-1 0-3,2 1 0,1 0 0,-2 1-1,3-1 1,-1-1 0,-1 0 3,1 1 0,2-1 0,0 0 0,-1 0 3,2 0-1,0 0 1,0 0-1,3 0-1,-2 0 1,3 0-1,-1 0-2,0-1 1,1 1-2,1 0-1,0-1-2,1-1-1,-1 1-2,-1 0 0,0 1-1,-1-2-1,0 2 0,2 0-3,-5 0-1,3 0 1,-3 0-1,1 0 0,0 0 0,-1 0 0,-1 0 1,-1 0 3,0 0-1,1 0-1,0 0 1,0 0-1,-2 0 0,1 0 1,1 0 1,0 0 0,1 0 0,-1 0 1,0 0-1,-1 0 1,1 0-1,1 0 0,0 0-1,0 0 0,0 0 2,-1 0 1,0-1 2,2 1-1,1-1-1,-2 1 0,1 0-1,1 0-1,-1 0 0,-1 0-1,2-1 1,-1 1-2,0-2 0,2 2 0,-2 0-1,2 0-2,1-1-2,0 1 0,0-1-2,1 1 1,1-1-2,-1 0 1,0 0-1,3 1 0,-2-1-1,3-1-2,-3 1 2,2 0 0,2 1 1,-2-2 0,-1 1 0,2 0 1,0 1-1,-1-1 2,-1 0 0,1 0 1,-2 0 0,3 1 0,-4-2 1,1 1 1,0 0-1,-1 1 0,1-1 0,-2-1-2,0 1 0,-2 0 2,1 1-2,0-2 1,-2 1 0,0 1-2,1 0 1,-2-1 0,-1-1 0,1 1-1,0 0 0,-1 1-1,0-2 0,1 1 1,-1 0-1,-1 1 1,-1-1-1,1-1-1,2 1 1,-2 0-1,1 1-1,0-1-1,0 0 2,1 0 0,0 1 0,0 0-1,-1 0-1,1-1 0,-1-1 0,1 1 2,0 0-1,0 1-1,1-2 1,-1 1 1,-1 0-2,1 1 0,0-1 0,0 0 1,-1 0-1,1 0-1,0 1 1,-1 0 1,1-2-1,-1 2-1,0-1 1,0 1 0,1 0 0,-1 0-1,-1-1 1,1 0 0,0 1-1,-1 0 1,1 0 1,-1-2 1,2 1-2,0 0-1,0 1 0,1-2 1,0 1-1,-1 0 1,1 1-1,1 0 1,-2-2-1,3 1 0,-3 1 0,4-1 1,-4 1 0,4 0 1,-4-2 1,1 2-1,1-1 1,-1 0 0,-1 0 0,0 1 0,1-2 0,-3 1 1,1 0 1,-1 1 0,1-1-1,-1 0 1,-1 0 0,0 0-1,-1 1 1,2-2-1,-1 1 0,1 0 1,0 1-1,-1-2 0,2 1 0,-1 0 0,1 0 0,0 1 1,1 0 0,0 0 0,0 0 0,0 0-1,2-2 0,-2 2 0,0 0 0,1 0-1,2 0 2,-2-1 0,2 1-1,-1 0 1,0 0-1,0 0 1,0 0-1,-2 0 0,2 0-1,-1 0 0,-1 0 0,2 0-1,-2 0 0,0 0 1,-1 0 0,-2 0-1,2 0-1,-1 0 0,1 0 0,-3 0-1,2-2 2,-2 2-1,2 0 0,-3 0 0,3 0 1,-2 0-1,1 0 0,0 0 0,1 0 1,1 0 0,-3 0-1,2 0 0,1 0-1,-1 0-1,-2 0 1,3 0-1,-1 0 0,-1 0 0,1 0 0,2 0 2,-1 0-1,0 0 0,-2 0 0,0 0 0,2 0 0,-1 0 0,-1 2 1,2-2 1,-2 0 0,0 1-1,2-1 1,-1 2 0,-2-2 0,3 1 0,-1 0-1,-1-1-1,1 0 0,0 1 0,-1-1 1,2 0 1,-2 0 0,2 0-1,0 0 1,-1 0 0,1 0 1,0 0-1,1 0 1,2 0-1,-2 0 0,1 0 2,2 0 0,-2 0 0,2 0 0,-2 0 1,2 0-1,-2 0-1,2 0 0,-2 0 1,1 0-1,-1 0 0,-1 0 0,0 0 0,1 0 1,-4 0 0,1 0 0,1 0-1,-3 0 0,1 0-1,-1 0 0,-1 0 1,-2-1-1,2 1 0,-2-1 1,1 0 0,-1 1 0,0-2-2,0 2 2,1-1 0,-1 1-1,1-2 1,0 1-2,1 0 1,1 0 0,-2 1-1,4-2 1,-2 1 0,1 0 1,0 1 0,2-2 1,-1 1-1,-2 0 0,2 1-1,0 0 0,-1 0 1,-1 0 0,1 0-1,-1 0 0,1 0 0,-2 0 0,1-2-1,0 2 0,0 0-1,-1 0 0,-1-1 1,1 1 0,-1 0 1,0 0-1,-1 0 0,2 0 1,-2-1 1,0 1 1,-2 0-1,2 0 1,-3 0 0,3 0 0,-3-2-1,0 2 1,0 0 0,-1-1 0,0 0-1,0 0 0,1 1 1,-2-2 0,1 2 0,0-1-1,-1 0 0,-1 1-1,0-1 1,1 0 0,-2 1-1,2-1 1,-3 1-1,2-1 1,-1 1 0,-2 0-1,1 0 1,1 0-1,-1 0-1,0 0 2,-1 0 0,1 0 0,1 0 0,0 0 0,-2 0 0,0 0 0,0 0-1,1 0-1,-1 0-1,1 0 0,1-2 2,-2 2 1,1 0 0,-1-1-1,1 0-1,1 1 1,-1 0 1,0 0 0,-1-2 0,1 1-1,2 1-1,-2-1 2,3 0 0,-2 1 0,-1-2 0,3 2-2,-1-1 1,-1 1-1,1-2 1,0 2-1,0-1 0,-2 1 0,2 0-1,-1 0 1,-1 0 0,2 0 1,-2 0-2,3 0 0,-3 0-1,0 0 1,-1 0-1,1 0 0,1 0-1,-1 1 2,0 1-2,-1-2 1,1 1 1,-1-1-1,0 2 0,2 0 0,-2 1 1,0-1 1,0 1 0,0 0 1,0 1-1,0-1 1,0 1 1,0 0 0,0 2-2,0 0 0,0 1 1,0-1 0,0 1-1,1 1 1,-1 0-1,0 1 1,0 1-1,0-1 1,0 1 1,0 1 0,-1 0 0,-1-1 0,1 1 0,1 1 1,-1-1 2,0 0-1,-1 1 1,1 0 0,1 1 2,-1-1 0,0 1 1,1 0 1,0 0 0,0 0 0,0 1 1,0 1-1,0-2 2,0 1 0,0 1 1,0-1 0,0 2 1,0-2-3,0 0 1,0 2 0,0-2-1,0 3 1,0-1 0,0-1 0,0 1 1,0 0 0,0 1-1,0-3 0,1 2-1,0 0 0,-1 1-1,1-1 2,1-1 0,-1 1-1,0 1 0,-1-2-1,1 0 0,1 1 0,-1 0-1,0-2 0,-1 2 0,1-2-1,1 1 0,-1-2 0,-1 1 0,2 1 0,0-2-1,-2 0-1,0-1 0,0 1 1,0 0-1,1 0 0,-1-1-1,1 1 1,-1-1 0,1 1-1,1-1 0,-1 0 0,0 0-1,-1 1 0,1 1 0,2-1 0,-2-1-1,3 0 1,-2 1 0,-1-1-1,2 0-1,-1 0 0,1 0-1,1 0 1,-3 0 0,4 0 0,-4-2-1,2 1 0,-1 1 1,-1-2-1,2-1 0,-2 2 0,3-3-2,-2 0 1,-1 1 1,2-3 1,-2 2-1,0-1 1,1-1-1,-1 1 0,-1-1 0,1 1 0,0-2 0,1 2 1,-1-2 0,-1 3 0,2-3 1,0 3-2,-2-3 0,0 3 0,0-2-1,0 1 1,0-1 0,0 0 0,0 2 0,0 0 0,0-1 1,0 0 0,0 1-2,0 0 0,0-1 1,0 0 1,0 0 1,0 2-1,0-2 0,0 1 1,0-2-1,0 2 1,0-3-1,0 3 1,0-4-1,0 3 1,0-1-1,0-2 2,0 0-1,0 1 0,0-2-1,0 1 0,0-1 0,0-1-1,0 1 0,0-2 1,0 2 1,0-2 0,0 2 0,0-1-1,0-2 1,0 0 0,0 2 0,0-2 1,0 0 1,0 0-1,0 0 2,0 0-1,0 0 1,0 0-1,0 1 1,-2 0-1,0-1 1,2 0-2,-1 0 1,-2 0-1,2 0-1,-3 0 0,2 0-1,-2 0 0,-1 0-1,0 0 1,0 0-1,-2-1 2,0 0-1,1-1 0,-2 2-1,0-1 1,-2 0 1,1-1 0,0 1-1,-2 1 1,0-1 0,-1 0 0,2-1 1,-4 2-1,2-1 0,-1-1-1,0 1 0,-2 0 0,0-2 0,1 2 0,-2 0 0,0-1 0,1 1 0,-2 1 0,-1-1 0,1 0 0,-2 0-1,1 1 0,-1-1 0,-2 0 1,1-1 0,0 2-1,0 0 0,-1 0 0,0 0 0,0 0 1,1 0-1,-1 0 0,0 0 0,-1 0 0,1 0 1,-2 2 0,2-1-1,-1 0 0,-2-1 1,3 1 0,-1 0 0,-1 0 0,1-1-1,0 1 2,-1 1 0,1-1 0,-3 0 0,3-1 0,-2 2 0,2-1 0,-2 0 0,-1-1 1,2 0 0,-2 0-1,1 0-1,-2 0 1,0 0 0,1 0 0,-3 0-1,0 0 0,1 0 1,-4 0-1,2-1-1,-2 0-1,0-1 1,1 2-1,1-1 1,0 0 0,-2-1 1,2 1 0,2 1 0,-1-1-1,1 0 0,0 0 1,2 1-1,-1-1 0,1 0 1,2-1 0,-2 2 1,0 0 0,1 0-1,0 0 0,0 0 0,2 0-1,-2 0 2,-2 0-1,2 0 0,0 0 1,0 0 0,-1 0 0,-1 0-2,1-1 1,0 1 1,-1 0 0,0-1-1,0 0 0,0-1-1,-1 2 1,2-1 1,0 0 0,-1-1-1,1 2-1,3 0 0,-2-1 1,3 1 1,1 0 0,2 0-1,0 0-1,1 0 1,1 0 1,0 0 0,2 0 0,0 0-1,-1 1-1,3-1 0,-1 0 1,2 2 0,-1-1 0,1 0-1,-1-1 0,0 2 0,2-1 1,-1 0 0,0-1-1,-2 1 0,2 1 1,0-1-1,-2 0 0,1-1 1,1 1 1,-3 0 0,2 0-1,-1-1-1,1 1 2,-2 1-1,1-2 1,0 0-1,-2 0-1,2 1 1,-2 0 0,1-1 0,-1 0 1,-1 2 0,1-1-1,0 0 0,-1-1-1,0 1 1,2 1 0,-3-2-1,-1 1 1,1-1-1,0 2 0,-2-1 1,-1 0 0,0-1 0,-1 1 0,1 1 0,-1-1-1,0 0 0,0-1 0,-1 2 2,-2-1-1,3 0-1,-1-1 0,-1 0 0,1 2 1,1-1 1,0 0 0,0-1 0,-1 0 0,2 0-1,1 0 1,-2 0 0,2 0 0,-1 0 1,3 0-1,-1 0 0,1 0-1,3 0 1,-2 0-2,1 0 0,-1 0 0,2 0 1,2 0-1,-3 2 0,3-1 0,-2 0 0,3-1 0,-3 1 0,2 1 1,-1-1 0,-2 0 1,2-1 0,-1 1 0,0-1 0,1 1 1,-1 0-1,-2 0 0,1-1 0,1 0 1,-1 2 0,1-2 0,-3 1-1,1 0 0,0-1-1,0 2 0,1-1 0,-2 0 0,-1 0-1,2-1 0,-3 2 0,2-2 0,-2 1-1,2-1 1,-2 2-1,2-1-1,-2 0 2,2 0-1,-2-1 0,2 2 0,-2-1 1,2 0-1,0 1 1,-1 0 0,2-2 0,-1 3 0,-1-2 2,1-1 0,2 2-1,0-1 1,-1 0 0,1 0 0,0-1 0,-1 2-1,2-1 2,2 0 1,-2-1-1,2 0-1,1 0 2,-2 0-1,2 0-1,1 0-1,-1-1 0,1 0 1,0-1 0,-1 2 0,2-1 0,-1 0 0,2 0-1,-1-1 0,0 2 1,2-1-1,-2 0-1,0-1 2,1 2 0,0 0-2,1 0 0,-1 0 0,2 0 1,-3 0 1,3 0 0,-2 0 0,0 0-1,1 0 0,-1 0 1,-2 0 0,3 0 0,-2 0 0,0 0-1,2 0 1,-3 0 1,2 0-1,0 0 0,-1 0 0,0 0-2,2-1 1,-2 1 0,3 0 1,-1 0-1,-2 0 0,3 0 0,-2 0 1,2 0 0,1 0-1,-2-1 0,0 1 0,1 0 0,0 0 0,0 0 1,-1 0-1,0 0 1,2 0-1,0 0 2,-1 0-1,1 0 1,0 0 0,0 0-2,-1-2 0,1 2 1,0-1 0,0 0 0,0-1 0,0 2 0,1-1 0,-2 0-1,1 0 1,0-1-1,-1 2 0,1-1 0,0-1 0,1 0 1,-2-1-1,1 2-1,0-2 1,-1 2-1,1-1 0,0 1 0,0-1 0,-1-1 0,1 2 1,0 0 0,-1-1 0,1 2 0,0-1 0,0 0 0,-1-1 1,1 2 0,0 0 0,-2-1 0,2 0 0,0-1-1,-1 2 1,1-1 0,0 0 1,0-1-1,-1 1-1,1 1-1,1 0 0,-2 0 0,3 0 0,-1 0 0,-1 0 0,-1 0 0,1 0 1,0 0 0,0 0-1,-1 0 0,0 0-1,1 0 0,-1 0 0,1 0 3,2 0 0,-1 0-1,-1 0 0,0 0-1,1 0 1,2 0 0,-2 0 1,0 0 0,2 0-1,-2 0 0,3 0 0,-2 0 0,2 0 0,-1 0 0,-2 1 0,3-1 2,-2 0-1,2 2 0,-2-1 0,1-1 0,1 1-1,-2-1-1,2 2 1,-3-1 1,3-1 0,-1 0 0,-1 1 0,1-1-1,-1 0-1,2 0 0,-4 0 1,4 0 0,-2 0 0,2 0 0,-3 0 1,3 0-1,-3 0 0,3 0 1,-3 0-2,2 0 0,-1 0 1,1 0 0,-2 0 0,2 0 1,-2 0 0,3 0 0,-3 0-1,3 0 0,-2 0 0,1 0-1,-1-1-1,2 1-3,-3-1-2,3 1-4,-1-2-5,-1 2-5,2-1-9,-2 0-11,2-1-18,0 1-23,-1 1-31,1-1-38,0 0-54,1-1-62,0 2-74,1-1-78,0-1-67,2 0-65,0-1-27,0-2-10,2 2 1,4-3 6</inkml:trace>
  <inkml:trace contextRef="#ctx0" brushRef="#br2" timeOffset="39736.2053">968 5144 0,'4'-1'166,"1"-2"144,0-1-9,1-1-62,-1 2-87,1-4-51,2 1-30,-2-2-13,3 1-5,-2-2 1,2 1 0,-2-2 4,2 1 4,0-3 2,-2 1 2,3 0 1,-2-3 1,0 0 0,-2 0 0,3 1 1,-3-2-2,2 1 1,-1-1 2,-1-1-1,1 1 0,0-2-6,-2 0-3,0 0-3,0 1-3,-1-1-1,-2 0-1,2 0-4,-3 1-5,2 0-4,-2 1-4,-1-1-5,0 1-4,0 1-2,-1-2-2,-1 2 0,1 2 0,0-1-2,0 0-2,-2 2-1,2 1-3,-2 2-1,2-1-1,-1 1 0,-2 1-3,3 2 0,0 0-2,-1-1 0,1 4-2,1-2-1,-2 1-3,-1 1-1,2 0 0,-2 1-2,2 1-1,-3 0 0,2 1 0,1 1 1,-2-1 1,2 1 0,-2 2 0,2-2-2,1 2 0,-1 0-1,1-1 1,1 2-1,-1-2 1,3 1 0,-1 0 3,2-1 0,2 0-1,-1 0-1,0 0 1,4 0 0,-2-3 2,2 1 0,2 0 2,0-1-1,0 0-2,2 0 1,-1-1 1,-2 0 0,3 1-1,-1-2-1,-2 0 0,1 0 0,-2 0 0,1 1-2,-3 1-1,3-2-2,-4 1 1,1 0 0,-1 1 0,-1 0 1,-1 0-2,-2 0 2,3 1 0,-4 0 0,0 1 1,-1 0-2,0 1 2,0 1 1,-1 0 2,0 0 0,-3 2 2,2-1-1,-2 2-1,0 0 0,0 0-1,0 0 0,-1 2-3,0 0 1,0 1 2,-1 0 1,0 0-1,1 1-1,-1 0-1,1 2 0,0-1-2,2 1 1,-1 0-1,0 0 0,3 0 0,-2 1 0,2-1 1,1 1-2,0-1-1,1 0 0,2-1-1,0 1 0,-1-1 1,4-1 0,-1 0 1,0-1 1,1 0 0,2-1-1,-1-3 2,3 2 0,1-1 1,-1-2 1,3 0-1,-1-2 1,2 1 0,1-3 1,0 0-1,1-1 0,0-1 0,0 0 2,-1 0 1,2-3 0,0 2-1,-1-2 0,0-1 0,0 1 2,-1-1 0,-3 0 0,3-1 2,-2 0 3,-1 0 4,-2-1 2,0 0 0,-3 1 0,2-2 3,-3 0 0,-2 1-2,1-1 1,-1 0 1,-2-1-1,-2 1 0,0-1 1,0-1-1,-2 2-3,-2-2-5,-1 0-2,1 2-1,-1-1-2,-1 1-1,1 1-1,0-1-1,0 1-1,-1 2-1,2-2-1,-1 3 0,-1 0-1,1 2-3,0-1 0,0 2 3,-1 1-1,1 2-1,0 1-1,-1 1-3,2 0-1,-1 4-2,1-2-3,1 2-2,0 0-5,1 2-4,-1 0-5,3 0-2,0 1-3,0 2-4,0-3-1,1 2-1,2 0-1,-1 0 1,2-2 3,1 2 0,0-1 4,0-2 2,2 0 4,1-1 4,0 0 4,1-2 5,1 1 3,0-3 3,3 0 2,0-2 4,0 1 1,2-3 2,1 0 1,0 0 0,0-3 2,1 1 0,1-2 2,-1 1 1,-1-2-1,2 0 1,-1-1 1,-2 0 2,1-1 2,0-1 1,-1 2 3,0-3 4,0 1 4,-4-3 6,3 2 4,-2 0 3,-3-1 1,2-1 1,-3 0-1,0 1 0,-3-2 2,0 0-1,-1-1-2,2 1-1,-3 1-5,-1-1-1,-2-1-7,0 2-6,0-1-4,0 2-2,0 1-2,-1 0-1,0 1-3,-2 0 0,2 1-1,-2 1-2,1 2 0,1 1-1,-2 2 2,2-1-1,0 4 1,-1-1-1,1 3 1,0 1-1,1 3 0,-1 1 0,-1 2 0,1 2 2,1 3-1,-1 1-1,0 1 0,-2 2 1,2 3-1,1 0-1,-1 2-1,0 1 1,-1-1-2,1 1 0,1 2 0,-2-1 2,-1 2-1,2 0 1,-2 0 1,1 1-1,-1 0 1,2-1 0,0 0 0,1-2 0,-1 1 1,-1-3 1,1-2 1,1 0 1,0-5-2,0 2-2,0-3 1,0-2 4,1 0-1,-1-2 2,0-2 0,0-2 3,0 0 1,0-1 2,0-3 2,0-1 4,0 0 1,0-1 4,0-3 3,0-2 5,0 0 2,0-2-1,0-2 0,0-1-1,0-1-2,-1-3 1,0-1 0,1-2 0,-1-2-2,-2-2-2,2 0-3,-3-2-2,2-4-4,-2 2-2,2-3-4,-1-1-4,-1-3 0,2 0 1,-1-1-1,1 1-2,1-2-2,-1-1 0,1 1 0,1 2 0,1-2-1,1 1-3,-1 3-1,1-1 1,1 2 2,3 1 0,-2 3 1,1 0-1,1 2 0,-1 1 1,2 2-2,2 2-1,-3 2 0,3 1 0,-2 1 0,1 2 2,2 0-1,-3 2 2,3 1-1,-1 2-1,2 0 0,-1 0 0,-3 3 0,1-1 0,2 2 0,-3 2 2,2-1-2,0 3 0,-2 0-1,1 0 1,-1 1 0,-1 2 0,1 0 0,-1 0 1,-1 2-1,-2-1 1,1 1-1,0 0 2,-2 1 0,1-1-2,-2 0 1,-1 0 1,-1 1-1,0 0-1,-3-2 1,1 2-2,0-1-1,-1 1 0,-1-1-2,-1 0 1,0-1-2,-1 1-2,0-1-1,-1 0 0,1-2 0,0 1-1,-1-1 0,1 1-2,-1-3 3,0 1-1,0 0 1,1-1 2,-1-1 1,2 1 1,-1-2 0,0 0-1,2 0 1,-1 0 2,2-2-1,1 0 2,0 0-1,1 0 2,-2 0-1,4 0 0,-1 0-2,1 0 1,0 0-1,1 0 1,-1-2-1,4 0 1,-2 0-1,3 0 1,0-2-2,1 1 2,-1 1-1,3-2 1,0-1 0,1 0 2,2 0 0,-1-1-2,3 2 0,-1-4 1,-1 3 0,3-3 0,-2 1 1,3-1 0,-2 0 1,0-1 0,2 0 0,0 0 0,0-1 0,-1-1-1,-1 0 1,1 0 1,1-1-1,-4-1 0,3 0-1,-2-1 1,-2-1 0,1 0 0,-2-1-1,1-1 1,-4-1-1,1 0 1,-1 1-1,-1-3 0,-2 1 0,2 0 0,-4-1-1,-1 0 1,0 2 1,-1-1-1,0 1 0,-4 0 2,1 0 0,1 1 1,-3 0-1,0 2 2,1-1 0,0 3-2,-1 0 2,0 2 1,1 0 0,-2 2-3,2 0 0,-2 2 1,0 1 1,2 0-2,0 1-2,0 1-1,0 2 0,0 2 0,0 0 0,-1 0 1,2 2 1,0 1-2,2 1 2,-2 1 0,3 1 1,-3 2-1,3 1 0,0-1 0,1 4 1,0 1 2,1 0-1,-1 0 1,1 3-1,2 0 0,-1 2 1,-1 1 0,2 1-1,-2-1 1,2 3 0,-1 1 0,2-1 0,0 1 0,-2 2-1,2-2-1,-2 2 0,2-3 0,-1 2 0,1-2 0,0 0 0,0 0 0,1-2-1,0 0 0,0-2-1,0-1 0,1-1 0,-1-1 2,0-1 1,0-2 0,1 0-1,-1-2-2,1-1 0,2-1 1,-2 0 1,-1-1 0,4-2 1,-3-1-1,4-2 1,-3 0 0,3-2-1,-1 0 1,1 0-1,-1 0 0,2-3 0,-1 0 0,2 0 1,-1-3-2,1 1-1,1-1 0,-1-1-1,1-2 1,-1 0 0,2-2 0,-3 2-1,4-4 0,-2 2-1,0-1 1,-2 1 0,3-1-2,-2-1 1,1 1 0,-1 1 1,2 1-2,-4 1 0,2-2 0,1 3 1,-2 0 0,0 1 0,0 0 0,-2 2 0,2 0 2,-1 0-1,0 2 1,-1-1 0,-1 1 0,1 1 1,0 2 1,-2-1 0,2 0 1,-3 1-1,0 0-1,2 0 0,-2 0 2,-1 1 0,1 0-3,-1-1 0,0 1 0,1 0 0,-1-1 2,0 0 0,-1 0-1,2 0 1,-2 0-1,0 0 2,-1 0 0,0 0 0,2 0-1,-3 0 0,1 0 2,-2 0 0,2 0 1,-1-1 1,-1 0-2,2 1 1,-2-1 0,0-1 1,-1 0 1,1 0 0,1-1-2,-1 1 2,-1-2 3,0 1 0,0-1-2,-1 0 0,-1 1 1,1 0 0,-1-1-1,-2-1-1,2 2 0,-2-1-2,0 0-1,-2 0-1,1 3 1,1-3-1,-2 1-1,-1 1 0,-1 0 0,1 0 0,-1 2 0,-2 0-2,3 0 1,-2 0 0,-1 2 1,-1 0-1,1 1-1,0 1 0,0 0 1,-1 2 1,1 0 0,0 1-1,-1 1-1,2-1 1,-1 1 0,3 3 1,-3-3-1,4 1 0,-1 3-1,0-3 1,2 1 1,1 0 0,1-1-2,-1 0 0,1 1 0,1-2 0,2 0 0,0 0-1,0-1-1,0 0 2,1-2 0,2 1 0,-2-1 0,3-1 1,-2 0-1,3 0 1,-1-1 0,2-1 1,-1 0 0,0-1 1,2 0 0,0-1 0,0 0 0,0-1-1,1 0 0,-1-1 0,1 0-1,-2-1 1,4 0 2,-4 0-1,3 0 2,-3-2-2,4 1-1,-4-1 0,2-1 1,-1 0 0,1 0-1,-1-1 1,-1 0 0,1-1 0,-1 1-1,-1 0 0,0-1-2,-2 0 0,2 3-1,-1-3 0,0 4 0,-2-3 1,1 2-2,-2 1 0,3 0 2,-3 2-2,0-2 0,-1 3 0,0 0-1,0 1 1,0 0 0,-1 1 2,0 0 0,-2 3 0,2-1 0,0 3-1,-2-2 0,2 1 0,0 2-3,0-1-1,-1 1 0,1 2 0,1-3 0,0 2-1,0-1-1,1 1 0,1 0 0,0-2 0,-1 1 1,3-1 0,0 0 0,-1-1 2,2 1 1,0-2 0,3 0 2,-2 0 0,3-1 1,-2-1 0,2 0 0,1 0 1,1 0 1,-1-2-1,1 0-1,-1-2 0,2 1-2,1 0 1,-2-1 1,3 0 0,-2-2 0,1 0-1,-1 0 1,2 0 0,-2-1 2,1 0-1,0 0-1,2-2 0,-1 1 0,-2-1 1,2 0-2,-2-1 0,1 1 0,-1 0 1,2-1 2,-3 0 0,0 1 0,0 0-2,-1 1-1,0 0 0,0 0-1,-1 0 1,-2 1 1,2 2-1,-3-1 1,-1 1 0,1 0 1,-2 2-1,1-1 0,-1 2-1,1-2-1,-3 1 1,2 0 0,-2 1 1,1 0 2,-1 0 0,2 0 0,-3 0-1,2 0 1,-1 0 0,2 1 0,-1 0 0,-1 1 0,3-2 1,-3 1-1,2 0 1,-1-1 0,-1 0-1,2 0-1,0 0 1,-1 0 0,1 0 1,-1 0 0,-1 0-1,3 0 0,-3 0 1,2-1 3,-1 0 1,-2 1-1,1 0 1,1-2 1,-3 1 2,2 1 2,0-1 2,-1 0 1,-1 1 2,0 0 1,0 0 0,0-2 2,0 1-1,0 0-1,0-1-1,-1 0 0,-1 2-1,0-3-1,1 2-3,-2-2-1,2 1-2,-3 2-2,2-2-2,-2 1 0,-1 0-1,0 1 0,0-1-1,-1 0-2,1 0 0,0 1 2,-1 0-1,-2 0 0,2 0 0,-3 1 0,3 0-1,-1 0-1,-2 0 1,3 2 1,-3-2-2,3 3-1,-3-2 0,3 0 1,-2 2 0,1 0-1,0 1-1,-1-2 1,2 2-2,1 1 1,-2 0 0,0-1 0,2 1 2,0 1-2,-1 0 0,2 2 3,1-3 0,0 3 0,-2-1 0,4 1 0,-1-1 0,0 2 1,1-1 0,1 0 1,0 0 0,1 1-1,1 0 0,0-2 2,-1 1 0,4-1-2,-1 1 0,0-1-2,1 0 2,1 1 0,0-1 1,0-1 0,3 0-1,-1 1-1,1-3 1,0 2 0,2-3 0,-1 1-2,3 0 1,-1-1 1,-1-1-1,3-1-1,0 0-1,-1-1 0,1 0 0,1-1 1,0 0 2,0-1 0,1 0 0,0-2 0,0 1-1,-1-1 2,1-1 1,-1-1 1,1 1 3,0-3 1,-1 1 3,0 0 3,-1-1 1,-1 0 0,1-2 0,-3 1 1,3-1 0,-3-3 0,-1 3 0,1-3 1,-2 1-3,2-1-2,-2 0 0,-3 0 0,0-1-2,2 1-3,-3-1-1,-2 1 0,1 0-1,1 1-3,-4 0 1,2 0 0,-2 2 0,-1-1 0,0 2-2,0 0 2,-1 2 0,-2 0-1,2 2 0,-4-1 1,1 1-2,1 1-1,-1 2 0,-2 1 2,1 0-1,-2 0 0,0 1-1,2 3-1,-1 1-1,-2 1 1,2 0 0,1 1 1,-1 2-1,1 0-1,0 1 0,1 0 0,-1 2 1,3-2 0,-1 1-1,2 2-1,0-3-1,0 1 1,1 1 0,0-2 1,1 2 0,0-3-3,2 2 2,-1-2 0,2 0 2,2-1 0,-1 1 0,0-2 1,2-1 0,1 1 0,1-2 2,-1 0 1,3-2-1,1 1-2,0 0 2,0-3 2,1 0-3,1 0 0,-1-1-2,2-1 0,-2 0-1,0 1 1,2-3 0,-1 1 1,-3-1 1,3 1 0,-2-1 1,-2 0 0,1 1 2,-2-2 1,2 2 4,-2 1 3,-3-2 5,2 1 4,-1-1 1,-2 2-1,0-2 1,0 2 1,-2-1-1,0 0 0,1 1-2,-3-1-1,2 1-3,-2 0-6,0 1-11,-1-2-12,0 1-25,0 0-28,-1 0-42,0 0-48,-2-1-43,2 0-40,-3 0-82,1 1-103,0-2-51,-2 2-28,0-1-13,0 0-2,-2-2 5,0 1 298</inkml:trace>
  <inkml:trace contextRef="#ctx0" brushRef="#br2" timeOffset="41828.2801">5350 4298 0,'-1'-1'130,"0"1"228,-1-1 6,1 1-35,0-1-55,1 0-44,-1 1-39,-1-2-20,1 1-8,1 1-7,0 0-3,-1 0-7,0-1-8,-2 1-11,2 0-12,1 0-11,-1 0-14,1 0-13,0 0-14,0 0-14,0 0-12,0 0-9,-1 0-7,-1 1-7,1 0-6,1 1-2,-1-1-2,0 1-2,1 0-2,0 1-1,0 0 2,0 3 0,0-2 3,0 2-1,0 0 1,0 3-1,0-1 1,0 1-1,0-1-4,-2 2-1,1 1 0,1 2 3,-1 0 2,0 1-1,-1 1 2,0 0-2,2 1 0,-1 1 0,-1 1 0,1-1-1,0 1-1,1 0 3,-1 2 3,-1-3 1,1 0-1,1 1-1,0-1-2,0 0-1,0-1-3,0-1 0,0-2 0,0 1 2,1-1 1,1-1 0,-1 0-2,-1-3-1,0 1 0,1-2 0,-1-1 0,0 1 1,0-3 2,0-1 1,0 1 5,1-1 5,-1-1 3,0 1 5,0-3 4,0 2 3,0-3 1,0 0 2,0 0 0,0 0 1,-1-2 2,0 0 1,1 0-1,-1-1-1,-1 1-2,1-2-4,1-1-5,-1 1-5,0-1-4,-1-3-2,1 1 0,-1-1-2,-2-1-3,3 0-1,-2-1-1,2-2 0,-1 0-1,-1-1 0,2 0-1,-2-3-1,1 0 0,-1 0 0,2-1-1,0-1 1,1 0 1,-1 1-1,-1-2 0,2 0-1,0 2 0,0-1 0,2 0 2,-1 1-1,0 0-1,2 1 1,-2 1 0,4 0-1,-3 1 0,2-2-1,1 3-1,1-2 1,-1 2 1,0 0 0,4 0 0,-3 1-1,4 0-1,-3 2 0,1 1 0,2-3 1,-1 3 0,-1 1-1,1 0 0,0 1 0,-2 0 0,3 1 0,-4 2 0,3-1 1,-3 1 1,2 1-1,-1 1 2,-2 1-1,1-1 1,2 2-1,-3 0 1,0 2-2,1-1 0,-2 1 1,-1 1 0,1 1-1,1 0 0,-3 1 0,2 1-2,-3-1 1,2 1 0,-3 1 0,1 0 0,-1 2 0,-1-3 1,1 3 0,-3-1 2,1 0-1,-2 1-1,-2 1 0,1-1-2,0 0-1,0-1-1,-4 2-1,2-2-3,-3 0-1,2 1-4,-1-1 0,0 1 0,-1-1 0,1 0-2,-2-1 0,1 1 0,1-2 1,0 1 1,1-2 2,-1 0 3,2-1 0,-1 0 2,1 0 1,2 0 1,0-2 1,-1 1 0,2 0-1,2-1 3,-1-1-1,1 2 0,0-1 1,1-2-1,1 1 0,-1 0-3,1-1 2,0 0 0,1 1 2,-1-1-1,3 2 1,-1 0 0,1 0 0,-1 0 0,2 1 1,2 0-1,-1 0 0,0 1 0,1 0 1,0 0 1,1 1 1,0 0 0,1 2 0,0 0 0,0-1 0,-1 3 1,3-1-2,0 0 0,-1 1 1,1 1 0,-2-1 0,3 3 1,0-3 0,0 1 0,-1 0-1,0 1-1,-2-1-1,2-2-1,-1 2 0,2-1 0,-2-1 0,-2 1 1,2-2 1,0 1-1,-2 0 2,0-2 0,0 1 0,-1-2-2,0 1 0,-1-2 2,0 2 0,0-2 0,-1 0 0,-1-1-1,0 0-4,1 0-4,-2-1-14,3 1-16,-2 0-19,-1-2-22,2 0-22,-2 0-20,3-1-22,-2 0-22,0 0-17,1-1-18,1 0-26,1 0-28,1-2-50,0 0-59,-2 1-35,3-2-25,0 0 2,0 0 76</inkml:trace>
  <inkml:trace contextRef="#ctx0" brushRef="#br2" timeOffset="43574.356">6440 4523 249,'2'-3'362,"-1"0"-24,3 0-40,-3 0-46,-1 0-50,1 1-23,1-1-14,-2 0-5,0 1-4,0 0-4,0 0-7,0 1-7,0 0-8,0-2-8,0 0-8,0 2-14,0 0-15,0 0-15,0 1-15,0 0-14,0 0-12,0 0-8,0 0-6,0 0-5,-2 0-4,1 2-3,1-1-2,-1 3-1,-3-1 0,3 0-1,-1 2 2,-1 1 0,2 0 1,-3 1 0,1 1 0,1 1-2,-3-1 1,4 0 1,-2 4 2,2-1-2,-3-2 0,3 1-1,-1 1-1,-2 1 1,3-2-1,-2 1 1,2-1 0,0 1 2,-1-2 0,1 1 0,0 1-3,1-3-1,0 0 0,0 1 1,0-1 3,1-1 0,0-1-2,1 2 0,-1-4-2,0 1 0,2 0 1,-2-1-1,3-1 0,-2 1 2,2-3 0,-2 1-1,2 0 0,2-2-1,-2 0 0,1-2 0,0 0 0,1 1 2,-1-3 1,1 1 0,2 0 0,-2-1-1,0-1-1,3 1 1,-3-2 0,3 1 0,-3-2 0,3 0 1,-2 1-1,-1-3 1,3 2-1,-3 0 0,3-2-1,-3 1 0,-1-1 0,3 3-1,-2-3 1,0 2-1,0 0 0,-1 1-1,-1 1 0,1-1-2,0 1-2,-1 0-1,-1 2 0,1 0 0,0 0 0,-2 1-1,2 0-2,-2 2 2,1 0-1,1 0 0,-2 0-1,3 2 1,-2 0 0,-1 1 1,2 0 2,-2 0-1,3 1-3,-1 1 1,1-1 1,-1 1 1,1 0 1,0-1 1,0 0-2,0 0 1,2 0-1,-2-1 0,1 1 0,2 0 0,-2 0 1,1 0 2,1-2 2,-2 1 2,0 1 1,2-3 0,-2 2-2,3-2 0,-3 0-1,1 1 2,1-2 2,-2 0 1,3 0-1,-2-2 0,0 1 1,1 0-2,-1-1 0,0 1-2,-1-2-2,1 1-1,-2-2 3,0 0 0,1 1-1,-1-1 0,0-1 1,-1 1 0,2-2 1,-2-1 0,0 2-1,-2-3 2,2 1 0,-3-2-1,3 1 1,-3-1-1,2-1-1,-2 0-1,0 2 1,-1-2-1,1 1 0,1 0 0,-1 0-3,-1-1 2,0 2 1,0-1 0,0 3-1,0-3 0,0 3 2,0 0 1,0 1-2,0 0 0,0 2 0,0-3-6,0 4-8,0-1-6,0 1-4,0-1-8,1 2-5,-1-2-7,1 2-7,1-1-3,1 1-3,-2 0-2,2 1 1,1-2 0,0 1-1,2 0 3,-1 0 5,1 1 3,1-2 4,1 1 3,-1 0 4,3 1 6,-2-1 5,2 0 5,-2 0 2,2 0 3,-1-1 0,0 0 0,-2 2 2,3-3 2,-3 1 6,2 1 1,-3 0 3,3 0 2,-3-2 2,-1 1 2,1 0 2,-1 0 0,-1 0 3,1 1 3,-1 0 3,-2-2 3,2 2 5,-3-2 1,2 2 2,-2 0 2,0 1 4,1-2 2,-1 1 1,-1 0-1,0 1 0,0 0-2,0 0-2,-1-1-3,-1 1-3,1 0-4,-2 0-3,2 1-3,-3-1-1,2 1-2,-3 2-4,0-2-2,1 3 0,1-2-2,-2 1 0,1 1 1,0 1 0,-1 0 0,0 1-1,2 0 1,-1 0 0,0 3 0,2-3-3,-2 3 0,1 0 0,1-1 0,1 3 2,-1 1 0,1-3 0,1 1 0,-1 1 1,1-1 1,0 0 0,1 0 0,-1 0 0,3 1-1,-2 0 2,3-2-1,-1 0 2,1-1 0,0 1-2,0-2 0,-1 2 0,3-4 1,-1 3-2,1-4-1,1 1 1,-1-1 0,0-1 1,3 1 1,-3-3-1,3 0-1,-2 0 1,3-1-1,-2 0 0,-1-1 1,3-1 0,0-1 2,-2 1 0,-1-1 1,3-1 1,-3-1 0,2-1-1,0 0 3,-1-1 2,0-1 3,-1 0 4,1-1 0,-2-1 1,0-2-2,0 0 1,-1-1-2,2-2-1,-2 1-1,0 0-1,-2-3-1,2 0-3,0 0 0,-2-1-3,-1-1-2,2 1-4,-2-1 1,1-1 1,-2 1 1,-1-1 0,1 0 1,-1 1-2,0-1 2,0 0 1,-1 3 3,1-2 2,-1 2 3,-2-1-1,1 1 2,-1 2 0,1-1-1,1 1-2,-2 4-2,2-3 0,-2 4 0,2 1 0,-1 1 0,-2 0-1,3 1-1,-2 2-4,2 0 0,-1 2-3,-1-1-1,2 3-1,-2 0 1,1 1-1,-1 1 1,2 0-1,0 3 1,0 0-1,-1 3 0,1-1 0,1 2 1,-1 0-1,0 4 0,-1-2 1,1 1 0,1 1 2,0 1-2,0 1 0,0 0 1,0 1 2,0 1 1,0 1-1,-1 0-1,0 0 2,-2 2 0,2-1 3,1 1-1,0 0 0,-1 1-1,1-1-2,0 2 1,0-1 2,0 0 0,0 1-4,0-3-2,1 2 0,-1-1-3,1-2 1,3 0-3,-3 0-3,2 0-3,-1 0-1,1-3 1,-1 0 1,2 0-2,1 0-3,-1-3-1,-1 0 1,1 0 3,2-2 2,-2-1 0,0 0-2,-1-2 1,2 0 1,0-1 2,0-2 2,0 1 0,1-1 0,1-2 3,-1 1 2,0-2 2,2-2 0,0 1 1,-2 0-1,2-3 1,2 0 1,-3-1 3,2 1 2,0-3 2,-2 2 3,1-4 4,0 1 3,-1-3 1,0 0-1,-1-1 2,0-1 1,-1-2 1,1 1-2,0-3 3,-3-1 3,1 0 0,2-1 0,-2 0-4,-2-1 0,2 0-2,-1-1-2,-2 0 0,3 1 2,-2 0 0,-2 2 1,1-2 5,-1 1 1,0 3-1,0-1-1,-1 0 0,1 1 1,-1 1 0,-2 1 1,1 1-2,-1 1 0,2 0-1,-1 1-1,-1 0-3,2 2-3,-2 1-4,2-1-3,-1 2-2,-2 1-1,4-1-1,-1 2-5,0 0 0,-1 1-1,1 1-2,1 0-1,-1 1 0,0 0-3,-1 1 1,2 1 0,0 0 1,0 1-1,0 1 2,0 2-1,0-1 1,0 2 1,0 2 1,0 0 0,0 2 1,0 0 0,0 1 0,0 1 0,0 2 0,0 0-2,0 1 1,0 1 0,0 0 1,0 1-1,0 1 0,0 0 0,0 1-1,0-1-1,0 2 1,-1 0 0,1 0 2,-1-1 1,-1 2 0,1-1-1,0 0 0,1 0 0,-2-2 0,0 3-1,1-2-1,1 1 1,-1-3 1,0 1 0,-1 0 0,1-2 0,1 0-1,-1 0-1,0-1-1,-1-1 1,2-1 1,0-1 1,0-1 0,0 0 0,0-2 0,0 0-1,0-2 0,0 0 0,0-2-1,0 1 0,0-1 0,0 0 1,2-3 1,-1-1 1,0 1 0,-1-1-1,1-1 1,2 0 0,-2-2 0,2 0 2,-1 0-1,2-2 1,-2-2-1,2 1 2,0-1-1,1-3 0,-2-1-3,1 1 0,1-1 0,1 0 0,-1-1-1,0 0-1,0-1-1,3 2-3,-2-1-1,-1 0 2,2 1-1,0 0 0,1 1 1,-2 2 0,2-1 1,-1 1 0,2 1 0,0 1-1,-2 0 0,3 2-1,-2 0 3,0 1 1,0 1 1,-2 0-1,3 2-1,-2 2 0,0 0-1,0 1-1,-1 1-1,0-1 1,0 2-1,1 1 2,-1 0 0,-1 0 1,0 1-1,1 0 0,-1 1 2,0 2-1,0 0 0,1-1 1,-2 1 2,0 1 1,-1 0 1,2-2-2,0 2 1,-1-2-2,0 0 0,-1 0 1,1 1-1,-1-2-1,-1 1 1,2-2 1,-2 1 0,3-1 0,-2-1 0,-1-1-1,2 1 0,-3-2 0,3 0 0,0-1 2,-2 0 1,3 0-1,-1-2 2,1-1 0,0 0 1,0 0 1,1 0 0,0-1-2,0-3 0,3 1 0,-3-1 1,2 1-1,-1-2-1,1-1-1,0 0-4,-3-1-2,2 0-8,0-1-8,-2 0-14,0-1-17,-1-1-19,0 0-23,-1 0-22,1 0-25,-3-2-20,2 1-19,-2 1-17,-1-1-17,-1 1-29,-2-1-36,-1 1-58,-1-1-69,-1-1-22,-3 3-3,0-1 9,-2-1 299</inkml:trace>
  <inkml:trace contextRef="#ctx0" brushRef="#br2" timeOffset="43870.3255">7123 4223 0,'-2'-2'161,"1"2"136,1 0-23,0 0-47,0 0-57,0 0-38,0 0-28,0-1-15,1 0-8,1 0-4,-1 1-3,0-2-3,2 0-1,-1 0 0,3 1-3,-1 0-3,-1-2-5,3 0-3,1 2-1,-1-1-6,0 0-7,3-1-3,0 1-4,-1-1-3,1-1-4,1 2-3,0 0-6,0-2-5,-1 2-5,1-1-5,-2-1-1,2 4-7,-1-2-6,0 0-9,-2 0-10,3 0-13,-4 0-14,2 1-13,-2 1-11,0-2-12,0 1-10,-2 1-14,0-2-14,-2 2-39,1 0-50,-3 0-54,0 0-58,0 0-19,0 0-4</inkml:trace>
  <inkml:trace contextRef="#ctx0" brushRef="#br2" timeOffset="44247.3672">6853 4002 125,'0'-2'322,"-1"0"-29,0 0-42,-1 0-55,1 0-59,1-1-31,0 2-18,0-1-12,-1 1-8,1 0-6,0 0-4,0-1-6,-1 2-8,1 0-6,0 0-7,0 0-4,0 0-7,0 0-6,0 0-6,0 0-1,0 0-4,0 0 1,0 0-3,0 0 0,0 2-3,0 0 2,0-1 0,0 1 1,0-1 1,-2 2 1,0-1-2,2 1 2,-1 0 1,-1-1-1,1 1 0,0 0-1,-2 0 1,2 0 0,-1-1 2,-1 1 0,-2-1-1,3 0 1,-2 0 0,-1 0 1,1-1 2,-1 1 1,2-1 2,-1 2 2,0-2 3,-2 0 2,2-1 4,1 2 5,-1-2 4,-1 0 2,1 0 3,2 0 3,-1 0 3,1-2 1,-1 2 0,2-2 0,0-1 1,-2 2-1,2-1-1,1 1-3,0-3 0,0 2-5,1-1-5,2 0-3,-2 1-3,0-1-4,0-1-4,2 2-3,-2-1-2,3 2-2,-2-1-1,1 0-4,2 0-2,-3 1-5,2 0-8,-1 0-10,-1-1-10,3 2-16,-4 0-18,2 0-16,-1 0-15,-1 0-16,1 2-14,-1-1-24,-1 1-30,1 0-71,-1-2-90,0 0-37,0 2-16,0 1 0,-1 0 177</inkml:trace>
  <inkml:trace contextRef="#ctx0" brushRef="#br2" timeOffset="45701.3538">9335 4149 0,'1'-2'350,"0"0"34,-1 2 8,1-1-48,1 0-71,-1 0-42,-1 1-31,0 0-15,0 0-8,0 0-5,0 0-5,0 0-6,0 0-8,0-1-10,0 0-11,0 0-12,0 1-12,0 0-13,0 0-15,0 0-12,0 0-12,0 0-8,0 0-9,0 0-6,0 0-6,0 0-4,0 0-5,0 0-4,0 0-3,-1 1-3,-1 0-3,1 0-1,1 2-3,-1 1 0,-2 1-2,2 0 0,-1 2 1,-2 0 0,3 2 1,-2-1-1,2 1 1,-1 2-1,-1 0 0,2 1 0,-2 1 0,1 1-1,-1 0 0,2 0 0,-1 2 0,-1 0 1,2 0-1,-2 1 0,2-1-1,-1 1 1,-2 0 0,3 0 1,-2 0 0,2-2-1,0 2 0,0-1 1,-1-1 1,1-1 0,1 0-1,-1 0 1,-1-3-1,1 1 1,1-1 1,-1-3-1,1 1 0,0 0 0,0-2 0,0 0 2,0-1 1,0-2-1,0 1 1,0-1 0,0 0 1,0-2 1,0 0 0,0 0 1,0-1-1,0-1 1,0 0 1,0 0-1,0-1-1,0-1 0,-2 0 1,2 0 0,0-2-1,0 0 0,-2-3-2,2 2 2,-1-2-1,1 1 0,0-3 0,0-1 0,0 1-3,-1-2 1,0 0 1,1-1-2,0-1 0,0-1 0,0-1-1,0-1-1,0-1 0,0 0-2,0 2 0,-2-2 0,2-2 1,-1 1 1,1 1 0,0 0 0,-1-2 0,1 1-1,0 1 0,0 0 0,0 0 0,0 1 0,1 0 0,0 1 0,2 2 2,-2-2-2,4 2-3,-1 1 1,0 0 3,-1 0-1,2 2-1,3 0-1,-2 0 1,1 1-1,1 0 1,-2 1 1,4 0 0,-3 2 0,2-1 0,0 2 2,-1-2 0,1 3-3,0 0-2,-2 0 0,3-1 1,-4 3-1,2 0 1,-1 0 2,1 0-1,-1 1-1,-2 1 0,2 0-1,0 1 2,-1-1 0,-1 3 0,1-1 1,-2 1 2,1 2 0,0-1 0,0 0-1,-1 3 0,-2-1 0,2 1-1,-2 0 0,2 0 0,-3 1 0,0 1 1,1-1 1,-2 1 0,0-1-2,-2 0 0,1 1-2,-4-1 0,3 3-1,-2-2-3,-1-1-2,-1 1-1,0-1-3,-2 1-1,0 0-3,0-1-4,-3 1-2,2-1-2,-2-1-1,0 1-2,2-2 1,-2 2 0,1-1 2,-1-2 1,2 1 1,-2-1 3,4-2 3,-2 3 3,1-3 2,1 0 5,1 0 0,1-1 2,-1 1 2,2 0 1,0-3 1,0 1 2,3 0 0,-1-1 1,-2 2-1,4-1 1,-1-1-1,1 0-2,0 0-2,0 0-1,0 0 0,0 0 1,0 0 1,0 0 0,0 0-1,0 1 2,1 1-1,-1 0 1,4-1-2,-2 2 0,1 0 1,0 1 4,1 0-1,2 0 2,1 1-1,-1 1-1,1 0 1,1-1 3,0 2 1,1-1 1,2 1 1,-1 2 4,0-3 2,1 2 3,2 0 1,-1 1-2,1-1 2,-1 0 0,3 1 2,-2-2-1,0 0-1,2 1-2,-3 0-2,2-2-1,-3 1-1,3-1 0,-2 0-3,-2 0-2,1-1-1,-1 0-2,0 0 0,-1-1 0,0 0-1,-2 0 0,0-1 0,0 1-2,-1-2 1,0 1 0,-1-1-5,-1 0-4,1-1-6,-2 0-7,1 2-14,-1-2-18,-1 1-26,2-2-32,0 0-30,-2 0-29,2 0-24,0-2-22,-1 0-26,2 0-28,0 0-58,0 0-74,0-2-40,1 1-23,-1-2-2,0 2 10</inkml:trace>
  <inkml:trace contextRef="#ctx0" brushRef="#br2" timeOffset="45964.3718">10045 4260 0,'-1'0'49,"0"1"304,-1 0 12,1 0-28,1-1-46,0 0-42,0 0-43,0 0-16,0 0-7,0 2-5,1-1-3,2 0-4,-2 1-6,3-2-5,0 0-7,0 0-9,2 0-10,-1 0-12,2 0-14,-1 0-15,2 0-17,-1-2-16,1 1-12,0 0-11,1-1-8,0 2-5,-2 0-7,3-1-4,-3 1-5,1 0-3,3 0-4,-1 0-3,-1 0-3,-2 0-7,3 0-5,-2 0-9,0 0-8,0 1-17,-1-1-20,1 2-22,-1-1-23,-2 0-21,-1 1-20,0-2-20,-2 0-17,2 1-13,-2 0-12,-2-1-13,0 2-13,0-2-27,-1 2-32,-4 0-41,0-1-41,0 0-8,0 0 11</inkml:trace>
  <inkml:trace contextRef="#ctx0" brushRef="#br2" timeOffset="46149.9901">10023 4374 0,'-2'4'59,"1"0"241,1 0-21,0-1-30,1 0-37,1 0-31,-1-1-28,2 1-11,-1 0-4,2-2-1,1 1 1,-2 0 2,2-1-2,0 0-6,3 0-7,-2-1-9,-1 0-9,4 0-11,-2 0-12,1 0-14,-2 0-11,0 0-12,1 0-10,0 0-15,-1-1-14,0 0-25,0 0-27,2 1-25,-2-2-25,0 1-21,3 0-17,-3 0-18,3-2-18,-2 2-37,2 1-45,0-3-62,-2 2-71,3-2-28,-2 0-9</inkml:trace>
  <inkml:trace contextRef="#ctx0" brushRef="#br2" timeOffset="47061.4674">10933 3998 0,'0'0'91,"0"0"261,0 0 7,0 0-38,0 0-57,-1-1-41,0 1-34,-1 0-15,1 0-9,0-1-1,-3 1 0,3-2-2,-3 2-4,2-1-5,-2 0-9,0 0-10,-1-1-12,2 2-12,-1 0-10,-1 0-12,-1 0-11,1 0-11,0 0-8,-1 0-9,-1 0-8,1 2-6,0-1-6,0 1-4,0 0-4,-2 0-3,3 1 0,-2 0-1,-2 1-1,3-1 0,-3 1 0,3 0 1,-3 2 1,3-1 1,-2 1-3,0 1 2,0 0-1,0 0 2,0 1-1,2 0-1,-3 1-2,3-1-1,-2 2 0,1-1-1,0 0 1,-1 1-3,2 1-2,0-1-1,2 0 1,-1 1-1,0 1-1,0-1-1,2 0 0,0 0 0,-1 0 1,2 1 0,-1 0-3,1 0 0,1 0 1,-1 0-1,2 0 1,0 1 0,2-2-3,-1 3 0,1-3 1,1 1-1,-1 0 0,2 0 0,-1 1-1,0-1 0,2-2 0,0 1 2,0 1 0,-1-2 0,3 0 1,0 0 3,0-1 0,-1 1 0,2-2-3,0 1 0,1-1 1,1 0 0,-1-1 1,1 0 1,0-1-1,1 0 0,0-2 0,0 2-1,0-3-1,2 2 1,-2-2 0,0 0 1,3 0 0,-2-1 1,1-1 1,0 0-1,-2-1-1,3 0 0,-2-1 2,1-1 1,-1 1 0,2-3 3,-3 1 1,3-1 1,-2 1 2,-2-2 0,3 0 3,-1 0 0,-2 0 0,1-2 3,0-1 2,-1 1-1,1-2 1,-1 0-1,0-1-1,-1-1 0,1-1-1,-3 1-2,2-1-3,-1-1-2,0 0-1,-3-1-1,0 0-3,1 0 0,-2-2-3,1 1-1,-1 0 0,-2-2-2,3 1-1,-4 2-2,1-2-1,-1 1 0,0 1 2,-1 0 0,0 0-1,-1 0 1,0 1 1,-1 1 0,1 0-2,-1 0 1,-2 0 0,2 2 0,-1 0 1,-2-1 0,1 2 1,0-2-1,-2 3-3,1 0 0,-2-1 0,1 1-1,-4-1 1,2 3-2,0-2 0,-3 1 1,-1 0-2,1 1 1,0-2-2,-3 4-1,3-1 1,-2 0 0,0 2 0,1-1 1,-1 0 0,0 2-1,-1-1 1,3 3 0,-3-1-1,3-1 0,0 2-1,-2 0 0,3 2 1,-1-1 2,0-1 0,2 3 0,-1-1-3,3 1 1,-3 0 1,4 0-1,0 0 2,-2 2-1,3-1 1,0 0 0,0 2 2,3 0-2,-2-1 1,3 2 0,-2-2 0,2 3 0,1-1 1,0 0 2,0 1-1,0 1 0,3-1-1,-1 0-1,1 1 1,0-1-1,2 1 1,0-1 0,0 0 0,3 1 1,-2 1 1,0-1-2,3 0 0,-2-1 1,3 2-1,-1-2 0,1 0 0,0 1 2,1-1 0,1 1 0,-2-1 0,3 0 0,-1 3-3,-2-3 2,1 1-1,-1-1 0,1 0 0,-1 2 0,1-2 1,0 1 0,-2 1 0,1-2 0,0 2-1,0-1 0,-2 0 1,0 0 0,0 2 1,-2-3-1,3 2 0,-3-1-1,1 0 0,-2 1 1,0-1 0,-1 0 0,1 1 0,-1-1 0,-2-1-1,2 3 1,-2-3-1,2 0 0,-3 1 1,0-1-1,1 1-1,-1-3 1,-1 3-2,0-2-3,-1 0-4,-1 1-8,1-2-9,0-1-13,-3 3-13,2-2-16,-2-1-17,2 0-27,-2 2-29,-1-2-32,1-2-34,0 2-26,2-1-20,-2-2-21,3 0-19,-3 2-39,3-3-51,0 0-41,1-1-42,0 0-11,0 0 2</inkml:trace>
  <inkml:trace contextRef="#ctx0" brushRef="#br2" timeOffset="47810.4923">11600 4046 85,'0'-3'350,"0"0"-11,0 1-24,0-1-32,0 1-39,0 0-22,0 0-16,0 1-7,0-1-2,0-1-1,0 2 0,0-2-1,0 2-1,0 0-4,0 0-8,0 0-12,0 1-16,0-1-18,0 1-17,0 0-16,0 0-17,0 0-12,0 0-11,0 0-10,0 0-8,0 0-8,0 0-9,0 0-8,0 0-8,-1 1-4,0 0-4,-2 1-2,2 1-3,1 1 1,-1 0 1,0 2 0,-1 1 0,1-1-1,0 3 0,-2 1 0,2 0-1,0 1 1,-2 1 0,3 0 0,-1 2-1,-1-3 0,0 4 0,1-1 0,0-1 0,0 3-1,-1-1 1,1 0 0,1 0-1,-1 1 2,0-1-1,-1 2-1,1-1-1,1 0 1,-1 0 0,0 1 1,-2-3 1,3 1 1,0 0 0,0 0 0,0 1 0,0-3-1,0 1-1,0 0 1,0 0 1,3-3-1,-2 3 1,0-2 0,-1 0-2,1-1 0,1-1 1,-1 1 0,0-2-1,-1-1 1,0 1-1,1-2 1,-1 0 0,0-1 0,2 0 0,-2-1 1,0 0 0,0-2 2,0 1 1,0-2 0,0 2-1,1-3 2,-1 2-1,0-3 1,0 1-1,0-1 0,0 0 3,0 0 0,1-1 0,-1-1 0,0 0 1,0-2-1,0 0-1,0-1 0,0-1-1,0-2 0,0 2 1,0-5 0,0 1 0,-1-1 1,0-1-4,-1 1 0,1-3-1,1 0 0,-1-1 0,0-1 0,-2 0-1,3-1 1,-1-1 1,0 1-2,-2-1-1,2 0-1,1 0 0,-1 1 2,0-2 0,1 1 1,0 0 0,0 0 0,0 1-1,0 0-2,1 0 0,0 0 0,-1 1 0,4 1 0,-2 0 2,-1 0-1,3 1-1,-1 1 0,-1 0 0,4 1-2,-2-1 0,0 0 1,0 3-1,2-1 0,-1 1 3,0-1-2,0 2-2,1 0 1,-1 0-1,1 2 2,0-1-1,-1 2 1,0-1 1,-1 2-2,2 0 1,-1-1 0,0 4-2,1-2 1,-1 1-1,0 1 1,1 0 1,-1 1 0,0 1 0,0 0 0,3 1 0,-2-1-1,-1 3 1,2-1-1,0 2 1,1-1 1,-2 1 0,2 1 0,-1-1-1,1 1 0,-1-1 1,-2 1 1,2 1 0,0 0-1,-2-2 0,0 3 1,-1-1 1,0-2 0,0 3-1,0-2 0,-3 2 0,2-1 0,-2 1 0,-1-1 0,0 1 0,0-1 1,-2 1 0,-1 0 0,1-1 2,-2-1-2,-2 1-1,1 0 0,-2-1 1,0 1 0,0 0 0,-1-2 1,-2 3-1,-1-1 0,2-2-1,-2 3-1,1-3-2,-1 1-4,2 0-7,-2-1-10,0-1-9,2 1-11,-2 0-11,2-1-15,1 0-16,0 0-28,-2 0-31,3-1-31,-1-1-30,1 1-21,1 1-21,-2-3-16,3 1-16,0 0-36,0 0-45,0-1-45,3 0-46,-2 0-11,4 0 5</inkml:trace>
  <inkml:trace contextRef="#ctx0" brushRef="#br2" timeOffset="48149.5015">12349 3830 0,'1'0'150,"1"0"243,-1 0 14,0 0-28,-1 0-49,1 0-57,1 0-66,-1 0-32,-1 0-19,0 0-15,0 0-9,2 0-14,-2 1-15,2 0-13,-2 0-12,0-1-13,0 3-13,1-1-9,0 1-9,-1-1-4,0 1-4,0 2-2,0 1-1,0-1-1,0 1 2,0 2 0,0 1 0,0-1 0,0 2-2,0 1-1,-1-1-2,1 0-1,-1 1-1,1 0-4,0 1-4,0-1-1,0-1 0,0 2-2,0-2-3,0 1 1,0-2-1,0 2 1,0-2 0,-2 0-1,2 0-3,0-1-1,0 0 2,0-1-7,0 0-6,0-1-18,0 0-21,0 0-21,0-3-21,0 3-20,0-4-20,0 4-16,0-3-15,0 0-12,0-1-11,0 0-12,0-1-12,0 2-12,0 0-10,0-3-16,0 0-16,0 0-32,0 0-38,-3-2-8,0 0 175</inkml:trace>
  <inkml:trace contextRef="#ctx0" brushRef="#br2" timeOffset="48544.5177">12229 3986 0,'-1'-1'94,"-1"0"201,2 1-27,0 0-32,0 0-36,0 0-30,0 0-29,0 0-11,2 0-1,0 0 3,2 0 7,-2 0 6,3 0 4,0 0 2,1-1-1,2-1-2,-1 2-4,3-1-8,1-2-6,-2 2-10,3-1-9,0 0-13,0-1-14,2 1-14,-1-1-10,0-1-13,0 2-13,1 0-7,0-2-8,-2 2-5,1-1-5,0 0-1,-3 1-1,3-1 0,-3-1-1,1 2 0,-1-1-3,-2 0-1,2 1 0,-3-1 0,0-1 3,-1 2 0,0 0 1,-1-2 2,1 3 3,-2-1 2,0 0-2,-1 0 0,-1 1 0,2-1-1,-2-1 2,-2 2-3,1-2 1,1 2-1,-2-1-1,0 0-2,0 1-2,-2-1-1,1 0-2,1 1-1,-1-1-1,-3 1-2,3 0 0,-1-1 0,-1 2 1,-1-1 1,2 1 0,-1 0 1,-3 0 0,2 1-1,1-1-1,-2 3 0,-1-2 1,-1 3 1,2-1 0,-2 0 1,-1 0 0,1 3-1,-2-2-1,1 2 0,0-1 0,-1 2 1,1-1 0,-1 2 0,-1 0 0,-1-1 1,2 1-2,-2-2-1,1 2 2,0 1 1,0-1 0,0 0 0,2-1 0,-2 0-1,1 1 1,-1 0-1,2-2-1,0 1 0,-1-1 0,2 0-3,-1-1-3,2 1-10,-1-1-15,0-1-20,1 0-25,1 0-25,1-2-25,1 1-21,0 0-18,-2-1-15,4 0-15,-1 0-12,-1-1-12,3-1-16,-1 2-19,1-2-22,0 0-26,0 0-31,-3-2-36,2 1-1,-1-1 99</inkml:trace>
  <inkml:trace contextRef="#ctx0" brushRef="#br2" timeOffset="48842.5042">12224 3918 209,'1'-2'281,"0"0"-23,-1 0-28,2 0-26,-1 1-28,0 0-21,-1 0-16,1-1-7,2 2-2,-3 0 2,1 0 4,0 0 3,-1 0 3,3 0 0,-1 0 0,-1 0-1,3 2-3,1 0-6,-1-1-7,1 3-6,0-2-6,2 0-7,-2 2-6,1 1-9,3 0-9,-3 1-8,3 0-10,-3-1-7,2 2-5,-1-1-5,2 1-4,-2 1-1,2 0-1,0-1-1,-2 1-4,3-2-2,-3 3-2,3-1-3,-2 0-2,-1 1-2,3-1-1,-2 1-2,0-1-2,1-1-2,0 1-2,-2-2-1,3 3-2,-4-3 1,3 2 0,-3-3 0,2 1 0,-1 0 0,-2-1 1,1 0 1,2 0 0,-3-2 1,0 1-2,1 0 0,-1-2 0,-1 1 0,-1-1-2,2 0 0,0-1-2,-2 1 0,-1-1-2,1 0-2,-2 1-3,3-2-10,-2 0-11,-2 0-18,0 0-22,0 0-34,0 0-42,0 0-46,0 0-49,0 0-44,-1-2-43,1 2-74,-4-2-88,3 0-45,-3-1-25,2 0-6,-1 1 1,-2-1 16,0-3 518</inkml:trace>
  <inkml:trace contextRef="#ctx0" brushRef="#br2" timeOffset="51850.6014">3912 5868 176,'0'-3'358,"0"2"-13,0 0-25,0-2-57,-1 2-75,-1-2-36,1 2-21,1 0-6,-2-1-1,-2 1-3,2 1-2,-1-1-7,-1 1-7,0 0-7,0 0-6,0 0-4,0 1-4,-1-1-3,0 1-1,2 1-4,-1 0-5,0-1-6,-1 2-8,-1 0-5,1-2-4,0 3-4,-1 1-4,1-1-3,0 0-4,0 1-1,-1 1-4,1 0-1,0 2-5,-2 0-3,2 0-3,0 2-3,-1-2-2,1 3 0,0-1 1,-2 2-1,2-2-1,0 1-1,0 1 1,-1 0 0,1 1-2,0-2 0,-1 3 0,2-1-1,0 0 0,-1 0 1,3 0-1,-2 0 0,0-1 0,3 1 0,-1 0-1,-1 2 0,3-2-1,-1-1-2,1 1 0,0-1-1,1-1 1,-1 1 0,1 0-2,2 1 1,-2 0 0,3-2-1,-2-1-1,3 1 2,-1 0 0,0-3 2,1 2-1,1-1 2,0-1 2,-1-1 0,2 1 0,1-1 3,1-2 3,-2 2 3,3-3 2,-1 1 2,1-1 3,-2-2 2,3 1 1,0-2 2,1 1 2,0-2 1,0 0 2,1-2 0,-1 1 1,1-1 0,-1 0-1,2-2 1,-3 0-2,3 0-1,-2 0-2,2-1-1,-3 0-1,3 0-3,-2-2-1,1-1 0,-1 0 0,0 1 0,0-3 0,0 1-1,-1-1 1,-1-1-1,1-1-1,-2 0-2,1-2 1,0 1 1,-1 0-1,-2-3-1,2 2-1,-3-1 0,0-2-2,0 0-1,-1 0-1,-1 0-1,1 1 1,-3-1 0,1 0-2,-2 0 0,1 0 1,-1 0-1,-1 1 0,0-1-1,-1 0 1,-1 0 0,1 1-1,-2 1 1,1 0-1,-3 1-1,3-1-3,-2 2 1,0-1 1,-2 0-1,1 2-2,0 0-2,0 0 0,-1 0-1,0 1 0,-2 0-1,2 3 0,0-1-2,-3 0 0,3 1-1,-3 0 0,3 1-1,-3 1 0,1 0 0,0 0-1,-2 2 0,3 0 2,-3 0-2,1 2 1,-2-1 0,2 1-1,-2 1 0,0 0 2,1 0-1,-2 1 0,0 0 0,1 1 0,0 0-1,1-1 1,0 2 0,0-1 0,0 3-1,1-2 2,0 2-2,1-1 0,-2 2 1,3 2 0,-2-2 0,3 1 1,-2 1 0,1 1-1,2 0 0,-1 1 0,0 0-1,1 0-1,1 3 1,-1-3-1,1 2 0,2-2 1,-1 3-1,2-3 0,0 2-1,-1-1 1,2 2 0,0-3 0,2 2 1,-1-1 1,0 0 1,2 1 0,-1-2 0,2 2 2,1-2-1,0 0 1,0 0 0,2 0 0,-2-1 0,3 1-1,-1-1 2,2 1 0,-1-1-1,0-1 1,3 2-2,-2-2 1,1 1 1,-1-2 0,0 3 0,0-2-1,1 1 0,0-2 1,0 2 0,-1 0-1,1 0 2,-2-1 0,2 0-1,-1 1 0,1-1 1,-3 1-2,3-2 1,-2 2-1,0 0 1,0 0 0,-1-1-1,1 0 1,-2 1-1,0 0 0,0-1 0,2 2-1,-2-1 0,-1 0 1,0 1-1,1-1 0,-1 2 0,0-1 0,1-1-1,-1 3 1,-1-2 0,1 0-1,0 1 1,-1-2 1,-2 2-2,2 0 0,-2-1 2,2-1 0,-3 2 0,2 0-1,-2-1 0,0 1 1,1-2 1,-1 0 0,0 1 0,-1-2-1,0 1 0,0-2 0,0 2 0,0-1 1,0-1-1,-1 0 0,0 0 1,-1-1 0,1-2-1,-2 2-3,1-1-2,0 0-5,-1 0-8,-1-1-9,2-1-14,-2 1-17,-2-2-18,1 0-19,0 0-30,1 0-36,-3-1-38,1-1-40,-2 0-30,2 0-27,1-1-46,-1-1-55,-2-1-55,3 0-56,0 0-14,1 0 2,1-2 10,-1 0 104</inkml:trace>
  <inkml:trace contextRef="#ctx0" brushRef="#br2" timeOffset="52255.6245">4877 6019 0,'-1'0'182,"-1"0"248,1 0 18,0 1-6,1-1-19,0 0-59,0 0-81,0 0-40,0 0-21,0 0-14,0 0-9,0-1-12,0 1-14,-1-1-16,1 1-19,0 0-17,0 0-17,0 0-13,0 0-10,0 0-6,0 0-8,0 0-7,0 0-6,0 0-7,0 0-5,1 0-5,0 0-5,3 0-4,0 0-2,2 0-2,-1-1-2,1 0-3,1 1-1,1 0 0,2 0-1,-1 0-2,2 0 1,0-1 0,0 0-2,1-1-1,1 2-1,-1 0 0,2-1-1,0 1-1,-2-1-3,2-1 0,-2 1 0,1 1 0,-1 0-2,0-1-1,0 0-1,0 0-1,-1 0-1,-2 1 0,1-1-1,-3 1-1,2-2 0,-1 1-1,-1 1 1,-1-1 0,0 0-1,-1-1 1,1 1-2,0 1-1,-3 0-4,1 0-5,2-1-6,-3 1-8,-1 0-11,1 0-13,-1 0-17,-2 0-20,0 0-17,0 0-33,0 0-38,0 0-37,0 0-34,0-2-25,-1 1-18,1 1-27,-1 0-29,-2 0-53,2-3-63,-3 2-26,2-2-8,-3 2 5,1-1 14</inkml:trace>
  <inkml:trace contextRef="#ctx0" brushRef="#br2" timeOffset="52615.8766">5052 5861 0,'-1'-2'130,"-2"-1"272,1 1 25,1-1-23,-1 2-45,1-1-46,0 1-46,1-2-26,-1 2-16,-1-2-9,1 2-5,1-1-6,-1 0-6,0 2-13,1 0-16,-2-1-20,1-1-22,1 1-20,0 1-17,-1 0-12,1 0-12,0 0-8,0 0-9,0 0-10,0 0-9,0 0-9,0 0-9,0 0-5,-1 0-4,-2 1-1,2 2-2,1-3 0,0 4 0,0 0 0,0 0 1,0 0 0,0 1 1,0 0 0,0 1 0,0 0 2,0 1 1,0 1 0,0 0 1,0 1 1,0 0 0,0 0 1,0 2 1,0 0-1,0 1 0,0 0 0,0 1 0,0 0-1,0 0 1,0 2 0,0-2 0,0 1-1,0 1-1,0-1 0,0-1 0,0 2-3,0-1 0,0-1 1,0 1-1,0-1 0,0 0 1,0-2-2,0 1 2,0-2-2,0 0-1,0-1 0,0 0 0,0 0 0,0-2 1,0 1-2,0-1 1,0-1 0,0-2-1,0 1 1,0-1-2,0-1 1,1 0 0,-1-1 0,0 2 1,0-3-2,0 2-3,0-3-5,0 1-8,0 1-14,0-2-16,0 0-18,0 0-22,0 0-38,0 0-46,0 0-43,0 0-41,0 0-55,0 0-60,0 0-67,0-3-73,-1 2-30,1-2-8,-1-1 6,0 0 13</inkml:trace>
  <inkml:trace contextRef="#ctx0" brushRef="#br2" timeOffset="56697.7574">6524 5756 108,'1'-1'366,"-1"0"-13,0 1-25,0 0-47,0 0-54,0 0-31,0 0-20,0-1-7,-1-1-3,0 1-3,-1 1-4,1 0-5,0-2-8,-3 0-9,3 1-12,-1-2-7,0 2-7,1-2-6,-1 2-6,-1 0-8,2 0-6,-2 0-6,2 1-3,-3-1-4,3-1-2,1 1-2,-1 0-2,-2 1-1,2-1-3,0-1-3,-2 2-4,2 0-4,0 0-3,0 0-5,-3 0-6,3 0-7,-2 0-6,2 0-4,-1 0-3,-1 0-4,0 0-1,1 0-1,-3 0 0,0 0 1,1 0-3,1 0 0,-3 2-1,1-1 1,-1-1 0,-1 1 1,2 0-1,-1 2 0,-3-2 1,3 1 0,-3-1-2,3 3 0,-1-1-1,-2-1 0,3 1 0,-3 0 0,4 0-2,-1 1-1,-2 0-1,2-1-1,1 2 1,-2 0-1,1-1-2,-1 2 1,0 0 1,2-2 0,-1 3-2,-2-2-1,2 1-1,0 1 0,0 0 1,1-1 0,0 2 0,-1 0 0,1 1 1,-1-1 1,0 1-1,1 0 0,0 2 0,2-2 1,-2 4 0,1-2 0,-1-1 0,2 2 2,1 0 0,-3 0 0,3 1 0,-1-2-1,2 1 1,-2 0-1,2 0 0,0 1 0,0-1-1,-2 1 0,2-1 0,1 0 0,0-1-1,0 1 1,1-1-2,2 0 1,-1 1 1,-1-1 1,2-1-1,-1 2 0,2-3 0,1 2 0,-1-2 2,0 0 0,1-1 0,1 1 1,0-1-1,0 0 0,0 0-1,2-1 1,-2 0-1,4-1-1,-3 0 0,3 1-1,-1-2 1,2 0 0,-2 0 0,2-1-2,0 0 0,-2 0 0,3-1 1,1 0 0,-2 0 1,0-1 0,0 0 0,2-2 0,-1 2 1,-2-2 0,3 0 1,-1 0 0,-1-2 0,0 2 1,2-2 3,-2 0 0,0-1 0,0 0 3,2 0 1,-1-1 2,-2-1 2,1 1 0,0-2 2,-1-1 0,1 2 2,0-2-1,-2-1 1,0-1-1,1 1 0,-1-1 0,-1-2-1,1 0-2,-2-1-3,1-1 0,-3-2-3,2 2-2,-2-2-1,0-1-2,0-1 0,-1 1 1,0-2-1,-3-1 0,2 1-1,-1 2 0,-2-2 0,1-1 0,-1 2 0,0 1 0,-1-1 1,1 2-1,-2-1 0,-1 0-1,1 2 1,-2-1-1,0 2-2,-2 0 0,0 1 1,-2 0-2,2 1 1,-3-1 0,1 1 1,-1 1-1,-2 0 1,-2 0 0,2 1 1,-1 0 0,-2 1-1,2 0-1,-2-1 1,-1 1 1,1 0 0,2 3-1,-3-1 0,1 0-1,1 1 0,-1 1 1,0 1-1,2 1 0,-2-1-1,3 1 1,-1 0-1,-1 1 0,2 1 0,0 0-1,2 0 0,-2 1-1,2 2 0,1-2 1,0 3 0,-2-2 0,4 1 0,-3 3-1,3-2 0,0 2 1,-1-1-1,2 2 0,0-1 1,0 1-1,1 1 1,0-2-1,2 3 0,-1-1 1,3 0-1,-1 3 0,1-2-1,1 0 1,-1 2-1,3-2 1,-1 1 1,2 2 0,0-3 0,2 3 1,-1-1-1,1-1 0,0 2 1,2-3 0,-2 2 0,4-1 1,-3 1 0,3-1 1,-1-1-1,2 2-1,0-2 1,-1-1-1,1 2 0,1 0-1,0-1 0,-1 1 0,0-2 0,2 0 0,-1 1 0,-2-1-1,1 1 1,-1-1 0,1 1 1,0-2 0,0 0 0,0 0 0,-1 1 0,1 0 1,0-1 1,-1 0 1,1 0 0,-2 2-1,1-1 2,-1 1-1,0-1-1,0 0 1,1 2 0,-2 0 1,0-1-2,1 1 1,-1-2 1,0 2-1,-2 1 0,3-2-1,-3 2 0,0-2 0,-1 2-1,0-2 0,0 0 1,0 0 0,0 0 0,-1 1 0,-2 0 0,2-2 0,-2 1-2,1-1 1,-2-1 0,1 0-1,-1 1 0,0 0-1,-1-3-2,0 3-3,-1-2-4,0 0-6,-1-1-5,1 1-8,-2-1-9,1 0-13,0-1-16,-1 0-17,-1 0-17,2 0-31,-2-2-37,2 2-36,-2-2-37,0-1-24,2 0-23,-2-1-29,0 0-34,-2-1-63,2-2-76,1-1-26,-1 2-5,-1-5 11,1 2 15</inkml:trace>
  <inkml:trace contextRef="#ctx0" brushRef="#br2" timeOffset="57431.7612">7177 5737 0,'1'-6'154,"1"0"231,-1 2 16,-1 0-31,0 0-55,0 0-47,0 2-43,-1-2-20,-1 0-9,1 0-6,0 1-2,0-1-8,-2 2-9,2-1-10,-3 0-13,3 1-12,-1-1-14,-1 1-15,2-1-13,-2 2-15,2-1-10,-1 1-10,-2 1-6,3 0-8,-2 0-5,2 0-5,-2 1-4,2 2-4,-1-2-4,-1 3-4,2 0-2,-3-1-3,3 2-3,-1 0 1,-1 2 3,2 1 1,-2 0-1,2 1 1,-1 1 0,-2 2 0,3-2-2,-2 2-1,2 1 0,-2 2 0,2-2 1,0 3 0,0-2 0,-1 2 0,1 0-2,1-1-2,-1 1 0,0 1-1,1-1-3,0 1 0,0 0 0,0 0 0,0 0 0,0-2-1,1 0-2,0 1 0,-1 1 0,1-2 1,1 0-2,-1 0 0,0-1 0,-1-1 1,1 0-1,1 1 1,-1-3-1,-1 1 1,3 1 0,-1-2-2,-2-1 1,4 0-1,-3 0-1,0-1 0,0-1 0,1 0 0,-1-1 0,0 0 0,-1-2 1,1 1 0,1-1 0,-1-1 0,0-1 0,-1 1 2,1-2 1,2 2 1,-3-3 1,0 1 1,0 0 2,0-2 3,0 0-2,0 0 1,0 0-1,0 0 1,0 0 0,0-1-1,0-1-1,0 0 1,0-2-1,0-1-1,0 0-1,-3-2-2,2-1-2,1 0 0,-1 0-1,0-2 0,-1 1-1,1-2 0,-1-2-2,-1 1 1,2-2-1,-2-2 1,1 2-2,-2-2 1,2 0 1,-1-1 0,-1 0 0,2 1 0,-2-1-1,3 0 1,-1 0 0,-1 0 1,2 1 0,0 1 0,-1-1 0,1 0 0,1-1 3,0 3-2,0-2-2,0 2 0,1-1 1,1-1 0,0 2 0,-1 1 0,3-2 0,0 2 0,-2 0 0,3 1-1,-1 0 1,0 1 0,1-1 0,0 0-1,0 3 1,1 0 0,-1-2-1,1 3 0,-1 0-1,2 1 0,0 0 1,0-1-1,-2 3 0,1-2 0,2 1-2,-1 3 0,-2-2 2,4 1-1,-3 0 0,0 0 0,3 0 1,-3 2 1,0-1-1,1 2-1,-1-2-1,1 2 0,-2-1-1,1 1 2,2 1 1,-2 0 0,-1 1 0,1 1-1,-1-1 1,0 2-1,-1-2 0,2 3-1,-2 1 1,0-1 0,-1 0 1,2 3 1,-2-2 1,-1 0-2,1 3-1,-2-3 1,0 3-1,0 0 1,-1-1-2,0 0 2,-1 0-1,0 2 0,1-2 1,-3 0 2,2 0 1,-3 1 0,2 0-1,-3 0 1,0-2 0,0 2 0,-1-3-1,1 2-1,-1 0 2,-3-1 1,3 1-1,-4-2-2,2 1 0,1 0-3,-3 0-5,0-2-7,0 1-7,0 1-9,2-2-12,-2 0-12,0-1-13,-1 0-11,0 0-14,0-1-22,3 1-25,-2-2-31,1 1-29,-1-2-24,3 0-19,-2 0-18,4-2-15,-1 1-36,0 1-45,2-1-49,0-2-51,2 2-16,-2-1 1,4 1 15,0 1 426</inkml:trace>
  <inkml:trace contextRef="#ctx0" brushRef="#br2" timeOffset="57873.7699">7836 5466 246,'2'-1'309,"-1"0"-22,2 1-26,-2 0-26,0 0-25,-1 0-15,1 0-10,1 0-3,-1 0 1,-1 0 0,0 0-2,0 0-4,0 0-6,0 0-9,0 0-8,0 0-13,0 0-15,0 0-13,0 0-14,0 0-17,0 0-16,0 0-13,0 0-13,0 0-7,0 0-8,0 1-4,-1 2-4,-1-3-1,1 4-2,1 0 0,-1 0-1,0 0 0,-2 1 1,2 2 0,1 0 0,-1 0 1,0 2 3,-1-1-2,1 2 0,1 0 0,-1-1-2,0 1-1,-1 1-2,1-2-1,1 2-1,-1 0-2,0-2 0,-1 1-1,0 0-3,2-2 1,-1 1-1,-1 0 0,1-1-1,1 1-7,-1-2-9,0 1-12,-1-2-11,1 1-17,1-2-18,-1 2-28,0-3-32,1 1-28,0-1-22,0-1-21,0-1-21,0 2-20,0-3-23,0-1-35,0 0-41,0 0-48,0 0-52,0 0-12,0 0 6</inkml:trace>
  <inkml:trace contextRef="#ctx0" brushRef="#br2" timeOffset="58299.7976">7715 5590 0,'-2'-1'251,"2"1"82,0 0-17,0 0-39,0 0-49,0 0-33,0 0-27,0 0-11,0 0-6,0 0-3,0 0-4,2 0-3,-1 0-4,2 0-6,-1 0-4,2 0-7,0-2-7,2 1-9,0 1-13,-1-1-10,4-1-13,-2 1-9,3 0-10,-2-2-6,2 2-6,-2-2-5,2-1-5,0 2-5,0-1-6,-1 0-2,1 1-2,-2-1-3,2 1-1,-1 0 0,2 1-1,-3-3 0,0 1-2,1 2 0,0-2-2,-3 1 0,3-1-1,-2 0-1,-2 1-1,2-1 0,0 1 1,-2-1 1,1 0 0,-1 1 0,0-2 0,-1 1 3,0 2 1,-1-3 2,1 1 2,-2 1 4,2-2 4,-3 3 3,3-1 6,-3 1 2,0-2 3,1 2 3,-1-2 4,0 2 2,-1 1 2,1-1 0,-1 1-1,0 0-1,0 0 0,0 0-4,0 0-3,0 0-4,0 0-4,0 0-4,-1 0-3,1 0-3,-2 0-4,-1 0-5,1 0-1,-2 1-3,0-1 0,1 1-2,-1 2-2,-2-2 0,-1 3 2,1-2 0,-1 0 0,-1 2-1,2 0 1,-4 0 0,3 1 0,-2 0 0,0 1-2,1-1 2,0 1 2,-3 0-1,3-1 0,-1 0 1,0 3-1,-1-2 0,2 0-1,0-1 0,-1 0 0,0 2-1,2-2 1,-2 0-6,3 2-7,-1-3-11,-1 1-14,3 0-12,0-1-15,-1 0-21,1 0-28,1 0-26,2 0-26,-2-1-23,2-1-22,-1 1-18,2-2-16,0 1-12,-1-1-10,2-1-23,0 0-28,0 0-47,0 0-56,0 0-10,0 0 10</inkml:trace>
  <inkml:trace contextRef="#ctx0" brushRef="#br2" timeOffset="58694.7944">7740 5510 0,'0'-4'30,"1"1"308,-1 1-9,1-2-21,1 2-25,-1 1-25,-1-2-24,0 1-13,0 1-10,1-2-6,-1 2-2,1-1-2,-1 1-3,0-2-5,0 2-8,0 1-12,2-1-15,0-1-18,-2 1-20,0 1-19,0 0-17,0 0-10,0 0-10,0 0-7,0 0-8,0 1-7,1 2-6,0-2-5,1 2-4,-1 0-2,-1 1-2,3 1 0,-1-1 0,1 1-2,-1 1-3,3 0-1,-1 2-4,-1-3-2,1 4-1,2-2-1,-1 2 0,2-1 0,0 0-1,-1 2-1,0-2 0,3 1-1,-3 3-1,3-3 1,-3 2 0,2-1 1,-1 1 0,1-2-2,0 0-1,-2 0 0,2 0-2,-1 1 1,0-1-1,0-1-1,-2 1 1,0-3 0,0 2 1,1-1-2,-1-1 0,-1 1 0,0-2-1,0 0 1,0 1 1,0-1 0,0-2 2,-2 0-1,3 1 2,-2 0-1,-1 0 0,2-2 3,-3 0-3,2 2 2,0-3 1,-2 2 1,2-2 2,-2 0-2,1 0 0,-1 0-2,0-1 0,-1 1-1,1 1 1,-1-2 0,0 0-2,0 0 1,0 0-2,0 0 0,0 0-1,0 0-1,0 0 0,0 0 0,0 0-1,0 0 1,0 0 0,0 0-4,0 0-5,0 0-11,2 0-10,-2 0-16,0 0-18,0 0-30,0 0-36,0 0-46,0 0-46,0 0-42,0-2-39,0 2-78,-2-1-97,1-2-46,0 1-25,-2-1-3,2-2 6,-2 2 13,2-1 450</inkml:trace>
  <inkml:trace contextRef="#ctx0" brushRef="#br2" timeOffset="60657.3331">8808 5795 0,'0'-2'98,"1"2"238,2 0-5,-2-1-29,0-1-41,1 1-35,-1 0-30,0 1-12,-1 0-3,0 0 0,0-1-2,0-1-1,0 1-2,0 1 0,0-1-3,0-1-4,0 1-3,0 0-8,0 1-7,0 0-10,0-1-13,0 0-14,0 0-15,0 1-10,0 0-8,0 0-7,0 0-9,0 0-7,0 0-9,0 0-9,0 0-7,0 0-9,-1 0-6,0 0-7,-1 0-5,1 1-3,1 0-2,-1 0-2,0 0-2,-1 2 0,1-1-1,0 2 0,-2 0 0,1 0-1,-1 3 2,2-2-1,-1 4 1,-1-1 1,2 1 3,-2 0 0,2 2-1,-1-1 1,-2 2-1,3 1 2,-2-1 0,2 1 1,-1 0-1,-1 2 1,2-1 0,-2 2 0,2 0 0,-3-1 0,3 0-1,1 2 0,-1 0-1,0 0 1,-1 0 0,2-1 0,0-2 0,0 2 1,0 1-1,2-1-2,-1 0 0,0-1-1,-1 0 0,1-1 2,3 1 0,-3-1 0,2-1 0,-2 0 1,0-1 0,1 1-1,0-1-1,-2-1-1,3 0 1,-2 0 1,0-1-1,-1-1 1,1-1 0,2 0 0,-2 1-2,0-2 0,-1-1 1,1 1-1,-1-2 1,2 2 0,-2-2 0,0 0 1,0-1-2,0 0 2,0 0 1,0 0 0,1-1 0,-1-2 1,0 3 0,0-3-1,0 2 2,0-2-1,1 2 1,-1-2-1,0-1 2,0 0-2,0 2 1,0-2-2,0 0 0,0 0 0,0 0 0,0 0 0,0 0 2,0-2-2,0 2 0,0-3-1,0 1-1,0-1 0,0-2 1,-1 2 0,0-2 0,-1 1 1,1-1 1,0-3-1,-3 3-1,3-3 0,-1 1-2,-1-2 1,2 1 1,-2-1 0,2 0 0,-2-2 0,2 1-1,-2-2-1,0-1-1,2 1 1,-2-1 0,2 0 1,0-3-1,0 2 0,-1-2 1,1-1-1,1 1-2,0-2 1,0 0 0,0-1 1,0 1 1,1-2 1,1 2-1,-1-2 1,0 1 0,-1 0 0,1-1 0,2 2 1,-2 0 0,0-2 0,3 3 3,-3-1 0,2 2-1,-2-1 1,2 1-2,-1-1 1,-1 3 0,2-1 1,-2-1-1,3 2-1,-2 1 1,-1-2-1,3 2 2,-1 0-1,-1 0-1,2 1 0,0 0 1,-2 1-2,3-1 0,-1 0 0,1 3 0,-2-2-1,1 1-1,1 2 1,-1 0 0,2-1-1,-1 1-1,0 0 0,1 3 1,-1-3-1,0 4 0,1-2 1,-1 0 0,0 2-1,0 0 0,1 1 1,-1-1 0,1 1 1,0 0-1,-1 1-1,0-2 0,0 3 0,1-1 0,-1 2 0,1-1-2,0 1 0,0 0 2,1 0-1,0 1 0,1-1 0,0 3-1,0-1-1,0 1 1,1 1 0,1 0 0,-1 0 0,0 1 1,0-1 1,1 1-1,-1 2-1,0-2 1,-2 2-1,3-2 0,-3 4 1,1-2 1,-1 0-1,0 0 0,0 2 1,-1-2-1,-2 2 1,1-2-1,1 1 1,-2 1 2,0-1 0,-2 1 1,3-1-1,-4-1 0,0 2 0,1-1 2,-2 1 0,0-1 1,-2 0 0,1 1-1,-1-1 1,-2 1 1,-1 1-1,0-1 2,-1 0 0,0-1 1,-2 1-1,0-1 1,-1 0-1,-2 1-2,1-1 1,-3 1-2,1-1 1,-2 0 3,3 1-2,-4-1-2,2 1 0,0-2 0,-2 0-2,2 0 0,-1 1 0,-1-3 0,4 2-2,-3-2-2,2 0-6,0 0-9,0 0-10,1-2-12,2 1-14,-2-1-14,4 0-24,-2-1-27,1 1-38,2-2-42,-1 0-36,2 1-30,0-1-42,0-1-47,1 0-66,0-1-73,2-2-29,-1 2-4,2-2 6,-1 2 12</inkml:trace>
  <inkml:trace contextRef="#ctx0" brushRef="#br2" timeOffset="61670.874">2450 6204 290,'0'-2'284,"-1"1"-27,1 1-25,0 0-26,0 0-25,0 0-14,0 0-7,0 0-2,0 0 2,0 0 2,0 0 0,0 0 0,0 0-2,0 0-5,0 0-5,0 0-7,0 0-9,0 0-11,0 0-11,1-1-12,-1 0-12,1-1-8,2 2-7,-1-1-3,-1 1-2,2 0-3,-1 0-1,2 0-2,0-1-1,2 1-1,0 0-1,3-2-2,-3 1-3,3 1-1,0-1-1,-1 0-6,2-1-5,1 2-6,-1 0-7,1-1-4,1-1-3,0 1-3,-1 1-3,1-1-2,0 0-4,-1-1 0,-1 2-1,1-2-1,-2 0-3,2 1 1,-1 0-2,0 1 1,-1-2-2,-1 0 0,1 0-1,-2 1-2,1 1 0,-3-1 0,2 0 1,-2-1 0,0 2-1,0-1-3,-1 0-5,0 1-8,-2 0-9,1 0-12,-2 0-14,1 0-15,-2 0-16,0 0-25,0 0-28,0 0-30,0 0-26,0 0-23,0 0-19,0 1-14,-2 0-10,2-1-7,-1 3-6,-2-2-14,2 3-17,-2-1-30,1-2-37,-2 3-17,-2 0-9,2 0 12,-1-1 309</inkml:trace>
  <inkml:trace contextRef="#ctx0" brushRef="#br2" timeOffset="61978.9233">2522 6316 126,'-4'3'254,"2"0"-30,-1 0-31,2 0-31,-1-1-30,-2 1-23,4 0-19,-1-1-7,-1 0-2,1 0 1,0-1 4,1 0 4,0 2 6,0-2 4,0-1 1,0 2 4,0-1 0,1 1 0,0-2 4,2 2-2,-1-1-3,2 0-4,-1-1-2,0 2-7,1 0-7,2-2-5,-1 2-8,2-1-6,0 0-6,-1 0-4,0 1-6,3-1-6,-3 0-6,3-1-4,-2 2-3,2-1-3,0 0-1,-3 1 1,4 0 1,-3-2 1,2 2-1,-1-1 0,0 0 0,-2-1 0,3 1 0,-3 1 0,2-2-1,-1 1 0,1-1 0,-2 0-1,0 2-1,-1-2-3,0 0-2,1 0-3,-2 0-1,0 0-2,-2 0 0,2 0-3,0 0-2,-2 0-1,1 0-2,-1 0-2,-1 0-3,2 0-1,-2 0-1,3 0-4,-2 0-6,-2 0-12,3 0-15,-2 0-31,1 0-35,1 0-34,-2-2-33,2 2-31,-2-1-30,-1 1-65,0 0-80,0 0-56,0 0-41,0 0-15,0 0-3,0 0 7,0 0 409</inkml:trace>
  <inkml:trace contextRef="#ctx0" brushRef="#br2" timeOffset="63054.9531">2662 8093 72,'-2'0'386,"-1"2"13,2-1 13,-1 1-46,-2 0-72,3-1-50,0-1-37,-1 1-20,1 1-14,1-1-8,0-1-10,0 0-6,0 0-9,0 0-9,0 0-9,0 0-8,0 0-10,3 0-10,-1 0-8,2 0-6,-2 0-7,3 0-5,-1 0-5,0-1-3,2 1-5,-1-2-3,0 1-5,2 1-5,-2-1-4,1 1-6,2-2-4,-2 2-5,-1-1-6,2 0-4,0 1-3,-1-1-3,0 1-3,0 0-1,2 0-1,-2 0-1,-1 0-1,2 0 1,0 0 0,-1 0-3,0 0-2,-1 0-5,0 0-4,-1 0-8,1 0-9,-2 0-9,1 0-12,-1 0-11,-1 0-12,-1 1-19,1-1-22,0 1-25,-2 0-26,1 1-20,0-2-19,1 0-13,-1 1-13,-1-1-7,0 0-8,0 0-14,0 0-20,0 0-31,0 0-36,0 0-28,0 0-22,0 0 2,-3 0 183</inkml:trace>
  <inkml:trace contextRef="#ctx0" brushRef="#br2" timeOffset="63331.5">2635 8179 0,'-5'1'297,"3"1"2,-1 1-37,1-2-45,-1 2-46,2-2-31,-3 1-29,3-1-10,1 2-3,-1-2 1,0 0 2,-1 2 3,2-2 4,0 2 5,0-2 5,0 0 7,0 2 3,2-2 3,-1 2 2,0-2-2,0 0-3,3 1-5,-2-1-4,2-1-3,1 1-2,0 0-4,0-1-2,0 0-7,1 0-8,2 0-5,-2 0-7,2 0-3,0 0-5,1 0-3,-2 0-7,2 0-7,1 0-3,0 0-8,-2-1-6,2 0-6,-1 1-7,2-1-4,-2-1-4,1 1-5,-1 0-4,0 1-3,0-1-3,1-1-1,-2 1 0,0 1 0,1-1-1,0-1-2,-2 1-2,-2 1-7,2 0-7,-1-1-12,-1-1-14,-2 1-11,2 1-14,-1-1-27,-2-1-35,1 1-41,-2 0-42,2 1-41,-1-1-43,0-1-77,1 1-96,-2 0-39,2-1-15,-2 0 1,2-2 8</inkml:trace>
  <inkml:trace contextRef="#ctx0" brushRef="#br2" timeOffset="64497.0141">4088 7478 5,'3'-1'411,"-2"-1"16,0 1 14,0 0-31,1 1-52,-2-1-57,0 0-61,0 0-33,0 0-19,-2-1-14,1 0-12,0 0-10,0 1-9,-2 0-9,2 0-12,-3 1-11,2-2-10,-2 2-9,2 0-9,-1 0-8,-3 0-7,2 0-6,0 2-5,1-2-4,-2 2-6,-1 1-6,1-1-7,-2 1-6,0 0-6,2 1-4,-1 1-5,-3 0-1,3 2-1,-3-1 0,3 2-1,-3 0 1,3 1-2,0 0 2,-2 1-1,2 1 1,1 0-1,-2 2 0,1-1-1,-1 1 0,1-1-2,0 1 1,1 1 2,-1 1-1,1-2-1,0 2-1,1 0-1,-1 1-2,0-2 0,3 2-1,-1-2 0,1 1 0,-2 0 1,4 0-1,0 0 0,0 0-1,0-2 0,1 1 0,3 1 0,-2-2-1,2 1 2,0 1 0,0-3 0,2 1 1,0 0-2,-1-1 1,4 0 0,-2 0 0,0-1 1,1 0 0,2-1 0,-1 0 1,0 0 2,2-2 0,0 1 1,-1-2 0,1 0 2,1 0 0,-2-1 3,3 0-1,-1-1 2,-1-1 0,3 0 1,-2-1 1,1-2-1,-1 1 1,-1 0 2,1-2 0,0 0 0,-1-2 2,0 1-1,2 0 0,-1-3 0,-2 2 0,2-1-2,0-1 0,0-1 0,-1-1 2,0 1-1,2-2 0,-1 1-2,-2-2-1,3 0 1,-1 0-2,-2-2-1,2 2-1,-2-3 0,1 1-1,-2-2-1,1 0 1,0 0-1,-2-1-2,-1-1 0,-1 1-2,0-3 0,-1 0-1,0 1-3,-1-2 1,-1 1 0,-1-1-1,-2-2 1,0 1-1,0 1-1,0 0 0,-2-2 0,-1 1-1,0 2 0,-1-1-1,0 0 0,-1 1-1,-1 1 1,-2-1-1,2 2-1,-4-1-1,3 2 2,-3 0-1,0 1-1,-1 0 1,-1 2 0,0-3 1,-2 4-2,1-1 1,0 1-1,-3 0 1,1 2-3,0 0 2,0 0-1,-1 2 0,1 0-2,-1 0 1,0 2 0,1-1 0,-1 2-1,1 1 1,0 0 0,1 1-1,1 1 1,-2 2 0,4-2 3,-3 2-1,3 2 1,1-2-1,0 2 2,-1 0-1,3 0 0,2 2 0,-1-1 0,2 2 1,0-1 0,1 2 0,-1-1 1,4 1 1,0 1-1,1 0 0,1-1 1,0 3 1,2-3-1,0 1 0,1 0 1,1 1-1,0 0 0,1-2 1,0 2 1,2-1-1,-1 0 0,2 0 0,0 1 0,-1-1-1,2 0 1,0 0 0,1 0 0,2-2 1,-2 2-1,0-1 0,3 1-1,-3-1 1,3 0 0,-2 0 0,1 1 0,-1 0 0,-1-2 0,0 2 0,2-1-1,-1-1-1,-2 3 0,1-3 0,-1 1 0,1 0 1,-1-1 0,-1 1-1,1 0 0,-3 0 0,1 1 1,1-1-1,-2 0 0,-1 1 1,0 0 0,0-1 0,0 0-1,-3 0 2,1 0 0,1 2-1,-2-3-1,0 0-1,1 2 0,-3-1 1,2-1 1,-2 1-1,-1-1-1,1 1 0,1-1-1,-2 0-3,0 1-6,0-2-5,0 2-10,0-2-12,0-1-14,0 1-20,0-2-21,0 1-25,-2-1-25,2 0-41,0-1-46,0-2-35,0 1-29,0 1-39,0-2-41,2 1-64,-2-3-74,0 0-26,0 0-4,2 0 11,4-1 18</inkml:trace>
  <inkml:trace contextRef="#ctx0" brushRef="#br2" timeOffset="65540.04">5309 7077 92,'1'0'357,"2"0"-12,-2 0-25,2 0-40,-2 0-46,-1 0-27,0 0-16,2 0-9,-2 0-3,0-1-1,0 1-2,0-1-3,0 0-2,-2 1-5,2-2-5,-1 1-7,-1 0-8,1-1-10,0 2-12,0-1-14,-2 1-13,2 0-11,-2 0-8,1 0-9,-3 0-7,1 0-5,1 0-3,-1 1-5,-1-1-4,0 3-6,0 0-4,0-1-2,-2 0-3,0 2 0,0 1-1,1-1 0,-2 2 0,1 1-1,-2-1 0,0 2-2,2 0 0,-3 0-1,0 2-2,0-2 1,1 3-2,0 1-3,0-2-2,-1 1-3,1 1-3,-2-1-1,2 3-1,-1 0-1,2 0 1,-2 1 0,1 1-1,-1 1-1,3 0 0,-2 0-1,0 1 0,2 2 1,-1-1 0,1 1 0,2 1 1,0 0 0,0 1-1,0-1-1,0 2 0,3-2 0,-1 1 0,0 2 0,2-3-1,0 2 0,1-1-1,1 0 1,0 0-2,2-1 2,0 0-2,-1 0 1,3 0 0,0 0-1,-1 0 0,-1-2 1,2 0-1,2 0 0,-2 0-1,1-2 1,1 0 0,-2 0-1,1-1 1,2-1-1,-2 0 1,-1-1 0,2-1-1,0-1 0,-1 0 0,0 0 0,0-2-1,2 0 0,-2-2 0,-1 1 0,1-3-2,2 2-2,-3-4-6,0 3-7,1-2-8,-1-2-12,0-1-13,1 2-20,-2-3-19,1 1-33,0-1-36,1-1-46,-1-1-50,0-2-41,2 0-37,-2 0-73,1-2-90,3-1-41,-3 1-21,3-3-2,-2 0 7,1-2 15,2 0 388</inkml:trace>
  <inkml:trace contextRef="#ctx0" brushRef="#br2" timeOffset="66253.0466">6228 7215 302,'3'-2'450,"-2"0"16,2 0 12,-1 1-48,-1-2-78,1 1-57,-1 0-46,0-1-24,-1 1-14,0 0-12,0 0-8,0 1-17,0-1-19,-1-1-20,-2 2-22,2-1-14,-1 0-12,-1 0-12,-1 0-11,1 0-12,0 2-10,-2-3-8,1 0-7,1 2-5,-3 0-4,1 0-2,-1 1-4,-1 0-1,2 0-2,-1 0-1,-3 0-2,3 1-1,-4 1 0,3 0-1,-3 2 0,1-2-1,-1 2-1,0 1 0,-1 0-1,1 0-1,-2 1 1,-1 0 1,3 1 0,-1 0 0,0 1-2,1 0 2,-1 0 0,2 2 0,-1-1-1,1 1 0,1 0 0,0 0 0,2 0 1,-1 1 0,2-1-2,1 0 1,-1 1 0,1-1-1,3 1-1,0-3 0,1 2 1,1-1 0,0 0 0,3 0 0,0-1 1,-1 0 0,2 0 0,2-1-2,0 1 1,-1-2 0,4 1 0,-2-2 1,1-1 0,0 1 1,2-1-1,-1-1 0,3 1 1,-1-3 0,-2 2 0,3-3-1,-1 1 1,-2-1-1,2 0 1,1 0-1,-2 0 0,0-1 2,-1 1 0,0-2 4,-2 0 1,0 0 4,0 0 1,-1 2 1,-2-3 2,0 2 2,-1 1 1,1-2 0,-3 1 2,1 0 0,-1 0-1,-2 1-1,1-2-2,-1 1-1,0 0-4,0 1-3,-1-1-2,0 0-2,-2 0-3,1 0 0,-3 1-3,0 0 0,-1 0 0,-3 0 0,3 1 1,-4 0-1,1 1 0,-1-1 0,0 2 0,-2 0 0,2 1 2,-2-1-1,-2 2 0,3 0 1,-3 0 0,2 2 0,-2-1-2,4 3 1,-2-3-1,-1 2 0,3 0 0,-1 1 0,1 0 0,0 1 0,1 0-1,1 1 1,-1-1 0,1 1-1,0 0 2,3 2-2,-2-1-1,2 0 1,0 0 0,0 0 0,1 0 1,1 1-1,1-2 1,2 0 0,-1 1-1,1-3 1,1 3 0,0-3 0,2 0 0,-1 1 0,2-2 2,2 0 0,0 0-1,1-1 2,0 2 0,2-4 0,1 2 0,0-2 2,1-1-1,1 1 1,-2-1-1,4-1 1,-2-1 0,2 0 1,0-1 0,-1 0-1,2-1 1,1-1-1,-2 0 1,1-1 0,-2 0-1,1 1 0,1-2 0,-2 0-1,0 1 1,-1-2-2,1 1 1,-2-2-1,1 1 0,0 0-3,-1 0-2,-1-1-7,0 1-7,0 0-12,-3-1-15,2-1-18,0 2-18,-2 0-30,0 1-31,1-1-46,-3 0-50,2-2-38,0 1-31,0 2-46,-1 0-51,-1-3-60,3 2-64,-1-2-20,-1 1-2,3-1 11,-1-1 16</inkml:trace>
  <inkml:trace contextRef="#ctx0" brushRef="#br2" timeOffset="66592.3627">6735 7515 325,'-2'1'399,"-1"0"-15,2 1-29,0-2-44,-1 1-52,1 0-35,1 0-26,0-1-16,0 0-12,0 0-9,0 0-12,0 0-7,0 0-8,0 0-7,0 0-7,0 0-5,3 0-6,-1 0-6,3 0-9,0 0-4,0 0-2,0 0-3,4 0-1,-2 0 1,2 0 0,0 0-2,0 0-4,1 0-5,2 0-9,0-1-9,-2 0-8,4 0-8,-1 1-3,-1-2-6,1 1-3,-1 0-4,1 1-5,-1-1-2,2-1-5,-3 1-2,3-2-3,-2 2-2,1-1-1,-2 0-1,0 1-1,-1-1-1,1 2 1,-2-1-1,1 1 0,-3-2-1,2 1-1,-3-1-1,2 2-1,-2-2-3,-1 1-5,1 0-8,-2 1-10,-1-2-16,0 1-16,0 0-19,-1 1-22,-2 0-31,2-2-37,-2 1-36,0 0-36,0-1-26,0 0-25,-2 1-33,2-2-38,-1 2-59,-2-2-69,2-1-22,-3 0 0,2 0 10,-2 1 85</inkml:trace>
  <inkml:trace contextRef="#ctx0" brushRef="#br2" timeOffset="66916.1084">6940 7328 81,'-1'-1'445,"-2"0"19,3 1 15,-1 0-44,-1 0-71,0 0-47,1 0-39,1 0-22,0 0-15,0 0-16,0 0-13,0 0-21,0 0-24,0 0-23,0 0-24,0 0-17,-1 1-12,0 0-13,-1 2-9,1-3-13,1 3-12,-1 2-6,1-1-6,-1 0-4,-1 0-3,1 2-3,1 1-1,0-1-2,0 1-3,0 1-2,0 0-2,0 1 0,0 1 0,0 1 1,0-1 0,1 1-1,1 2-2,-1-1-1,0 1 1,-1-1-1,1 1 0,1 0 0,-1 0 1,0 1-3,-1 1 0,1-2 0,1 0-1,0 0-2,-1 0 0,-1 0 0,1 1 0,1-2 1,-1 0-2,-1-1 1,0 1-3,1-2 0,-1 1 0,2-3 0,-2 1 1,1 0-1,-1-1 0,1 0-2,-1-2 1,1 1-1,1-2-1,-1 2-1,-1-2-2,1-2-3,-1 2-4,1-1-6,2-2-9,-2 0-14,-1-1-13,0 2-19,0-2-18,0-1-40,0 0-48,0 0-47,0 0-47,0 0-64,0 0-72,0 0-64,1-1-59,2-3-21,-1 2-4,-1-2 6,3-2 9</inkml:trace>
  <inkml:trace contextRef="#ctx0" brushRef="#br2" timeOffset="78031.4731">8166 7312 196,'5'-1'375,"-3"0"1,2 0-4,-3-2-57,2 2-81,-2-2-38,0 2-19,1 1-7,0-2-3,-2 1-1,0 0-4,0 1-2,0-2-8,0 2-5,-2-1-7,0 0-6,2 0-8,-1 1-9,1 0-9,0 0-9,0 0-9,0 0-9,0 0-9,0 0-8,0 0-6,0 0-6,0 0-7,0 0-5,0 0-5,0 0-6,0 0-7,-1 1-2,0 0-4,-1 0 0,1 1-2,0 0-1,-2 1 0,2 0-1,-1 1-3,-2 1 1,3 0 2,-3 2 0,1-2-1,1 3-2,-2 0 0,3 1-1,-3-1-1,3 1-1,-1 0 0,-1 2 0,2-2-1,-2 4 1,2-3 0,-1 2-1,0 0 0,0 1-1,2 0-1,0 0 0,0 1 2,0 0-1,0 0-1,0 0 0,0 0-1,2 0-1,0 1 0,-1-2-1,0 1 1,-1 1 0,3-3-2,-1 2 2,-1-1 0,2 0 1,-2-1 0,3 0-1,-2 0 0,-1 1 1,2-1 0,-1-1-1,1 0 1,-2 1-1,2-2 0,-2 1 1,3-1-1,-2 1 0,-1-2-1,2 1-1,-2-1 1,2-1-1,-1 1 0,-2-1 1,1 0 0,1-1 0,0 2 0,-1-4 0,-1 2 0,1-2 0,1 2 0,-1-3 1,-1 1 0,1-1 1,0 1 0,1-2-1,-2-1 0,0 1 0,0 1 0,0-3 1,0 1 1,0-1 0,0 0 2,0 0 0,0 1 1,0-2 1,0 0 0,0 0 0,0 0 2,0 0-1,0 0 2,0 0 1,0-3-2,0 2 1,0-2-1,0 0-1,0 1 1,0-3 0,-2 2-1,1-2 0,0 0-1,1-1-1,-1 0 0,-1-2-1,1-1 0,1 1 1,-1-2-2,-1-1-1,0 0 1,1-1-1,1-1 0,-1 0-1,0-1-1,1-1 0,0 0-1,0-2 1,0 0 1,0 1-1,0-3-2,0 1 0,-2 0 0,2-1 0,0 0 1,0 0 0,0 1-1,0 0 0,0-1-1,0 2 1,0-1 0,0 1 0,2 1 1,-1 2-1,0-2 0,-1 3 0,1 0 1,1 1 1,0-1-1,-1 2-1,-1 1 0,3-1 0,-2 2-1,0 0 1,2 1-1,-2 1 0,2 1 0,-1-2 1,-1 3-1,3-1-1,-3 1 0,3 0-1,-2 0 1,2 1-1,1 0 2,-1 0 0,0 0 1,1 1 2,1 1-1,-1-2 0,1 2-1,1 0 0,-2 1 1,2 0 1,0 0 1,-1 1 0,2 0-1,-1 0 1,1 1 0,0 0-1,-2-1-1,2 2-1,2-1 0,-3 2-1,3 0 1,-2 0 0,0-1 1,0 2 0,-1 0-1,1 0 0,-2 0-1,3 0 1,-3 1-1,1-2 1,-2 2-1,-1 0 1,1-1 1,1 2 0,-2 0 1,0-1-1,-1 1-1,2-1 1,-2 1 0,-2 0-1,2-1 0,-1 0 0,-2 1 1,1-2 0,-1 1 0,0 0 0,0 0 0,-1 0 0,1-1 1,-2 1 0,-1 0 0,0-1 0,1 2-1,-3-1 1,0-1 1,0 0 0,-2 1 1,-1 0 0,0-1-1,-1 1 0,-2 0-3,-1 0-1,0 0-2,0-1-3,-1 0-3,0 1-6,-1-1-5,-1-1-6,3 2-7,-2-1-10,-1-1-14,1 0-11,2 1-12,-2 0-15,2-1-17,1-1-23,-2 1-31,2 0-27,2-1-27,1 1-21,0-2-17,3 1-27,0-2-30,3 1-64,2-1-77,0 0-29,0 0-4,1-1 8,3-2 38</inkml:trace>
  <inkml:trace contextRef="#ctx0" brushRef="#br2" timeOffset="78416.7221">8796 7197 128,'0'0'413,"0"0"13,0 0 13,0 0-48,0 0-74,0 0-58,0 0-50,0 0-27,0 0-17,1 0-13,0 0-13,-1 0-13,0 0-15,1-1-14,-1 1-14,0 0-14,0 0-12,0 0-12,0 0-13,0 0-8,0 0-3,0 1-6,0 2-5,0-2-1,0 1-1,0 1 0,0 1-1,0 0 0,0 0 0,0 3 0,0-1 1,0-1 1,0 4 2,-1-1 2,1 0-3,-1 1 1,0 1 1,-1-1-1,1 3 1,1-3-2,-2 1 0,0 1-2,1-1 1,1 0 0,-1 0 0,0 0-2,-2 0-1,2-2 0,1 1 0,-1-1-1,0 1-1,-1-3-2,1 1 0,1 0 0,0-2-1,0 0-1,0 2 0,0-2-2,0-2-1,0 2-3,0-1-3,0 0-12,0 0-13,0-1-20,0 0-24,1 0-27,1-1-29,-1 0-25,-1 0-23,0 0-20,1 0-20,-1-2-28,0 0-33,0 0-55,0 0-64,0 0-35,0 0-16,0 0 7,0 0 110</inkml:trace>
  <inkml:trace contextRef="#ctx0" brushRef="#br2" timeOffset="78846.4446">8700 7340 179,'0'0'346,"0"0"-31,0 0-52,0 0-43,0 0-39,0 0-20,1 0-10,0 0-2,1 0 0,-1 0-2,2 0-2,-1 0-6,2 0-5,-2 0-6,3 0-4,0 0-9,1-1-6,-1 1-10,2-2-11,1 1-11,-2 0-14,4 0-11,-2-1-14,2 1-5,-2-1-6,2 0-4,-1 1-3,2-2-2,-2 2-2,1-2-2,0 1-1,0 0-2,-2 1-1,2-3-2,-1 1 0,2 1-2,-2-1-2,0 0-1,-2 1-3,3-1 0,-4 1 1,3-2 2,-3 2 0,-1 0-2,1-2 2,-2 1 0,1 1-2,-1-1-1,-2 0-1,3 1 0,-4-2 3,2 1 2,-2 2 2,0-3-2,1 2 0,-1 0-1,0 1 0,-1-2 1,0 1 1,0 1 3,0-1 2,0 0 2,0 0 2,0 0 1,0 1 0,0 0-1,0 0 0,0 1 0,0-1 1,0 1-1,-1-1 0,0 1-1,-1 0-1,1 0-1,-1 0-1,-1 0-3,1 1 0,-2 0-1,-1 0-4,0 1 0,1 1 1,-3 1-1,1-1 0,-3 1 1,3 1-1,-2 0 1,-2 0 0,3 0-3,-3 1 0,2 2-1,0-3-1,-1 1 1,-1 1 0,1 0 2,0 0 0,1-1-1,-2 1-1,3-1 0,-2 2-1,0-3 1,1 1-2,0-1 0,1 1 0,-2-1-5,3-1-6,-2 1-10,2-1-12,1 0-21,-1-1-25,2 0-28,1 0-27,0-1-24,-1 0-22,1-1-20,0 0-19,2 0-32,1-1-37,0 0-57,0 0-67,0 0-27,0 0-8,0 0 12,0 0 249</inkml:trace>
  <inkml:trace contextRef="#ctx0" brushRef="#br2" timeOffset="79181.3834">8722 7248 0,'0'-2'179,"0"1"165,0-1-13,0 1-23,0-2-25,0 0-29,0 3-30,0 0-19,0-1-13,0 1-9,0 0-6,0 0-8,0-1-6,0 1-11,0 0-11,0-1-15,0 1-15,0 0-16,0 0-17,0 0-14,0 0-12,0 0-10,0 0-9,0 0-5,0 0-1,0 0 0,0 0 2,2 1 2,-1 1 4,0 0 3,-1 2 0,1-2 2,1 1-2,0 1 1,-1 0-1,0 1 2,2-1 2,-2 1-2,3 1-2,-1-1-1,0 1-4,2 0-3,0-1-4,0 1-2,1 1-1,-1 0-1,2-1-1,1 2 0,-2-3-2,2 2 0,1-2 1,-2 1-1,3-1 1,-3 1-2,2 0-1,0-1-3,-1 1-1,0-1 0,2 1-1,-3-1-1,3-2-2,-2 2-1,0-1-1,0-1-2,-2-1-1,3 1-1,-3 0-1,-1-1 0,1 0 0,-1 0-1,-1 0-2,0 0-1,-1-2-1,1 1-4,-1 0-6,-1 1-10,-1-2-10,2 1-15,-2 0-15,-1 0-25,1 1-29,2-2-37,-2 0-41,0 0-32,-1 0-30,0 0-31,0 0-34,0 0-71,0 0-88,0 0-32,0 0-10,0 0 6,0 0 12</inkml:trace>
  <inkml:trace contextRef="#ctx0" brushRef="#br2" timeOffset="80156.4085">9454 7336 0,'0'-2'269,"1"-1"74,2 3-23,-2-3-20,0 1-18,-1 0-24,0 0-24,0 0-15,0-1-12,0 2-6,0-1-5,1 0-6,-1 0-8,0 1-8,0-2-8,0 2-13,0 1-14,0-2-18,0 2-20,0 0-15,0 0-13,0 0-10,0 0-8,0 2-5,-1-1-5,1 2-2,-1-1-3,0 2-2,-3 0-5,3 1-1,-2 2-3,2-2-1,-2 3-2,1 0-3,-2 1 1,1 1-2,0 0 0,-1 2-3,2-2-1,-1 2 0,2 1-2,-3 0 0,2 1-2,-2 0 0,3 1-2,-3 0 0,3 1-2,-2-1 0,2 1-1,-1 1-2,-2 0-1,3 0-2,-2-1 0,2 1-1,-1 0 0,-1 0-1,2-1-2,-2 1 1,1-2 0,-1 0 0,2 0 0,-1 0 0,-1 0 0,3-1 0,-2 1-1,0-2 0,1-1 1,1 0 0,-1-1 1,0 1 0,-2-3-1,2 1 0,1 0-2,-1-2 0,0-1-1,1 0 1,0 1 1,0-3 0,0 2 1,0-2-1,0-2 0,0 2 0,0-1-1,0-1 1,0-1-1,0 1 1,0-1 2,0 1 0,0-2 0,0 2 1,0-3-1,0 0 0,0 0 1,0 0 0,0 0 0,0 0 0,0 0 0,0 0 1,0 0 0,0 0 0,0 0 0,0 0-1,0 0 1,0 0-1,0 0 1,0-2-1,0 0-2,1 1 1,0-3 0,-1 0 0,0 1 1,1-2 0,2 0-2,-2 1 0,0-4 1,-1 1-1,1-1 1,1 0-1,-1-2 0,0 1 1,-1-3 0,1 1-1,1 0 0,-2-3-2,0 0 0,0 0 0,0-1 0,0-1 0,0 1-1,0-2 0,0 0-1,0 0 1,0-1 1,0 0-1,0 0 1,0 0 0,0 2 0,0-1 0,0 0 1,0 0-1,0 0 0,0 1 0,0 0 3,0 0-1,1 1 0,0 0 0,-1 1-1,1 1-1,1-1 0,-1 3 1,3-1 0,-2 0 0,-1 2 0,3 0 0,-1 0-1,-1 2 0,3 0-1,-3 0 0,2 2 1,-1-2 1,-1 2-2,2-1 1,1 2 2,-1-1-1,-1 0-1,1 2 0,2-2-1,-1 3 1,-1-2 2,2 0 0,2 1-1,-2 1 0,1-2-1,1 2 1,-2 0 2,4 0-1,-3 1-2,2-1 0,0 0 0,1 2 0,-2-1 1,2 2-1,-1-2-1,2 1 1,-2 1 0,1 0 1,-3 1 1,3 1-1,-2-1-2,0 1 1,1 2 1,-2-1 1,1 1 0,-1 1 0,0 0 0,-1-1 0,1 2-1,-2-1-1,-1 1-1,1 0 0,1-1 0,-2 3 0,0-3 2,-2 2-1,3-1 0,-3 1 0,1-1 1,-2 1-1,2 0 2,-2 2-1,0-3 1,1 2 0,-1-1 0,-1 2 1,0-3 0,0 2-1,-1-2 0,-1 1 1,1-1 1,-2 1 0,1-1 0,-2 2-1,-2-2 1,1 1 0,0-1 0,-3 0 0,0 0-1,-2-1 1,1 1 0,-2 0-1,1-1 0,-3 1-1,-1-2-1,-1 0 0,1 1 1,-2-1 0,0 0-1,1 0-1,-2-1-1,-1 0-2,2-1-3,0 1-6,0-1-9,2 0-13,1 1-14,-1-2-18,4 0-17,-1 0-34,1-1-41,1 1-44,3 0-45,-1 1-52,2-1-56,1-1-71,-1 0-78,5 0-32,0 0-11,2-3 5,1 1 12</inkml:trace>
  <inkml:trace contextRef="#ctx0" brushRef="#br2" timeOffset="81086.4721">9947 7012 14,'-2'0'392,"0"0"5,1 0 1,1 0-31,0 0-45,0 0-35,0 0-30,0 0-13,0 0-3,0 0-6,0 0-6,0 0-8,0 0-12,0 0-16,0 0-16,0 0-20,0 0-21,0 0-15,0 0-15,0 0-13,0 0-10,0 0-14,0-1-14,0 1-9,0 0-8,0 0-8,0 0-6,0 0-4,0 0-2,1 0-4,1 0-1,1 1-3,-2 0-1,2 1-2,-1 0 0,1 1-1,2-2-1,0 4-1,-1-1 0,1 0 0,0 0 0,1 3 1,-1-2-1,1 2 0,0-1 2,0 1 1,1 0-1,0 1 0,-2 0 0,1 1 1,2 1 1,-2 0 1,1 1 0,-2 0 1,2 0 1,0 0 1,-1 0-3,-1 3 2,3-2-2,-3 0 2,0 1 0,1 1 1,-1-3-2,0 3 1,-2-1 0,2 0 0,-1 1 2,1 1 0,-1-2-1,-2 1 1,3 1-1,-2-1 1,-1 1-2,-1 0 0,2 0 1,-2 0-3,-1 0 1,0 1 0,0-2-2,0 2-1,0-2-1,0 1-1,-1-1-2,-2 1 1,2 2-1,-3-2 1,2 1-1,-3 0 1,0 1-2,0-2 1,-1 1 0,1-1-1,-1 1 1,-3 1 0,3-2 0,-4 0 1,2 0-1,1 0 1,-3 1-1,1-2 0,-2 2 0,1-3 1,0 1-1,-1 1 1,1-2-1,-1-1 1,1 1-1,-2-1 2,-1 1 0,3-1-1,-2-1 1,0 0-1,0 1 1,1-3 1,0 2 0,2-1 1,-2-2-3,1 1 2,0-2 0,3 0 1,-2-1-1,0 1 0,2-1-1,-1-1 0,2-1-1,-1 0 1,1 0-1,-1 0 1,1-2-2,1 0 1,0 2-1,0-3 0,2 2-1,-1-2 1,0 0 0,1 0-1,1 1 0,-2-1 0,3-1 0,-1 0 0,-1 0-3,3 0-2,-1 0-6,0 0-8,-1 0-7,2 0-12,0 0-14,-1 0-23,1 0-25,-1 0-36,0-1-39,-3-2-50,3 2-55,-2-3-45,2 1-39,-2 1-78,2-1-97,-1-2-41,-1 1-17,2 1 0,-3-2 7,3 0 20,0 1 404</inkml:trace>
  <inkml:trace contextRef="#ctx0" brushRef="#br2" timeOffset="82399.5122">2851 9602 0,'-1'3'203,"-1"0"188,-1 1 18,2 1-30,-1-3-53,1 1-46,0 0-41,1-1-16,-1 0-10,-1-2-1,1 2-1,0-2-4,1 0-5,0 0-8,0 0-12,0 0-13,0 0-17,0 0-16,0 0-15,1 0-11,0 0-9,2 0-8,-2 0-9,3 0-9,-1 0-10,0-2-9,3 2-6,-1-2-5,2 0-7,0 0-3,1-1-2,0 0-5,2 1-4,0-1-2,-1-1-4,1 2-3,0-1-3,1 0-2,0 1-1,-2-1-1,1 2-2,-2-2-1,2 2 0,-1-1-2,1 1 0,-3 0-2,2 0 0,-3-1-2,2 2-1,-1-1-2,-2 0-6,0 0-8,1-1-6,-2 2-12,1-1-11,-2 0-14,-1 1-17,2 0-18,-2 0-18,-2 0-30,1 1-33,1 0-33,-1-1-34,-1 0-22,0 2-18,0-1-14,0 0-12,0-1-24,0 0-26,-1 1-44,-2 1-50,2-1-17,-4 0-3,1-1 22,-1 1 421</inkml:trace>
  <inkml:trace contextRef="#ctx0" brushRef="#br2" timeOffset="82657.4744">2875 9670 0,'-3'3'271,"2"1"37,-3 0-36,3-1-38,1 0-38,-1-1-21,1 1-18,0 0 0,0 0 4,0 0 8,1-1 9,-1 1 5,1 0 2,3-1 2,-3 0 3,2 0 1,-1-1 2,2 0-5,0 2-9,1-2-10,-2 2-14,2-2-15,0 0-17,1-1-12,0 2-13,0-1-13,1 0-8,-2-1-12,1 1-12,2 0-13,-2 0-13,-1-1-8,2 0-6,0 0-4,-1 0-4,0 0-1,0 0-1,2 0-1,-2 0-2,-1 0-1,4 0 2,-2 0-1,-1 0-1,3 0 0,-3 0-1,3 0-3,-3 0-5,0 0-9,2 0-9,-2 0-14,-1 0-16,1 0-22,-1 1-25,0-1-40,0 0-47,0 0-42,0 0-39,0 0-78,1-1-97,-2 0-52,1 0-33,1 0-9,-1-3 1,0 2 10,0-2 200</inkml:trace>
  <inkml:trace contextRef="#ctx0" brushRef="#br0" timeOffset="102514.1406">14038 6741 0,'2'1'172,"-1"0"174,0 0 3,-1-1-51,1 0-75,-1 0-47,0 0-34,0 0-14,0 0-4,0 0-3,0 0 0,0 0-1,0 0-1,0 0-3,-1 0-1,1 2-5,-1-1-2,0 0-6,-2-1-6,2 3-5,-2-2-5,2 1-2,-4 0-4,3 1-4,-1-1-5,-2 2-5,1 0-6,-2 0-2,1 1-4,-1 1-2,0 0-4,0 1-2,-2 1 0,1 0-3,-1 1-5,1 0-4,-1 0-4,1 2-3,-3 0-4,3 0-2,-2 0-1,0 0-2,1 3-1,0-1-1,-2 1 0,3 1 0,-2-2 1,2 2-1,0 0 0,-1 0 0,1 2-1,0-1 0,2 1 4,0 0-1,0-1-1,-1 1-1,2 0 2,-1 1-1,3-1 1,-2 1-2,2 0-4,-1 0-1,3 0 0,-1-1 0,1 1 2,0 0-1,1-1 1,-1 2-2,3-2 2,-1 0-1,-1 0 0,4-1 0,-1 1 0,0 0 3,-1 0 3,3 0 1,0-1 0,0 1 2,1-2-1,-1 1 1,3-1 0,-1 0 0,-1 0 0,3-1 0,-3 1 0,2-2-1,0-1-3,-1-1-2,1 0-2,1 2-1,-2-4-2,0 2-1,1-3-1,0 2-2,-2-2 0,3 1-2,-3-2 0,1 2-2,1-4 0,-2 3 0,0-3-1,0 2-1,-1-3 0,0 1-1,-1 0 0,0-1 0,1 0 1,-1 0-1,-1 0 0,0-1 0,-2 0 1,3 0-1,-2 0 0,-1-1-4,-1 0-3,2-1-10,-2 2-9,-1-2-13,1-1-17,1 1-23,0 0-26,-1 1-42,-1-2-53,0 0-38,0 0-34,0 0-54,0 0-60,0 0-63,0-3-65,0 1-25,0-2-7,0 0 5,1-3 14</inkml:trace>
  <inkml:trace contextRef="#ctx0" brushRef="#br0" timeOffset="103620.2435">14592 6977 218,'1'0'374,"1"0"-23,-1 0-40,0 0-39,-1 0-40,2 0-23,-2 0-15,1-2-7,0 1-4,-1 1-5,0 0-4,0 0-7,0 0-6,0 0-11,0 0-11,0 0-13,0-1-12,0 1-13,0 0-13,0 0-13,0 0-10,0 0-9,0 0-7,0 0-6,0 0-4,0 0-4,0 1-2,-1 0-1,0 1-2,-1-1-1,2 0-2,-2 2-2,-1 0-1,2 0-2,-3 1-3,2 0-1,-2 1-1,2 1-2,-2 0 0,-1 1-2,0-1-3,1 2-2,0-1 1,0 1-1,0 1-1,0-1-1,2 2-2,-1-1 1,-2-1 0,3 3-1,-1-1 1,-1 0-1,2 0 1,-1 0 0,2 1-2,-2 0 1,0 0-2,2 1-2,-2-1 1,2 0 0,1 0 1,-1 0 0,0 1-1,1-1 1,0 0 1,0 0-1,0 0 1,1 1 1,0-1 0,-1 0 1,1 0 0,2-1-1,-2 0-1,2 0-2,0-1 1,-2 1 0,3-2 0,-1 1-1,-1-1 0,2-1 0,0 1 1,-1 0-1,1-2 0,1 1-1,0-1 2,-1 1 2,1-3 0,0 1 2,1 0 0,-1-1 0,0 0 1,2 0-1,-2-1 0,2-1 0,0 1 0,-1 0-1,2-2 0,0 0-1,-1 0 1,1 1 0,0-2-1,0 0 0,1 0-3,0 0 2,-1-2-1,2 1-1,-1 0 1,2 0-4,-2-1-2,1 0-6,-1 0-6,0 0-8,0-1-9,1 0-11,0 0-8,0 0-11,-1 1-11,1-1-19,-3-1-24,4-1-32,-3 2-34,2-2-28,-3-1-22,3 2-15,-2-2-14,0 1-21,1-1-26,0 0-60,-2 0-75,-1-1-30,2-1-8,-3 0 11,0 0 261</inkml:trace>
  <inkml:trace contextRef="#ctx0" brushRef="#br0" timeOffset="104042.1644">14575 6862 0,'-1'0'96,"-2"0"206,3 0-38,0 0-33,0 0-31,0 0-31,0 0-32,0 0-17,0 0-12,0 0-5,0 0 0,0 0 0,0 0 3,0-1 1,0 1 2,0 0 0,0 0 2,0 0 0,0 0-1,0 0-2,0 0-3,0 0-5,0 0-5,0 0-7,0 0-5,3 0-6,-2 0-7,0-1-5,2 0-6,-1 1-3,-1-2-6,3 1-2,-1 0-1,1-1 0,0 2 0,0-1 4,1 0 3,1 1 3,0-2 1,1 0 0,1 0-1,-1 0-1,1 1-1,1-2-3,0 1-3,-1 1-2,2-1-5,0 0-4,1 0-5,-1 0-5,1 0-5,1 1-5,-2-1-3,-1-1-2,0 2-5,1-1-2,0 0-3,-1 0-1,-2 0 0,3 1-2,-4 0 0,3 1-3,-3 0-5,-2-2-9,1 1-9,1 0-11,-2-1-13,-2 2-15,1 0-16,-2 0-24,2 0-26,0 0-28,-3 0-27,1 0-23,1 0-18,-1 0-14,0 2-10,-1 0-14,0 0-17,0 0-36,-1 1-47,0 0-37,-2 0-32,2 0 2,-3 1 57</inkml:trace>
  <inkml:trace contextRef="#ctx0" brushRef="#br0" timeOffset="104438.172">14550 7202 0,'-1'6'169,"0"-1"29,-1 0-28,2-1-26,0 1-22,0 0-27,0-2-27,0 1-12,0 0-7,0-1-2,0 1 0,0-1 2,0 3 3,0-4 2,0 2 4,0 0 4,0-1 5,0 0 6,0-1 6,0 1 6,0 1 9,0-2 7,2 0 11,-1 2 11,0-3 13,-1 1 7,1 0 6,3 0 4,-3 0 4,3-1 1,-1 2 1,0-2 0,1 0 1,2 1-7,0-2-8,1 1-10,1 0-11,-1-1-13,1 0-13,0 0-11,0 0-10,1 0-10,1-1-8,-1 0-9,2 1-8,-1-2-8,1 1-10,-1 0-4,1 1-3,1-3-2,0 2-2,-1-1-3,0 1-2,-1 0-1,0-1-1,-1 2-3,-1-1-1,1 0 0,-3 0-1,2 1 0,-2-2-1,0 1 0,-2 0-1,0 0 0,-1 1-3,1-1-3,0 0-6,-2 0-6,-1 1-7,2 0-9,-2 0-9,-1 0-12,1 0-13,-1 0-21,0 0-22,0 0-34,0 0-34,2 0-30,-1 0-26,0 0-19,-1 0-17,0 0-34,0 0-43,3-2-56,0 1-60,1-2-22,0 2-3,0-1 12,-1 1 375</inkml:trace>
  <inkml:trace contextRef="#ctx0" brushRef="#br0" timeOffset="104772.1849">15301 7267 336,'2'3'343,"-1"0"-45,0-1-72,-1 0-48,1-1-35,1 2-15,-1-2-2,0 1 0,-1-2 4,2 1 5,-1 0 4,0 0 1,-1-1 1,0 0 0,1 1-1,-1-1-4,3 1-2,-2 0-1,0-1 1,-1 0-2,3 0-2,-1 0-5,-1 0-7,2 0-7,-1 0-5,3 0-6,-1 0-6,0 0-8,0 0-8,2 0-7,-1 0-6,0 0-11,2 2-12,-1-2-9,-1 0-11,4 0-3,-3 0-5,2 0-3,0 1-2,1-1-2,0 0-1,-2 0-1,3 0 0,-2 0-2,0 0 1,1 0-2,-2 0 0,1 0 0,-2 0-1,1 0 0,0 0-1,-1 0 0,0 0 0,-1 0-2,-1 0-3,0 0-5,0 0-6,0 0-8,-1 0-14,-1 0-11,0 0-11,0 0-17,-1 0-18,3 0-29,-3 0-34,0-1-33,1 1-31,-1 0-25,0 0-20,-1 0-34,0 0-39,0 0-59,0 0-64,0-3-26,-1 1-5,0-1 7,-1 0 180</inkml:trace>
  <inkml:trace contextRef="#ctx0" brushRef="#br0" timeOffset="105100.2343">15432 7118 159,'-1'0'388,"1"0"-4,-2 0-13,2 0-52,-1 0-67,1 1-40,0-1-26,0 0-15,0 0-12,0 0-8,0 1-3,0 0-7,0 0-7,0 1-9,0 0-9,0-1-11,0 3-12,1-2-10,1 2-8,-1 1-8,0 0-7,-1 0-3,1 2-2,1 0-3,-1 0-3,0 0-1,-1 2 0,1 0 0,1 1-2,-2 0-1,1 0-1,1 2-1,-2-1-4,2 1-4,-1 0-1,0 0-3,-1 2-2,1-1-3,1-1-2,-1 1-3,0-1-2,-1-1 0,1 1-1,-1 1-1,2-1-3,-2-1 0,1 0-2,0 0-1,-1 1 0,0-3-2,0 0 1,0 0-2,1-1 0,2-1-3,-2 1-2,0 0-1,-1-2-3,1 1 0,1-2 0,-1 1-1,0-2-1,-1 2-5,1-3-6,1 0-14,-1 1-17,0 0-15,-1 0-17,1-1-29,2-1-35,-1 1-35,1 1-37,-2-3-28,2 2-27,-1-2-48,-1 0-59,3 1-63,0-2-63,-2 0-20,2-2 2,0 1 10,0-2 220</inkml:trace>
  <inkml:trace contextRef="#ctx0" brushRef="#br0" timeOffset="106901.2529">16319 6994 0,'0'-2'100,"0"2"128,0 0-22,0-2-18,1 0-15,0 1-18,-1-1-20,0 0-8,1 0-4,1 0 6,-1 1 9,0 1 13,-1-1 14,2 1 8,-1-2 5,-1 1 2,0 0 0,1-1-2,-1 2-1,0-1-5,0 0-6,0 0-11,0 1-11,0 0-15,0 0-14,0 0-16,0 0-17,0 0-13,0 0-10,0 0-8,0 0-8,0 0-5,0 0-6,0 0-8,0 0-6,0 0-4,0 0-5,0 1-2,0 1-2,0 1-3,-1 0 0,0-1 0,-1 4 0,2 0 0,-1-1-1,0 4 1,-1-2 0,1 1 1,1 2 0,-1 0 2,0 0-2,-1 2 1,1 0-1,1-1 1,-1 1-1,-1 1 1,0 1-1,2 0 2,0 0 0,0 1-2,0 1 0,0-2-1,0 2 0,0-1-2,0 2 2,0-2 0,0 1-1,0 0 0,0 1 0,0-2-1,0 0-1,0 0 0,0-1 1,2 0 1,0 0 0,-2 0 1,0-3 0,0 1-1,0-1 1,0 2-2,0-4 1,0 0 0,0 2 0,0-3 0,0-2 1,0 1-1,0 0 1,0-2 0,0 0 0,0-1 0,0 0 2,0 0 1,0-1 2,0-1 1,0-1 3,0 1 2,0-2 1,0 0 0,0 0 1,0 0 0,0 0-1,0-2 0,0 1 2,0-2-1,0-1-1,-2-1-1,0 0-2,1-2 0,1 1-2,-1-5-2,0 1-3,-1-1-1,1-1 2,1-1-1,-1-1 2,0-1-1,-1 0-2,1-2 1,1-2-1,-1 2 1,0-1-2,-2-2 1,2 2 0,1-3-1,0 1 2,0 2-1,0-2 0,1 1 0,2 2 1,-2-1 0,0 0 1,2 1-1,-1 2 0,1-1 0,-1-1-1,4 3 2,-2 0 0,1-1 0,0 1 0,1 1-1,0-1-1,3 3 1,-3-1-1,3 0 1,0 0-1,-2 3 2,4-1-1,-2 1 1,1-1 0,-1 1-1,1 3 1,1-2-1,-1 1 1,1 1 0,-2 2-1,0-2-1,0 1-1,1 2 0,0 0-1,0 0 0,-2 0-2,0 2 0,1 0 0,-2 1 0,1 0-1,-2 0 1,0 0-1,0 1-1,-1 0 2,1 2-1,0 0-1,-3 0 1,1 2 2,1-2 0,-3 4 0,1-2-1,-2 2 0,0-1 1,-1 3-1,-1-1 0,1 1 0,-2-1 0,-1 0 0,-3 3-1,2-2 0,-1 0 0,0 2 1,-3-1 0,0-1 0,-2 2-1,1 0-1,-2-3 1,1 2-2,-1 0 0,-1-1-2,-1 1 0,1-1-1,-3 0 0,1-1 0,3 1 0,-2-2-1,0 2 0,1-4 0,-1 1 0,2 0 2,1-1 0,0 0 2,3-1 0,-2-1 1,2-1 3,-2 1-1,4 0 0,0-2-1,0 0 0,0 0 1,0-1 1,1 0-1,2 0-1,-3 0-1,4 0 1,-2 0 0,3 0 0,-1 0-1,0 0 0,-1 1 0,2-1 1,0 0 0,-1 1 0,1-1-1,0 0-1,0 0 1,0 0 0,0 0 1,0 1-1,0 1 0,0-2 1,0 0 0,0 1 0,0 1 0,1 0 1,1 0-1,-1 0 1,0-1 2,-1 2 0,2 1-1,0-2 0,-1 1-1,3 0 2,-3 0 0,3 3 0,-2-3-1,2 2 1,1 1 0,-1-1 0,-1 2 1,3 0-1,0-1 0,-1 1-1,0 0 1,0 1 1,1 0 0,-1-1 0,1 1-1,0 0 1,0-1 0,1 0 0,0 1 2,-2 0-1,4 1 0,-2-1 1,-1 0 0,3 1 2,-3-1-1,3 1 1,-3-1 1,3 0-1,0-1 1,-2 0 1,3 1 0,-3-1 2,2 2-2,0-3 1,-1 2 2,1-1-1,0 0 1,-2-1-1,3 2 1,-4-4-1,2 2 1,-1-1-1,1-1 0,-1 0 0,-2 0-2,0 0-1,0-2 0,0 1-2,0-1-2,-1 0 1,-2 0-1,3 0 0,-2-1-1,-1 0-1,0-1-2,0 1-6,-1 0-7,2 1-10,-2-2-9,3 1-15,-2-1-18,-1 0-23,2 0-26,-1 0-37,2 0-44,-1 0-35,1-1-32,0 1-30,0-2-30,1 0-62,1 1-81,-1-2-41,0-1-25,1 0 2,-1 0 11</inkml:trace>
  <inkml:trace contextRef="#ctx0" brushRef="#br0" timeOffset="107301.6936">16937 6831 0,'3'-6'165,"-2"1"200,2 0 14,-1 0-52,-2 1-79,1 0-43,2 0-25,-2 0-9,0 2 4,-1-1 1,0 0 3,0 0-2,0 0-4,0 1-6,0 1-6,0-1-8,1 0-10,-1 1-12,0 0-14,0-1-13,0 2-14,0 0-12,0 0-13,0 0-10,0 0-7,0 0-6,0 0-4,0 0-5,0 0-5,0 0-2,-1 2-1,1 0-2,-1 0 0,0 1 0,-2 0 0,2 1 3,1 1 2,-1-1 1,0 2-1,-1 0 1,1-1 0,1 2-2,-1 0-2,0 0-2,-1 0-2,2 1-1,0 0-2,0 1-1,0-1-2,0 0-2,0 1-1,0 0-2,0 0 0,0 2-2,0-3 0,0 2-1,0-2-1,0 0 1,0 1-1,0-1 1,0 1-1,0-1-1,2 0-3,-1 1 0,0-1-1,-1 1 1,1-3-1,1 2 0,-1 0 0,0-1-1,-1 1 1,0-2-2,1-1 0,2 2 0,-3-2 0,1 0-2,0 1-2,-1-1-5,0 0-7,1-1-7,1 0-11,-1 0-13,0 0-14,-1-1-15,1 1-18,1-1-24,-2 0-29,0 0-27,0-2-27,1 0-21,-1 2-19,0-2-15,0 1-9,0-2-16,0 0-18,0 0-36,0 0-40,0 0-36,-3-2-33,2 0 2,-1 0 82</inkml:trace>
  <inkml:trace contextRef="#ctx0" brushRef="#br0" timeOffset="107789.3134">16849 6964 0,'-1'-1'119,"0"1"223,-1-1-16,2 1-35,0 0-46,0 0-33,0 0-29,0 0-12,0 0-6,0 0 0,0 0 1,0 0-1,0 0-2,0 0-4,0 0-5,0 0-7,0-1-5,2 0-5,-2 1-3,0 0-7,0 0-8,0 0-7,0 0-5,0 0-6,1 0-4,-1 0-4,1 0-3,-1-2-2,1 2-3,1-1-5,-1 1-3,0-1-8,2-1-7,0 2-7,1-1-8,0 0-5,1 0-7,2 1-4,-2-1-3,3 0-6,0-2-4,1 2-4,0-1-3,-1 0-3,2 0-2,-1 0-2,2 0-2,-2-1 1,1 0 0,0 0-1,-2 0-1,2 1 0,-1-1 0,0 0 1,-2 0 0,2 0 2,0 1-1,-2-1 0,0 0-1,1 0 1,-2 0 0,3 1-2,-3-1 0,1 0 0,0 0 1,-1 0 0,0 1-1,-1-1 0,0 0-1,1 0 1,-1 0-2,-1 1 1,0-1 0,1 0 0,-3 0 0,2 0 1,-3 2 0,2 0 0,-1-1 0,-1 0-1,3 0 1,-3 2-1,-1-1-1,1 0 1,1 0-1,-1 1 0,0-2 0,-1 2-1,0 0 2,0 0-2,0 0-1,0 0 1,0 0 1,0 0 0,0 0 0,0 0 0,0 0-1,0 0 1,0 0-1,0 0 0,0 0 1,0 0 0,0 0 0,0 0-1,0 0 0,-1 0-1,-2 0 1,2 0-1,-2 0 0,0 2 0,-1-2 1,2 1 0,-2 1-1,-2 0 0,2 0 1,-1 0-1,0 0 1,-1 1 0,1 0-2,0 0 0,-1 0-2,1-1-2,-1 1-3,-2 1-5,2 0-3,1-1-4,-2 1-3,0 0-3,1 0-3,0-2-5,0 4-3,0-3-7,-2 0-7,3 1-9,-1 0-11,-1 0-11,2 0-11,0 1-19,-2 0-24,2-1-23,0 0-27,-1 0-19,3 0-18,-1-1-12,0 1-14,0 0-9,-2-1-11,2 2-26,-1-3-31,-1 1-46,3-1-54,-1 0-8,0-1 10</inkml:trace>
  <inkml:trace contextRef="#ctx0" brushRef="#br0" timeOffset="108313.3453">16910 6805 26,'0'0'135,"0"-2"-5,-1 2-8,1 0-8,0 0-10,0 0-9,0 0-9,0 0-12,0 0-11,0 0-4,0 0-3,0 0 0,0 0 4,0 0 3,0 0 5,-1 0 7,-1 0 6,2 0 8,-1 0 8,1 0 8,0 0 8,0 0 7,0 0 7,0 0 6,0 0 4,0 0 4,0 0 3,0 0 0,0 0-2,0 0-3,0 0-5,0 0-5,0 0-3,0 0-4,0 0-3,0 0-4,0 0-6,0 0-5,0 0-6,0 0-7,0 0-5,0 0-4,1 0-2,1 0-4,-1 0-3,0 2-4,3-1-6,-2 0-7,-1 1-7,2-2-7,-2 1-7,3 0-4,-2 2-4,3 0-3,-2-1-3,1 1-5,-1 0-2,1-1-2,2 2-3,-2 0-2,1-1-1,0 2-3,1 0 0,-1-1-1,0 3-1,1-2 0,0 0 0,1 2 0,0-1 0,-2 1-1,1-1-1,2 1 0,-2 0 0,1-1 0,-2 1 1,2 0 0,0 0 1,-1 0-2,-1 0 1,0-1-1,1 1 1,-1-1 0,0 2-2,1-4 1,-2 2 2,1-1 0,-1-1-2,0 1 0,-2-1 1,2-1 1,-2 0 0,2-1 0,-3 2 1,3-3 0,-3 1-1,2-1 1,-1 2-2,0-2 1,-1 0 0,0-1 0,-1 2 1,1-2-1,-1 0-2,2 0-2,-2 0-1,0 0-4,0 0-3,0 0-5,0 0-3,0 0-6,0 0-6,0 0-8,0 0-10,1 0-14,-1 0-15,0 0-30,0 0-37,0 0-38,0 0-41,0 0-32,1 0-28,-1 0-52,0 0-63,0 0-58,0 0-54,0 0-22,0 0-4,0 0 7,0 0 236</inkml:trace>
  <inkml:trace contextRef="#ctx0" brushRef="#br0" timeOffset="109437.3814">17414 7060 0,'4'-3'246,"0"-3"74,-2 2-38,2-1-31,-2 0-30,2 1-20,-1-1-14,0 0-3,0 0 3,-1 0 4,0 0 3,0 1 2,-1-1 0,2 0 0,-2 2-5,0-1-6,2 0-10,-2 0-13,0 2-14,-1-1-18,1 0-22,1 1-18,-1 1-16,-1-2-12,1 2-10,-1 0-10,0 1-10,0 0-8,0 0-8,0 0-7,0 0-4,0 0-3,0 1-3,0 1 0,-1 1-1,0 1-1,1 1 1,-2 0-1,1 0 2,1 2 0,-1 1 1,0 0 1,-2 1 2,2 0 1,1 0 1,-1 2 1,0 0 1,-1 1-3,1-1 0,1 1 1,0 0-1,0 1 2,0 0 1,0 1 1,0 0 0,0 0 0,0 0 0,0 0-1,0 0-1,0 1-1,1-1 1,1 1 0,-1 0 0,0 1 1,-1-2-1,1 2 0,2-2-2,-2 1-1,0-2-1,-1 1-1,1 1 2,2-2-1,-2-1-1,2 1 0,-1 0 1,-1 0 0,2-3 0,-1 1-1,0-1 0,-1 1 0,0-2 0,0-1 0,-1 1 1,2-2 0,-1 0-1,0-1 1,-1 0 0,1-1 0,1 0 0,-1-2 0,-1 1 0,0-1 2,1 0 2,-1-2 3,0 2 3,0-2 2,0 0 2,0 0 1,0-1 1,0 0 1,0 0 0,0 0 0,0-1 1,0 0-2,0-3 0,0 0-1,0 1-1,-1-2-3,0-1-4,-1 0-2,1-1-4,1-1 0,-1 0-1,0-3-2,-1 1 1,2-2-2,-1 0 1,0-1-1,0 0 0,-1-3 0,2 2-1,-2-3 1,1 0 0,1 0 1,0 0 0,0 1 1,0-1 1,0 0 1,1 0 0,1 0 2,-2 1 1,2-1 0,0 1 0,-1 0 0,2 0 0,-2 1 1,2 0 0,-1 0 1,3 1 0,-3 0-1,2 0-1,-1 0 0,-1 3-1,2-3-1,0 3-1,-1-3 1,1 3-1,1-1-1,0 1 1,-1 0-1,-1 1 0,3 0 0,0 0 0,-1 2-1,0-1-1,0 1 0,1 0 0,0 0-1,-1 2-1,1 0 0,-1 0 0,0 1 0,1 0 0,-1 0 0,0 2 1,0-1-1,1 1 0,-1 0 0,-1 1 0,2 0-1,-2 1 0,0-2 0,0 2 1,-1-1 0,2 2 1,0 0-2,-1 0 0,0 2-1,0-1 1,0 2 0,0-1-1,0 0 1,-2 2 0,3-1 1,-2 1 0,-1 0 0,2 2 0,-2-1 1,1 0 0,-1 2 0,1-1 0,-2 2 0,0-1-1,-1 0 2,0 1-1,0 1 0,0-1-1,0 0 1,-1 1 0,0-1 0,-2 1 1,1-1-1,-1 0-1,1 1 0,-2-1 1,0 1 1,1 1 1,-2-4 0,0 2 0,0-1 0,-3 0-2,2 1-1,1-1-1,-3 0-3,1-1-1,-1 0-1,0 0-1,-2 0-1,3-2 2,-1 3-2,-2-2-1,3-1-1,-2 1 0,0 0 0,1-2 0,-1 1 3,2 0 2,-1-1 1,3-1 1,-2 0 1,2 0 0,0 0 2,0 0-2,1-1 2,-1 1-1,3-1 0,-1 0 1,1 0 0,-2-1-1,3 1 1,0 0-1,-1 0 0,1-1 0,1 2 1,-1-1 0,0 2 1,-1-2-2,2 1 0,0 0 0,0 1 1,0 0 0,0 3 2,0-4 0,2 4 0,-1-3 0,0 3 0,2 0 0,-1 0 0,2 1 1,-2 0 1,3 0 2,-1 1 0,1 1 1,1-1 1,-1 1 0,0-1 1,4 1 0,-2 1 0,1 1 2,-1-2 1,3 2 1,-3-1 2,2 0 2,1 0 1,1 1-2,-2-1 2,2-1-1,-1 1 1,1 1 1,-2-3-1,2 2-1,0-1 1,1 1 1,0-1-2,-2 0-1,1 0 1,0 0-1,-1-1 3,0 0 0,0 0 3,1-1 1,0 0 1,-2-1-1,1 0 2,-3 1 2,2-3 0,0 1 2,-3-1 1,3-1 1,-3-1 0,-1 1-1,2-1-2,-2 1-1,0-3-3,1 1-3,0 0-1,-3-1 0,1 0-3,2 0-1,-2 0-4,0-1-1,-1 0-4,2 1-3,0-1-6,-2-2-4,-1 2-8,2-2-8,2 2-10,-3-2-11,-1 0-16,2 1-18,-2-2-19,3 1-24,-2 1-36,-1-2-43,2 0-40,-1-1-42,0 2-28,2-2-23,0 0-57,0 2-71,1-2-49,-1-2-38,3 2-6,-1-2 5,2 1 17,0-2 428</inkml:trace>
  <inkml:trace contextRef="#ctx0" brushRef="#br0" timeOffset="110164.3994">18517 7051 0,'-2'2'150,"-1"0"184,2 1-22,0-1-31,-2 1-35,2-1-29,1-1-22,-1 1-6,0 0 2,-1-1 4,2 0 3,0-1 7,0 0 7,0 0 0,0 0-1,0 0-4,0 0-6,0 0-10,0 0-14,0 0-13,0 0-14,0 0-16,0 0-13,0 0-10,0 0-6,0 0-10,2 0-13,0 0-9,-1 0-8,3 0-7,-2 0-6,2 0-6,0-1-3,1 0-5,1-1-4,-1 2-4,1-1-4,3-1-4,-3 0-3,4 1-4,-2-1-4,0 0-2,2 1-2,0-2-3,-1 0 0,1 2-2,-1-1 0,-1 1-1,1 0-1,-1 0-3,1-1-1,-1 2-4,-1-1-4,-2 0-7,2 0-5,-1-1-9,-1 2-7,-2-1-10,2 1-10,0 0-14,-2 0-15,-1 0-15,1 0-15,0 0-20,-1 0-21,0 0-27,-1 0-29,-1 1-19,2-1-18,-2 0-10,0 2-9,0-1-6,0 0-2,0-1-10,-2 1-14,1 2-30,-3-2-37,-1 2-30,2 0-23,-2-1 7,-3 1 233</inkml:trace>
  <inkml:trace contextRef="#ctx0" brushRef="#br0" timeOffset="110458.2559">18516 7161 0,'-3'3'193,"2"1"109,0 0-41,0-1-34,1 1-29,0 0-21,0-1-15,0 1 4,0-2 10,1 0 8,0 2 7,0-1 7,2-1 5,-2 1 7,2-1 7,-1 0 1,2-1-2,1 2-10,-1 0-12,-1-2-17,2-1-18,1 1-19,1-1-21,-1 2-17,1-2-13,1 0-12,-1-2-13,2 2-15,0-1-16,-2 0-12,3-1-10,-2 0-12,-1 0-11,3 0-15,-4 1-15,3-2-15,-2 1-17,1 1-28,-1 0-35,-1 0-37,4-1-39,-2 0-34,0 0-28,1 1-43,1 0-51,-1 0-62,2 0-67,-1-3-23,1 2-5,0-2 8,1 0 120</inkml:trace>
  <inkml:trace contextRef="#ctx0" brushRef="#br0" timeOffset="111297.4343">19405 6805 0,'0'-2'26,"0"0"454,0-1 17,0 2 15,2-2 15,-2 3-61,0-1-94,0 0-58,0-1-42,0 2-28,0-1-20,1 0-27,-1-1-26,0 2-27,1-1-27,-1 1-21,0 0-16,0 0-15,0 0-15,0 0-12,1 0-11,-1 1-6,2-1-5,-1 3-3,0 0-1,-1-1-1,1 2 0,-1 1 0,0 1 1,0 0 0,0 2 0,0 0 1,0 1 1,0 2 0,0-1-1,0 1 0,0 1-4,0 1 1,0 1-1,0 1-2,0-1 0,0 2-2,0-1 0,0 2 1,0 0 0,0-1 0,0 1-1,0 0-1,0 0 1,0 0-1,0-1 0,0 1 0,0 0-1,0 0 1,0 0-1,3-1 1,-2-1-2,0 0 1,-1 1-1,1-1 0,1 0-1,-1-2 1,0 2 0,0-1 0,2-1-1,-2 1 1,2-1 0,0-1 0,-2 0-2,2-1 2,-2 0 0,-1-1 0,2 2 0,-1-4 1,0 0-2,0 1 0,-1-1-1,2-2 1,-1 0-1,0 0 2,-1-1 1,0-1-1,0 0 2,0-1-1,0 1 0,0-4 1,0 2-1,0 0 0,0-1-1,0-1 2,0 0 0,0 0 0,0 0-1,0-1 0,0-2-1,0 2-1,0-3 1,-1-1-1,0 1 0,-1-2 0,2-1-2,-1 0 0,0-2 1,0 0-1,-1-3 0,1 0-1,-2-1-1,2-2-1,-2 0 2,0-2-1,2-2 1,-2 1-1,2-2 0,-1 1 2,0-3-1,1 2 2,1-2 2,-1 1-1,1-2 0,0 2 2,0-1 0,0 0 1,0 2-2,1 1 1,-1-1 1,3 1-2,-1 1 1,-1 2-1,3 0 0,-1 2-1,0-2-2,2 1 1,-1 4 0,0-3-1,2 3 0,-1-1 1,1 1-1,0 2 0,1-1-1,0 1 0,0 1 1,2 0-1,0 1-1,-2-1 1,3 3-1,-1-1-1,1 0 2,-1 2-1,0 0 1,0 1-1,1 0 0,0 1 0,0 0-1,-1-1 1,1 3-1,-2-1 2,2 1-2,-1 1 1,0-1-1,-2 3 2,3-1-1,-4 0 0,3 1 0,-3 0 0,0 1 1,2 0 0,-3 0 1,0 1 1,0 1-2,-2-4 1,1 5 0,-3-2 1,2 0 1,-2 2-1,-1 0-1,0-1 1,0-1-1,-2 3 0,-1-2 0,1 3-1,-2-3 0,-2 2-1,1-1 0,-2 0 0,0 1-2,0 0-2,-2-1-1,0 1-4,-1-3 0,2 1-1,-3 1 0,0 0-1,0-1-2,0-1 0,1 2 0,-1-2-1,1 0 0,0-1 2,1 2 2,0-1 0,0-2 5,-1 0 0,1 1 2,-2 0 0,4-1 2,-2-2 0,0 1 2,2 0-1,1-1 1,-1 1 2,1-1 0,1 0-1,1-1 0,1 2-1,-1-1-2,0 0-1,3-1 2,-1 0-1,0 2 0,2-1 0,-1 0 1,1-1 0,0 3 0,0-1-1,1 0 1,-1 0 0,2 0 1,0 0 0,-1 4 2,2-3 1,-2 0-2,3 2 0,-2 1 2,2-2 0,-2 2 1,2 1 1,2-1 0,-2 2 0,1-1 1,0 1 3,1 1 0,0 0 0,1 0 0,1 2 0,-1-2 2,1 1 1,-2 1-1,4-1 0,-2 0-1,-1 0 1,3 2 0,-2 0 2,2-2 0,-2 1 0,2 0-1,0 0 2,0-1 0,1 0 1,-1 1 2,1-1 2,-1 0 1,3-1 2,-1 2 3,-2-3 2,1 1 3,-1 0 2,1-1 1,1 0 2,-2 0 1,1-1 0,-1-1 1,1 2 1,-1-4 1,-2 2-2,2-1-1,-1-2-2,0 1-2,-2 0-3,0 0-3,0-3-3,-1 1-4,-1 0-2,1 1-2,-2-3-2,0 1-3,0 0-6,-1 1-4,1-2-7,-2 0-7,1 0-7,-2 0-6,2 0-9,-2 0-8,0 0-7,-1 0-8,0 0-14,0 0-13,0 0-20,0 0-25,0 0-37,0 0-43,0 0-36,0 0-35,0 0-22,0-2-18,0 2-33,0 0-39,0-2-58,0-3-65,0 2-23,0-4 0,0 1 14,0-1 295</inkml:trace>
  <inkml:trace contextRef="#ctx0" brushRef="#br0" timeOffset="111662.4292">20100 6725 0,'2'-6'243,"-1"0"176,3 1 23,-3-1-40,2 1-66,-1 2-47,-1-2-38,2 1-15,-2 0-8,1 0-1,-1 1-3,0-1-9,0 1-12,-1 0-18,3 1-21,-2 0-24,0 0-25,-1-1-17,0 2-17,0 0-15,0 0-15,0 1-12,0 0-11,0 0-10,0 0-8,0 0-6,0 0-1,0 0-2,0 0-1,0 1 0,0 1-1,0 1 0,0-1-1,-1 2 2,0 0 3,-2 0 2,3 1 1,0 1 3,-1 0 0,0 1 3,1 1-2,-1-2 1,1 3-2,0-1 1,-2 1 1,2 1 2,-1-1-1,1 1-2,0 0-1,0 0-1,0-1 0,0 3-2,0-3-2,0 1-1,0-1 0,0 0-1,0-1 1,0 1 0,0-2-3,0 2 0,0-3-1,0 1 0,0-1 3,0 0-2,0 0 0,0-2-7,0 1-4,0 0-7,0-2-8,0 1-9,0 0-11,0-1-12,1-1-12,-1 1-15,0 0-16,0 0-23,0 0-27,0-1-23,0-1-19,0 1-17,0-2-10,2 2-10,-2-1-8,0-1-4,0 0 0,0 0-9,0 0-11,0 0-16,0 0-19,0 0-33,0-3-40,-2 0-6,2 0 128</inkml:trace>
  <inkml:trace contextRef="#ctx0" brushRef="#br0" timeOffset="112109.794">20004 6815 0,'-4'-1'138,"-1"1"185,3 0-29,-2 0-29,3 0-30,-2-1-26,2-1-22,-1 2-6,0 0 1,2 0 2,-2-1 4,2 1-1,0 0-1,0 0 1,0 0-2,0-1-5,2 1-5,-2 0-14,2-2-11,0 1-13,-1 0-14,3-1-14,-1 2-12,0-1-12,2 0-8,0 0-8,1-1-8,3 1-9,-1-2-8,0 3-7,2-2-7,1 0-5,-1 0-4,3 0-4,-1 0-5,-1-1-3,3 0-2,-2 1-3,2-1-1,-1-1 1,0 2-1,-1 0 0,1-2-1,-1 2 0,2-1-1,-3-1 2,2 3 0,-1-2-1,-2-1 1,1 2-1,-2-1 0,1 0 0,0-2-1,-3 1-1,1 1 0,-1 0 0,-1-1-1,2 0 0,-3 1 1,0-1 0,-1 2 2,-1-1 0,2-1 2,-2 3 0,-1-1 1,-1 0 1,2-1 0,-2 2 0,-1-2-1,1 2 1,1 0 1,0 0 0,-2 0-1,0 1-2,0 0 0,0-1-3,0 0-2,0-1 0,-2 2-1,0-1 0,1 1 0,1 0 1,-2 0-2,-1 0 0,1 0 1,-1 1-2,-2-1 2,0 3-2,0-2 0,-1 1 0,-1 0 2,-1 2-1,1 0 1,-1-1 1,1 2 0,-2 0 1,0-1 1,-1 2-1,2 0 1,-2-1 1,0 3 0,0-1 0,-1 1 2,1-2 0,-1 3 1,1-2-1,-1 1 0,-1-2-2,2 2 0,1 0-1,0-1 0,-1 1 0,1-2-1,1-1 0,0 3-2,-1-2-2,3-1-3,0 0-5,-1 2-6,0-4-11,2 2-11,0 0-14,2-1-12,-1-1-22,1 2-24,0-2-27,-1 0-30,1 0-24,2-1-24,-1 0-17,0 0-13,1 0-8,1-1-8,-1 0-9,0-1-7,1 0-17,0 0-19,-3-1-36,2 0-40,-3-1-7,2-2 11</inkml:trace>
  <inkml:trace contextRef="#ctx0" brushRef="#br0" timeOffset="112428.666">20008 6717 252,'2'-3'385,"-1"-1"-21,2 4-41,-1-2-37,1 0-38,-1 0-19,0 0-11,0 0-3,-2 1 2,1-1-2,1 2-1,-1-1-6,0 1-7,-1-2-17,1 2-16,2-1-20,-2 0-18,0 0-19,-1 1-17,0 0-10,0 0-7,0 0-7,0 1-8,1 0-8,2 0-7,-2 1-4,3 1-4,-2 0-1,3 1-2,0 0-2,-1-1-1,1 2-1,2 0-2,0-1-2,1 3-7,-1-2-2,0 3-3,2-3-3,-2 3-2,3-2-1,-2 1-2,0 1 1,1 0-1,0-3-1,-2 3-2,3-1-1,-4-1-2,2 1-1,-1-1 0,1 1 0,0-2 0,-3 0-3,2 1-3,0 0-5,-1-1-5,-1 0-8,1-2-7,-1 3-7,-1-3-6,0-1-8,1 1-10,-2 0-9,1-1-13,-1 0-14,-1 0-17,1-1-32,0 0-40,-1-1-31,0 2-26,-1-2-22,3 0-16,-1 0-41,-1 0-50,3-2-57,-3 1-58,2 0-22,1-1-3,-1 0 8,1 0 364</inkml:trace>
  <inkml:trace contextRef="#ctx0" brushRef="#br0" timeOffset="113101.2167">20693 6432 67,'-1'-1'384,"0"0"-13,-1-1-27,2 2-33,0 0-38,0 0-19,0 0-14,0 0-4,0 0 2,0 0 1,0-1 1,0-1-7,0 2-7,0 0-15,0 0-18,0-1-20,0 1-24,0 0-23,0 0-17,0 0-16,0 0-15,2 0-13,-2 0-11,0 0-10,2 0-8,0 0-5,0 1-3,1 2-3,-1-1-1,4 0-1,-2 3 2,1-1 0,1 0 1,0 0 1,-1 3 0,3-1-1,-1 1 1,-1-1 0,3 2-1,-1 0-2,0 0-1,1 1 0,0 0-2,-2 1-2,3 1-2,-3-1-3,3 0 0,-2 1-1,-2 0 0,3 1-1,-2 0-1,1 0 1,-2 0-3,0 1 2,0 0-1,0 1 1,0 0 0,0 1 0,-1 0 0,-2 0 0,1 1-2,2 0 1,-3 0 0,-1 1-2,2 0 1,-3 0 0,2 1-1,-2 0-1,-1 0-1,0 1 0,0 0 0,0 0 1,-1 1 0,0 0 1,-1-1-1,0 3 0,-1-2-1,-1 2 0,0 0 0,0-2 0,-1 2 1,0-2-1,-2 2 1,0 0-1,1-2 1,-3 0-1,2 2 0,-2-3-1,0 0 1,1 0 1,-1 0 0,-1-1 2,0-1 0,0 0 1,2 0 3,-4-1 0,1 0 1,1-3 1,0 1 1,2-1 2,-2-1 0,1-1 1,-1-1 3,3 1 0,-2-2 0,0-1-1,3 0 0,-3 0-1,3-2 0,1 0 0,0 0 0,0-2-1,1 1-1,0-2-1,1 1 0,-1-2-2,3 1-1,-1-1-1,-1 0 1,3-1-2,-1 2-1,0-3 1,-2 1-1,3 0-1,-1 1-1,1-2 1,0 0-1,0 0 1,0 0-2,0 0 0,0 0-1,0 0-1,0 0 0,0 0-1,0 0 0,0 0-1,0 0 0,0 0 0,0 0-1,0 0-1,0 0-3,0 0-7,0 0-7,0 0-13,0 0-14,0 0-18,0 0-18,0-2-24,1 1-28,-1 0-41,0-1-50,0 0-60,0 1-67,0-2-97,-1 0-112,0 1-58,-2-2-30,2 1-7,-2-1 6,1-1 13,-2 0 17</inkml:trace>
  <inkml:trace contextRef="#ctx0" brushRef="#br2" timeOffset="121805.4034">4441 9229 181,'3'-5'389,"-1"2"-8,-2-1-21,1 1-50,2-1-62,-2 1-34,-1-1-19,0 0-9,0 2-7,0-1-5,0 0-4,-1 2-8,-2-2-9,2 2-13,1-2-16,-1 2-14,0-1-13,-1 1-13,1-1-15,1-1-9,-2 3-7,-1-1-3,2 0-1,-2-1-1,2 2-4,-3 0-1,3 0-1,-1 0 0,-1 2 2,-1-1-1,2 0-2,-3 2-2,0-1-2,1 1-2,-1 2-2,-1-1-1,1 2-3,0 0-3,-1-1-3,0 3-2,-1 0-3,0 1-1,2-1-2,-1 1-2,-1 0-1,0 2-3,2 0-1,-2 0-1,1 2-1,-1-1 1,0 1-3,2 0 0,0 1 2,-1 0 0,1 0 1,1 2-1,-2-1 1,2 0-1,2 0-1,-1 0 0,1 1 2,-1 0-1,3 0 2,-1 0-1,1 0 0,0 0 0,1 0-2,-1-1-1,1 0 0,2 1-2,-2-2 2,3 2 0,-2-1 1,3 0 1,-1-2-1,1 2 0,0-2 0,1 0 2,-1-1 0,0 1 0,3-3 2,-2 2 0,0-2 0,3 0 0,-3 0 2,4-2 0,-3 0 1,3-1 2,-2 1 1,-1-4 3,3 2 1,-2-1 2,2-2 0,-2 0 0,2 1-1,1-3 1,-1 0 1,3-1 1,-1-1-1,-2 0-1,4-3-1,-3 1-2,3 0-1,-1-1-3,0-1 0,-1 0-1,0-2-1,2 1 0,-3 1 0,3-4-1,-2 2 1,0-1 0,0 0-1,-1 0 1,0-2-1,2 1-1,-1-1 1,-2-1-1,0 1-1,0-1 0,1 0-1,-2-1 0,1-1 0,0-1 0,-3 0 0,2-1 0,0 0-1,-2-2 1,0 2 0,0-1 1,-2-1 0,1 0 1,-2 1-1,-1-2 3,1-1-2,-3 2 2,3 0-2,-3 0 2,-1 0-1,1 0 0,-1 0 1,0 1-1,-1-1 0,1 0-1,-2 1 0,-2-1-1,2 3 1,-1-2-1,-1 2 0,1-1 0,-2 2-1,0 0-1,0 0-1,-3 1 0,2 0-1,1-1 1,-4 3-2,3-2 0,-4 0-2,3 2 1,-3 0-1,2-1-1,1 1 0,-3 1 0,0 0-1,0 1 0,0 0-1,0 0 0,-1 2 1,1-1-1,-1 1 1,-1-1-1,-1 2-1,1 2 0,-2-2 0,-2 1-1,2 2 0,-1 0 1,-1-1-2,0 2 1,0 1-2,1 0 1,0 0 0,-1 0-3,0 1 1,0 2-1,1-3 0,0 4-1,0-1 1,1 1-1,1-1 0,-1 2 0,0 0-1,3 0 0,-1 0 1,-1 2 0,3-2 0,0 3 0,2-3 0,-1 3 0,2-3 1,-2 3 1,4-2 0,0 1 0,1 0 2,-2 1-1,4-2 2,-1 2-1,3 0 1,0 1-1,0-1 0,1 0 0,2 1 2,-1 0-1,3 1 1,0 0 1,-1-1-1,1 0 1,2 1 0,1-1 0,-1 1 0,2-1 0,0 1 0,-2 0 0,4 1 0,-2-1 1,2-1-1,-1 2 1,0-1 0,2 1-1,0-1 0,0 1 0,-2-1-2,2 0 1,1 0 0,-3 0 1,1 1-1,0-2 0,-1 0 0,1 1 2,-1-1-1,0 1 0,0-1 0,1-1 1,0 3 0,-1-2 1,1-1 1,-1 1-1,3-1 1,-1 1 0,-2-1 0,3 0 1,-1 1 0,-2-1-1,2 1 2,0-1-2,-1 0 0,0 1 0,-1-1-1,1 1 1,-1-1-1,1 0 0,-1 1 0,0-1 0,0 1-1,-1-1 0,1 0 1,-3 1-2,3-2 0,-3 0 1,1 1 1,2 1-1,-4-1 1,3 0-2,-3-1 0,3 0 0,-2 1 2,-2 0-1,2 1 0,0-1 0,-1 1 0,0-1 0,-1 0 1,0 0 0,1-1 0,-2 1 0,0 0-1,0-1 2,-2 0 0,3 1 0,-4-2 0,2 3 1,-2-3-1,0 2 0,-1-3 2,0 1-1,0 1 1,0 0-1,-1-1 1,-2 1-2,2-1 1,-4 0-1,3 0 0,-2-1 0,1 1 1,1-1-1,-2-1-1,1 1 0,0-1-2,-1-1-3,2 1-6,-2-1-5,-2 0-9,2 0-8,0-2-9,1 0-11,-1 2-15,-1 0-20,0-3-26,1 1-32,1 0-36,-1 0-45,0-1-47,3 2-33,0-1-24,1-1-51,0 0-62,0 0-54,0 0-50,3 0-17,2-1 0,2-1 14,0-1 219</inkml:trace>
  <inkml:trace contextRef="#ctx0" brushRef="#br2" timeOffset="123410.794">5324 9107 0,'1'-1'117,"2"-2"144,-2 2-17,0-2-20,1 2-17,-1-1-21,0 1-20,-1-1-6,1-1 3,2 2 6,-2-2 9,0 2 8,0-2 7,1 2 5,-1 0 5,1-1 2,0 0 2,-1-1-5,-1 2-6,1-2-11,1 2-15,-1-1-17,0 1-19,-1 1-18,2-1-17,0 0-14,-2 1-10,0 0-11,0 0-13,0 0-10,0 0-11,0 0-7,0 0-7,0 0-6,0 0-4,0 0-2,0 0-2,0 0 0,0 0 0,0 0-3,0 0-1,0 0 0,0 2-1,0-1 0,0 2 2,0 1-1,0 0 1,-2 0 1,0 1 2,2 3-1,-1-3 3,0 3-1,-1 0 1,1 0 0,1 2 2,-1 0 0,-1-1 1,1 1 0,0 1 0,1-1-1,-1 2 0,-1 0 0,1-2 1,1 2-1,0-1 0,0 1 0,0 0-2,1 0 0,1 0 2,-1 1-3,-1-1 0,1 0-1,0 0 1,1 0 0,-1 1-1,0-1 1,2-1-1,-2 1-1,3 1 1,-2-1 1,-1 0 0,2 1 1,-2 0-1,2 0 2,-1 0-2,-1-1 1,3 1 1,-3 1-2,2-1 1,-2 0-2,1 0 2,0 0-1,-1 0 0,-1 0-1,1 1-1,1-2 0,-1 0-1,0 0 1,-1-1 0,1 0-1,2 1 1,-2-3 0,0 2 1,-1-2-1,1 1 0,1-2 0,-1 1 0,0-2 1,-1 1-1,1-3 0,-1 3-1,0-3 1,0 1 0,0-3-1,0 2 1,0-2 0,0 3 0,0-4-1,0 1 0,0 0 1,0 0 0,0 0 1,0-1-1,0-1 0,0 1 0,0 0 1,0 0-1,0 0 1,0-2 1,0 1-1,0 0 2,0-1-1,0 0 3,0 0 1,0 0-2,0 0 2,0 0 2,0 0 0,0 0 0,0 0 0,0 0-1,0 0-1,0-1 1,0 0 1,0-2 0,0 0-1,0 2 0,0-1-1,0-1-1,-1 0-2,1-1 0,-1 0-2,0 2 2,-1-4-2,2 3 1,-1-1 0,1 0-2,-1-2 0,1 2-1,0 0-1,0 1 1,-1-3-1,1 4 0,-3-2 0,2 0 0,1 0-1,0 1 0,0-1 1,-1 0 0,1 0 0,-1 0 0,1 1 0,0 0 2,0 0-1,0 1-1,0-1 0,0 0 2,0 0-2,-2 1 0,2 0-1,0 1-1,0-1 1,0-1-1,0 2-1,0 0 0,0-1-1,0 2-2,0-1-1,0 0-1,0 0 0,0 1-4,0 0 0,-1-2-1,1 2-1,0 0 0,0 0-2,0 0-1,0 0 0,0 0 0,0 0 0,0 0 1,0 0 0,0 0 1,0 0 1,0 0 1,0 0 1,0 0 2,0 0 1,0 0 2,0 0 0,-1 0 1,-1 0 1,2 0 2,0 0 1,0 0-1,0 0 1,0 0 0,0 0 0,0 0 2,0 0-1,0 0 0,0 0-1,0 0-1,0 0-1,0 0-1,0 0-3,0 0-2,0 0-2,0 0-3,0 0-5,0 0-6,0 0-6,-1 0-10,0 0-9,1 0-10,-1 0-11,1 0-11,-2 0-17,1 0-19,1 0-25,-1 0-24,-1 0-20,0 0-21,2 0-15,0 0-12,0 0-17,0 0-17,0 0-51,0 0-66,0 0-40,0 0-30,0 0 0,0 0 15</inkml:trace>
  <inkml:trace contextRef="#ctx0" brushRef="#br2" timeOffset="126672.8824">5302 9140 159,'1'0'224,"0"0"-26,-1 0-30,1 0-30,1-1-32,-1 0-20,0 0-14,-1 1-7,0-1-5,0 0 0,0-1-2,1 1 0,1 0-1,-2-2-2,0 2-2,1 0-4,-1-1 0,0 1 0,1 1 0,0-3 0,1 3-1,-2-1 0,1 0-1,-1-2 0,2 2 1,0-2 1,-1 2 3,0-1 5,-1 1 6,1-1 7,1 0 9,-1 0 6,0-1 7,-1 2 5,1-1 1,1 1 2,-1-2 1,0 2-1,-1-1-2,1 0-3,2 0-4,-1-1-6,-1 2-8,2-1-10,-2 1-10,3-3-9,-1 2-9,-1-1-6,4 0-5,-2-1-4,0 0-5,1 1-3,1 0-2,-1-1-3,1 0-1,0 0-2,0 1 1,1-2 1,0 1-1,1 1 3,0 0 0,-2-1 0,3 0 1,-3 1 3,2-1 2,-1 2 3,1-1 1,-1-1 5,1 3 1,-1-2 5,0-1 2,0 2 2,-1-1 0,0 0 1,0 1-1,-1-1 0,1 2 1,-1-2-3,0 2-4,0-2-3,-1 3-2,1-1-5,-1-1-5,1 1-2,-2 1-1,1-1-4,0 0-1,1-1-2,1 2 0,-1 0-1,0 0-2,1 0 0,-1 0-1,0 0-2,0 0 2,1 2 0,-1-1 1,0 0-2,0-1-1,0 1 0,0 1 1,0-1-2,1 1 0,-1 0 1,0-1-1,1 2 0,-2 0 1,0-1 0,1 1-1,0 0-1,-1-1 0,-1 2 2,1-1 0,1-2 1,0 3-1,-1 1 0,0-1 1,-1-1 0,2 1 1,0 0 0,-1-1-2,0 2 2,1 0 1,-2-1 0,1 1 1,0 0-2,-2-1 0,3 0 1,-2 1-1,-1 1 1,1 0 0,-2-1-1,1-1 1,1 3-1,-3-1 0,2-2 1,0 3 0,-1-2 1,0 0 0,-1 2 1,0-2-1,0 0 0,0 1 2,-1 0-1,0-1 1,-1 1 0,0 0-1,-1-2 1,1 4 0,-2-2-2,-1 1 1,-1-1-1,1 0-1,0 2 1,-2-3-1,0 3 1,1-3-1,-2 3 1,0-2-1,-2 1-2,3-1 0,-2 0-2,-1 1 0,0-1-2,1 1-5,-2-1-3,1 1-5,-1-2-3,0 0-5,1 1-6,-1 0-5,0-1-8,-2 0-6,2 0-6,0 0-7,0-1-9,1 0-10,-1 0-18,1 0-21,1-2-22,-1 2-25,1 0-20,1-3-19,0 2-14,3-3-12,-1 2-19,1-1-20,0-1-49,1-1-59,1-1-40,0 1-33,1-2 0,-1-1 39</inkml:trace>
  <inkml:trace contextRef="#ctx0" brushRef="#br2" timeOffset="127155.9008">6135 8722 75,'0'0'375,"0"0"-15,0 0-33,0 0-32,0 0-33,0 0-22,0 0-18,0 0-8,0 0-1,0 0 4,0 0 0,0 0 0,0 0-1,0 0-12,0 0-12,0 0-17,0 0-18,0 0-21,0 0-19,0 0-16,0 0-13,0 0-12,0 0-14,0 0-15,0 0-13,0 0-10,0 0-9,0 0-7,0 0-3,0 0-3,0 0 0,0 2-3,0-1 0,0 2-2,0-1 0,0 1 1,0 1 0,3 1 1,-2 1 2,-1-1 0,0 2-1,1-1 1,-1 2 0,1 0-1,1-1 2,-2 2 1,1-1 0,0 0 1,-1 2 0,0-1 0,0-1-2,0 2 1,0 0 0,0-1 1,0 1-1,0-2 1,0 1-1,0 0-2,0-1 2,0 0-2,0 0-1,0 0 0,0-3 1,0 3 0,0-3 0,0 2 0,0-2-2,0 0 0,0 1 0,0-2-1,0 1-1,0-1-4,0 0-6,0-2-6,0 1-8,0 1-10,0-2-11,0 1-13,0-1-14,0 0-19,0-1-25,0 2-30,0-2-34,0 1-28,0-1-24,0 0-18,0-1-14,0 0-22,0 0-31,0 0-56,0 0-69,0 0-30,0 0-9,-2-1 9,-1-2 208</inkml:trace>
  <inkml:trace contextRef="#ctx0" brushRef="#br2" timeOffset="127602.8145">6010 8871 231,'0'0'391,"0"0"-22,0 0-38,0 0-42,0 0-42,0 0-26,0 0-17,0 0-10,1 0-8,0 0-7,0-1-7,2-1-11,-1 1-11,1-1-15,2-1-12,0-1-17,0 2-16,0 0-17,2-2-16,-2 0-12,1 0-9,3 2-8,-3-2-6,3 0-6,-3 0-4,2 1-4,-1-1-3,2-1-3,-1 1-2,0 1-2,2 0 0,-3-1 1,3 0 2,-2 1 0,-1-1 0,3 0-1,-2 0 1,-1 0-2,1 0 1,0 2 0,-3-1 1,1 0 2,0 1 0,0-2 1,-3 1-1,1 1 1,1-1-1,-3 0-2,2 2 0,-3-1 0,2-1 0,-2 2 1,0-1-1,1 2 1,-1-1-1,-1 0-2,0-1-1,0 1 1,0 1 1,0-1-1,0-1 1,0 1 0,-1 1 1,-1-1 0,1 0-1,0-1 2,-2 2 0,2 0-1,-1 0-2,-1 0 2,2 0 1,-4 0-1,3 0 1,-1 0 0,-2 0 0,1 2 2,-1-1-1,2 0 1,-2 2-1,0-1 0,-1 2 0,-1-1 0,2 1 2,-2 1 1,1-1-2,-3 3 0,3-1 3,-2 1-2,1 0 1,-1 0-2,0 1 1,-1 1-2,0-1 1,2 1-2,-3-1 1,2 0-1,1 1-1,-3-1 1,3 1 0,-2-1 0,3 0-1,-3 1 1,3-2-1,-2 0-3,1 0-1,2 1-6,-1-3-6,0 3-9,1-3-13,1 1-17,0 0-20,-1-2-26,1 0-27,2 1-25,-2-1-22,2-1-17,-2-1-18,3 1-9,-2 1-11,2-3-7,1 1-8,-1-1-20,0 2-23,-1-1-42,2-2-56,0 0-8,0 0 10</inkml:trace>
  <inkml:trace contextRef="#ctx0" brushRef="#br2" timeOffset="127931.9693">5940 8807 0,'1'-4'343,"2"0"-15,-2 1-35,-1 1-33,1-1-35,1 2-22,-1-2-16,0 2-7,-1 0-1,1 0-1,1 0-2,0 1-5,-2-1-5,1 0-6,0-1-6,1 1-4,-1 1-5,2 0-5,-1 0-8,-1 0-7,3 1-7,0 1-10,-2 0-10,3-1-5,-1 1-2,0 1-3,2-1-1,0 2-3,-1-1-4,2-1-9,1 2-9,-1 0-9,2 0-6,0 0-7,-1 0-5,2 1-2,-1-1-1,2 0-3,-2 1-3,2-1-2,-1 3 0,0-1-2,0-2-3,1 3-1,-1-2-3,-1 0-1,1 2-2,-2 0-3,2 0 0,-1-1 0,1 0-1,-3-2 0,2 3 0,-1-2-2,-2 0-3,1 2-1,-2-3-1,0 1 0,1 0 0,-2-1-1,1 0 2,-1 0 0,-2 0 0,3-1-1,-2-1-1,-1 2 0,1-1 0,-2-1-5,1 1-4,1 0-6,-1-1-10,0-1-12,-1 2-16,0-2-17,-1 1-20,1-1-32,1 2-39,-1-2-45,0 2-49,-1-1-42,1-1-38,-1-1-79,0 0-97,0 0-41,0 0-14,0 0 2,0 0 9,0 0 17,0 0 528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0" units="cm"/>
          <inkml:channel name="Y" type="integer" max="20400" units="cm"/>
          <inkml:channel name="F" type="integer" max="4095" units="dev"/>
        </inkml:traceFormat>
        <inkml:channelProperties>
          <inkml:channelProperty channel="X" name="resolution" value="1259.84253" units="1/cm"/>
          <inkml:channelProperty channel="Y" name="resolution" value="1285.44421" units="1/cm"/>
          <inkml:channelProperty channel="F" name="resolution" value="0" units="1/dev"/>
        </inkml:channelProperties>
      </inkml:inkSource>
      <inkml:timestamp xml:id="ts0" timeString="2025-09-08T19:00:37.936"/>
    </inkml:context>
    <inkml:brush xml:id="br0">
      <inkml:brushProperty name="width" value="0.05292" units="cm"/>
      <inkml:brushProperty name="height" value="0.05292" units="cm"/>
      <inkml:brushProperty name="color" value="#D99694"/>
    </inkml:brush>
    <inkml:brush xml:id="br1">
      <inkml:brushProperty name="width" value="0.05292" units="cm"/>
      <inkml:brushProperty name="height" value="0.05292" units="cm"/>
      <inkml:brushProperty name="color" value="#FF0000"/>
    </inkml:brush>
    <inkml:brush xml:id="br2">
      <inkml:brushProperty name="width" value="0.05292" units="cm"/>
      <inkml:brushProperty name="height" value="0.05292" units="cm"/>
      <inkml:brushProperty name="color" value="#548DD4"/>
    </inkml:brush>
  </inkml:definitions>
  <inkml:trace contextRef="#ctx0" brushRef="#br0">19448 3804 0,'0'0'14,"0"-1"304,0 1 1,0-1-65,0-1-92,0 2-49,1-1-30,-1 0-9,1-1-4,-1 2 2,0 0 2,0 0-2,0 0 1,0-1 0,0 0-3,0 1 0,0 0-1,0 0-2,0 0 0,0-1-1,0-1 0,0 2-2,0 0 0,0 0 1,0 0 2,0 0 0,0 0 1,0 0 0,0 0 1,0 0 0,0 0 1,0 0-1,0 0-3,0 0-3,0 0-3,0 0-4,0 0-4,0 0-5,0 0-6,0 0-5,0 0-5,0 0-4,0 0-5,0 0-4,0 0-4,0 0-1,0 0-1,0 0-1,0 0-3,0 0-2,0 0-2,0 0-1,0 0-2,0 0 1,0 0 0,0 0 0,0 0-1,0 0 1,0 0 0,0 0-1,0 0 0,0 0 0,0 0-1,0 2 3,0 0 0,0-1 0,0 2 2,0-2 0,0 2-1,0-2 1,0 1-1,0 0 2,0 1-1,0-1 0,0 2-1,0-1 0,-1 1 1,0 1 0,-1-1-1,2 1 2,-1 0-2,0 1 0,0 0 1,-1 0-1,2 1-1,-1-1-1,0 0 0,-1 2 1,1-1-1,1 0 1,-1 1-2,-1-1-1,0 1 0,1-1-1,1 0 0,-1 1 0,0 0 1,-1-1-1,2 0 1,0 1-2,0 0-1,0-1 1,0 1 2,0-2 0,0 2 0,0-3 0,0 3 1,0-4 1,0 3-1,0-2 0,0 0-1,0 0 1,0-1 1,0 0 1,0 0 0,0-1 1,0-1-1,0 1 2,0-1-2,0 0 3,0-1 4,0 1 4,0-2 4,0 0 4,0 0 3,0 0 3,0 0 3,0 0 3,0 0 0,0 0 0,0 0 0,0-2 0,0 1 1,0-1-1,0-1-1,0 0-3,0-1-4,0-1-4,0 0-1,0-2-2,0 2-3,0-3-1,0 0-2,0-1 0,0 0-1,0-2-1,0 1-1,2-1-1,-2 0-2,1 0-3,0-1 0,-1-1-1,1 1-1,1-1-1,0 1-1,-1 1 0,-1 0 0,1-1-2,1 1 1,-1 0 0,0 0 0,1 2 0,0-2 0,-1 1 0,2 2 0,-2-2 0,3 2 0,-2-1 0,1 2-1,-1-1 2,2 1 1,-2 0 1,3-1-1,0 2 0,-1 0 0,0-1 0,2 1-1,-1 1 1,1 0 0,0-2 0,1 3 0,-1 0 0,1-1 1,-2 0-1,1 2 0,2-1 0,-2 0 0,-1 1-2,2 1-1,-2-1 1,1 0-1,0 1 1,-3 0 2,1 0-1,1 1-1,-2 0 0,0 1-1,1-2 1,-2 2-1,2 0 1,-1 0 0,-1 0 2,2 2 1,-3-2-1,2 1-1,-1 0-1,1 2 1,-1 0 1,-1 0-1,3 0 2,-3 1 0,2 1 0,-2 0-1,0-2-1,-1 4 0,0-2-1,0 0 1,0 2-1,0-2 0,0 0 2,-1 1 0,-2 0 0,2-1-1,-4 1 0,3 0-1,-2-2 0,-1 4 1,0-2 0,0 1-1,-1 0 1,-1-1 0,0-1-1,1 1 0,-1 0-1,-1-1 0,2 1-2,-3 0 1,3-2-2,-3 0-2,3 1 0,1-1-1,-2 0-1,1 0 1,-1 0 0,1-2 1,1 0-1,0 2 0,0-3 0,2 2-3,0-1 2,-1 0 0,2-1 2,-1-1 1,1 2 0,-1-1 2,2 0-2,1 0 0,-1-1-1,0 2-1,1-2 1,0 0 3,0 0-1,0 0 1,0 0-1,0 0-2,0 0 1,0 1 1,0 0 1,1 1 0,0 0 1,-1-2-2,1 3 2,1-2 1,1 2 1,-1-1-1,1 1 2,0-1 0,-1 1 1,2 0 0,2 1-1,-1 0-1,0-1 0,1 0 1,1 1 0,-1 1 2,1 0 0,1 0-1,0-1-2,0 2 0,-1-1 0,3 1-1,-2 0 1,0-1-1,1 1 0,0 0 1,-2-2 0,3 3 1,-2-2-1,0 0 0,-1 2 0,0-2 1,0 0 1,0 1 0,0 0 0,-1-1-1,-1-1 1,-1 0 0,2 0 1,-1 1 0,-1-2-1,-2 1 0,3-1 1,-2-1 0,-1 1-1,1-2-1,-1 2 1,0-2-1,0 2 2,-2-2 0,1 0 0,2-1-3,-2 2-3,0-1-3,-1 0-9,0-1-11,0 0-22,0 0-26,0 0-29,0 0-30,0 0-25,0 0-26,0 0-17,0-1-15,0-2-14,0 2-15,0-1-21,0 0-23,0-2-45,0 3-55,0-3-23,0 0-12</inkml:trace>
  <inkml:trace contextRef="#ctx0" brushRef="#br0" timeOffset="223.045">19916 3882 89,'2'-2'284,"0"2"-37,0-1-49,-1 0-43,3-1-38,-3 2-24,2 0-15,-1 0-7,-2 0-3,1 0-3,1 0 0,-1 0-2,-1 0-1,0 0-2,0 0-2,0 0-4,0 0-3,0 0-3,1 0-3,-1 0-3,0 0-5,0 0-5,0 0-4,0 0-5,0 0-7,0 0-9,0 0-14,0 0-15,0 0-16,0 0-14,0 0-16,0 0-12,0 0-16,0 0-15,0 0-17,0 0-31,0 0-38,0 0-57,0 0-70,0 0-25,0-2 78</inkml:trace>
  <inkml:trace contextRef="#ctx0" brushRef="#br0" timeOffset="1003.0297">20216 3704 0,'0'-2'228,"1"-1"57,1 2-43,-1 0-42,0-1-38,-1 2-29,2-1-25,-2 0-16,1 0-9,-1-1-6,0 2-7,0 0-6,0 0-4,0 0-7,0 0-6,0 0-8,0 0-8,0 0-5,1 0-5,0 2-5,-1-1-2,2 0-5,-1 0-1,0 2-1,-1 0 0,0 0 1,0 0 3,0 2 2,1-1 1,-1 2 1,0 1 2,0-1 0,0 2-2,0-2 1,0 3 0,0-1 0,0 2 1,0 0 1,-1-1-1,1 0-2,-1 3-3,0-3-2,-1 2-1,2-1-1,-1 1-2,0-1 0,0-1-3,-1 3 1,2-3 0,-1 1 0,0-1 1,-1 0-2,1-1 0,1 1-1,-1-2 1,-1 0 0,0 1-1,1-1 0,1-1 0,0 0 0,0-1-1,-1 0-8,0 0-7,1-2-13,0 1-10,0 0-11,0-2-6,0 2-7,0-2-6,0 0-7,0 0-6,0-1-6,0-1-6,0 0-4,0 0-3,0 0 3,0 0 5,0 0 10,1-1 9,0-1 9,-1 0 8,1 0 6,1 0 5,0-2 6,-1 0 6,-1 0 4,0 0 8,0-1 5,1 0 3,-1-1 5,2 1 4,-2 0 3,1-2 2,-1 2 4,1 0 3,-1 0 1,0 0 2,2 0 1,-2 1 3,1-1 2,0 2 4,0 0 3,-1-1 2,2 0 2,-1 2 0,0-2 3,-1 2-1,1-1 1,2 0-1,-2 1 0,0-1 1,-1 2-2,3-2 0,-1 2 1,-1-1-2,3 0 0,-1-1-1,2 1-1,-2-1 0,1-1 0,1 2-1,2 0 2,0-2 2,1 2 2,-1-1 5,0-1 0,2 3 2,-2-2 0,3-1 0,-2 1 0,0 0 3,1-1 3,1 0 3,-3 0 4,3 1 1,-2-2 0,-1 1 0,3 0-4,-2-1-5,0 0-1,-1 1-2,1-1-2,-2 0-1,1 0 0,0 0-1,-1 1-3,-1 0-4,1-1-1,-1 0 1,0 1 4,2-1 5,-4 0 5,2 0 5,-2 2 1,-1-1 3,3 0 1,-4 1 4,2-1 0,-2 0-2,-1 0 1,1 0 0,-1 0-3,0 1-4,0-1-5,-1 1-5,1-1-4,-1 0-4,0 0-4,-1 1 0,1 1-3,0-1-3,0-1-3,-2 3-1,2 0-3,1-1-2,-1 1 0,0 0-1,-1-1-2,2 2-3,-1 0-1,0 0-1,-2 0-1,2 0 1,-1 0-2,0 2 0,-1 0-1,0 0 0,2 0 0,-2 1 0,1 1-1,-2 0-1,2 0-1,-2 1-1,0 1 1,2-1 0,-1 2 0,2-1 1,-2 1-1,2 1 0,-2 1-1,0-1 0,2 0 1,-2 1 0,2 1 1,-1 0-2,-1 1 1,3-1 3,-1-1-1,-3 2-2,3 0-1,1 1 0,-1-1 0,0-1 2,-1 2-1,2-3 0,-1 2 1,0-1 1,0 1 0,-1-1-2,2-2 1,-1 3-1,0-2 3,-1-1 1,1 1 0,1-2-2,-1 0-1,-1 0 1,2-1-7,0 1-10,0-2-19,0 1-21,0-1-24,0-1-22,0 0-21,0-2-23,0 2-19,0-1-16,0-1-16,0 0-13,0-2-24,0 0-28,0 0-48,0 0-60,0 0-29,0 0-15,0 0 7,0 0 360</inkml:trace>
  <inkml:trace contextRef="#ctx0" brushRef="#br0" timeOffset="1237.4359">20701 3941 0,'1'-2'95,"-1"1"227,1 0-25,2-1-44,-2 2-47,0 0-33,-1 0-24,1 0-8,-1 0 0,0 0 0,2 0 3,-2 0 1,0 0 0,0 0-1,0 0-4,0 0-8,0 0-8,0 0-11,1 0-11,0 0-12,-1 0-12,1-1-14,-1 1-11,0 0-11,0 0-11,0-1-8,0 1-7,0 0-12,0 0-11,0 0-19,0 0-25,0 0-25,2-1-25,-1-1-24,0 2-21,-1 0-18,1 0-18,1 0-19,1 0-21,-3 0-40,1 0-51,3 0-51,-1 0-52,-1 0-11,2 0 7</inkml:trace>
  <inkml:trace contextRef="#ctx0" brushRef="#br0" timeOffset="1753.0324">21108 3828 158,'6'-4'347,"1"-1"-40,0 1-62,-1-1-49,-1-1-40,3 2-16,-3 0-4,0-1 0,1 1 4,-1-1 4,-1 0 1,-1 1 2,2-1 3,-2-1 1,-1 2 0,1 0-4,-1 1-6,-1-1-9,1 1-13,0-1-14,-1 0-9,-1 0-11,0 1-9,0 1-11,-1-1-12,-1 2-9,-1-2-9,2 3-9,-3-1-9,2 0-6,-2 1-5,-1 0-2,0 1-2,0 0 1,-2 1-1,0 0 0,1 1-1,-2-1 0,0 1 0,-2 2-1,3-1 0,-2 2-1,0 0-1,2-1 0,-2 2 2,2-1-1,-1 1 1,1 0 0,-1-1 1,2 3-2,2-2-1,-1 1 1,0-2 1,2 1 0,0-2 1,1 3 0,-1-3 0,3 3 0,-1-3 0,1 2-1,0-1-1,1-2 0,-1 3-1,3-2-1,-1 0 2,-1 2-1,3-2 1,0 0 2,1 1 0,-1 0-1,1-1 1,1 0-2,0 0 0,0 0-1,0-1 1,2 1 0,-2 0 2,3-1 0,-2 0-1,1 1 0,-1 0 0,-1 0-2,3 0-1,-3-1-1,3 1 2,-3 0 1,0-1 3,2 0-1,-2 1 0,0 0 0,-1 0 0,0 0 1,0 0-1,0 0 1,-3 2 0,2-2 1,-2 0 2,0 1 1,-1 0 0,1-1-2,-1 1-3,-1 0 0,0 0 2,-1 0-1,-1 0 2,0-1 0,-1 1 2,-2 0 1,0-1 5,0 0 1,-1 2 4,0-2 2,-1 0 4,0 0 6,-3 0 5,3 0 4,-2-2 1,-1 3 1,0-4-2,2 2 2,-2-1 0,1-1-1,-1 1 1,1-1-3,-2-2-2,1 1-2,2-1-6,-1 0-4,0-1-2,2 1-4,-2-2-3,2-1-2,-1 0 1,1-1-3,-1 1-3,3-1-4,-1-1-5,-1 1-10,0-1-13,1-2-17,0 0-18,1 1-39,0 1-47,1-3-45,-2 2-43,2-1-44,2 1-43,-1-1-73,2 0-86,-1 0-42,-1 1-25,3-1-5,-1 2 3</inkml:trace>
  <inkml:trace contextRef="#ctx0" brushRef="#br0" timeOffset="2954.0826">7009 3518 13,'2'-2'344,"-1"0"-26,-1 1-41,1 0-46,1-1-50,-1 1-30,0 1-17,-1 0-5,0 0 0,0 0 1,0-1-1,0 1-2,0 0-2,0 0-3,0 0-5,0 0-7,0 0-8,0 0-11,0 0-11,0 0-10,0 0-10,0 0-10,0 0-7,0 0-9,0 0-11,0 0-5,0 0-6,0 0-3,0 1-5,1-1 0,1 3 3,-1-1-2,0 2-2,-1-1 2,1 2 0,2 0-1,-2 2-1,0-1 0,-1 1 4,1 2-1,-1-1 0,0 1-2,0 3 1,0-3-3,0 3-1,0-1 1,-1 2 0,1-2-1,-1 3-4,0-1-1,-2 0 2,2 1-1,1-1 0,-2 2 1,-1-1-1,3-1 1,-2 2 0,-1-1 1,2-1 1,-2-1-2,2 1-1,-1-1 1,0 1 3,1 0 1,1-2-1,-1-1-1,0 1-1,-1-1 0,1-1 2,1-1 1,0 0 2,0-1-2,0-1-1,0 1 0,0-1 2,0 0-2,0-2 0,0 1 0,0-1-1,0-1 0,0 0 0,0 0-1,0 0-1,0-1 0,1-1 0,1 0 1,0 0 0,-1 0 1,3-1 1,0 0 1,-2 0 0,2 0 0,1 0 1,1 0 0,-1 0 0,0-1 1,3 0-1,-2 0 0,0 1-2,3-1-1,-3-1 1,4 0-1,-3 0-1,2 0 1,-3 0 1,2-1 0,-1 3-2,1-3 1,0 2 1,-2-1 1,2 0 1,-2 0-1,0 0 0,1 0-1,-1 0-1,-1 1 0,-1 0 1,-1-1-7,2 2-8,0-2-15,-2-1-18,-1 2-22,3-1-24,-3 1-23,1-1-20,0 0-18,-1 0-15,-1 0-17,2 0-15,-2-1-33,3 3-43,-3-3-56,0 0-67,-1 0-19,1-1 0</inkml:trace>
  <inkml:trace contextRef="#ctx0" brushRef="#br0" timeOffset="3197.0881">7361 3788 163,'0'2'320,"0"-1"-50,0 2-73,0-1-50,0 0-39,0 0-18,0 0-10,1-1-3,-1-1 0,2 1 1,-1-1 2,0 2-1,-1-1 1,0-1-2,0 0-1,0 0-5,0 1-3,0-1-5,0 0-4,0 0-7,0 2-7,0-2-8,0 0-7,0 0-7,0 0-4,0 0-7,0 0-5,0 0-13,0 0-13,0 0-19,0 0-19,0 0-17,0 0-16,0 0-14,0 0-13,0 0-16,1 0-19,-1 0-41,0 0-48,0 0-58,4 0-60,-2-2-19,2 2 123</inkml:trace>
  <inkml:trace contextRef="#ctx0" brushRef="#br0" timeOffset="3524.8166">7736 3596 139,'1'-2'358,"1"0"-29,-1 1-42,0 0-56,-1 1-62,0-1-32,0 0-19,0 1-11,0 0-8,0 0-6,0 0-7,0 0-6,0 0-9,0 0-4,0 0-5,0 0-5,0 1-6,0 0-2,0 1-2,0 0-1,0 1-1,0 1 2,0 0 2,0 0 3,0 1 1,0 0 0,0 2 1,0 1-2,0-2-2,1 2-3,1 1-2,-1-1-5,0 3-5,-1-2-2,0 0-4,1 1-3,1-2-3,0 3-6,-2-2-5,0 3-2,1-2-1,0 0-2,1 1-1,-1-1-2,-1 0 0,0-1-1,0 2 2,0-2 0,0 0-1,0 1 0,0-2-4,0 0-2,0 1 0,0-2-9,0 1-14,0-1-18,-1 0-17,-1-2-19,1 1-17,0-1-17,1-1-13,-2 0-14,0 0-12,1 0-9,1-3-9,0 3-6,0-3-6,0 2 1,0-3 6,0 0 10,0 0 10,0 0 6,0 0 6,0 0-3,0 0-4,0-3-10,-1-2-12,0 2-11,-1-2-6</inkml:trace>
  <inkml:trace contextRef="#ctx0" brushRef="#br0" timeOffset="3936.1146">7720 3791 0,'0'-3'41,"0"0"146,0 0-16,0 0-19,0 2-25,0-1-22,0 1-24,0 1-14,1-1-12,1 0-6,-1-1-5,0 2-1,-1 0 0,1 0 1,2 0 1,-2 0 2,4 0 0,-3 0 2,2 0 3,1 0 3,0 0 1,1 0 1,1-1-1,1 0 1,-2 0-2,2-1-2,1 1-3,-2-2-4,3 2-2,-1 0-2,1-2-3,-2 0-1,2 0-3,-1 0-2,2 0-2,0-1-2,-2 0-2,2-1-1,-2 2-1,1 0 1,-1-3 2,0 4 2,0-4 5,0 1 2,-2 2 0,2-2 1,-3 1 4,0 1 4,2 0 4,-2-1 5,-1 0 4,1 0 4,-2 1 4,0-1 2,-2-1 1,3 2 0,-4-2-3,2 1-1,-2-1 1,-1 1-2,1-1 0,-1 0-3,0 1-2,0-1-6,-1-1-4,1 2-4,-1 0-6,-1 1-3,1 0-5,0-1-1,-1 0 0,-1 1-2,2 0 0,0 1-1,-1-1-2,1 2-4,1-1-4,-1 0-3,0 1-2,-1 0-1,1-1 0,1 2-1,0 0-1,-1 0-1,-3 0-2,3 3-2,-1-2-4,-1 3-2,2 0-1,-3 0 0,1 1 3,1 0 0,-3 2 0,3 1 0,-1-1 1,2 2 1,-2-1-1,2 1-2,-1 2 0,-2-1 0,3 0 0,-2 2 2,2-1 0,-1 2 0,-1-2-3,3 1 0,-1 1 1,-1 1-1,1-1-1,1 0 0,0 0 0,0 0 1,0 0 2,0-1 0,0 1-2,0-1 1,1-2 2,1 2-1,-1-1 1,-1 0-1,1 0 0,1-2-7,-1 1-8,0-2-16,-1 0-18,1 0-28,1-1-34,-1-1-28,-1 1-27,0-1-23,0 0-20,0-2-17,0 1-17,0-1-30,0-1-38,0 0-60,0 1-72,0-4-22,0 0 0</inkml:trace>
  <inkml:trace contextRef="#ctx0" brushRef="#br0" timeOffset="4158.1209">8171 3821 263,'0'0'361,"0"0"-36,0 0-58,0 0-44,0 0-38,0 0-17,0 0-9,0 0-6,0 0-4,0 0-7,0 0-5,1 0-9,-1 0-11,1 0-11,-1 0-12,2-1-14,-1 0-15,-1 1-15,0 0-12,0 0-17,1-2-18,-1 2-26,0 0-28,0-1-30,1 0-32,1-1-23,-1 2-20,0-1-25,0 0-26,3 0-54,-2-1-64,1 2-52,1-1-43,-2 1-17,2 0-7</inkml:trace>
  <inkml:trace contextRef="#ctx0" brushRef="#br0" timeOffset="4738.1247">8526 3770 0,'3'-4'192,"0"2"173,1-1 2,-1 0-49,-1-1-72,2-1-40,-2 2-26,3-2-10,-4 1 0,2-1-1,-2 1-3,2-1 0,-2 0-2,0 1-6,-1-1-9,1 0-9,1 0-10,-1 1-10,-1-1-10,0 1-9,0 0-11,0 0-10,0 0-8,0 2-9,0-1-10,0-1-6,0 2-7,-1 1-5,-1-1-3,1 1-5,0-1-5,-2 2-4,1 0-5,-2 0-4,2 0-5,-3 0-2,1 2-4,-1 0 1,0-1 1,-2 2 1,0 0 0,0 1-1,0 0-1,0 0 0,-1 1-1,0 0 1,1 2-1,-1 0 1,2 0 2,-3 0 0,3 2-2,-1-1 0,0 1-2,1-1 2,0 1 1,1 1 1,1-2-2,1 2 1,-2-1 1,1-1-2,1 1-1,2-1 0,-1-1 0,0 1 0,2-1 3,0 1 0,2-2-1,-1 1 0,0-1-1,2 0-1,-1 0-1,2-2 2,2 1-1,-1-1 1,1 1 2,3-2 0,-3 1-1,4-1-1,-2-1-1,1 1 0,2-2 1,0 2-1,-1-2 0,1 1 0,0-1 1,-1 0 0,1 0 2,-1-1-1,1 2-1,-2-1 0,2-1 2,-1 2 0,-3 0 0,1-1 0,2 2-2,-4-2 0,3 2 1,-3-1 0,-1 1 0,2 0 0,-2-1 1,0 2 1,1-2 0,-2 0-1,0 2-1,1 0-1,0 0 0,-3-1 0,2 1 1,-1 0 1,-1-1 0,-1 2 0,3 0-1,-3-1-1,-1 1-1,0 0 0,0 0 1,0-1 1,0 3 0,-1-2 0,-1 0 3,-1 2 0,2-2-1,-3 0 0,2 2-2,-1-2 1,-3 2 2,2-1-1,0 0-1,1-1 1,-2 1 0,-1-1-1,1 1 1,0-1 0,-1-1 0,-1 1 1,2-1 1,-2-1 3,1 1 0,-1-1 1,1 0-1,0 0 2,0-1 3,-3-1 1,3 0-2,-3 0 1,3-1 1,-3 0-1,3 0-3,-2 0 0,0-1 0,-1-1 0,2 1-1,-1-3 0,2 2 0,-3-2-3,3 0-2,-2 1-5,0-1-5,1-1-9,0 1-11,1-1-20,0 0-25,0 1-41,1-1-48,-1-2-39,2 2-33,0 0-34,0 0-37,3 0-74,-1 0-93,0 0-42,2-2-19,0 3 0,2 0 7</inkml:trace>
  <inkml:trace contextRef="#ctx0" brushRef="#br1" timeOffset="64739.9759">3216 5096 9,'0'0'166,"0"0"-19,0 0-20,0 0-17,0 0-19,0-1-16,0 0-14,0 1-7,0 0-7,0-1-1,0 1 1,0 0 2,0-2 3,0 1 1,0 1 2,0 0 3,0 0 5,0 0 6,0-1 5,0 1 7,0 0 7,0 0 6,0 0 9,0 0 6,0 0 7,0 0 3,0 0 2,0 0 2,0 0 0,0 0-1,0 0-3,0 0-6,0 0-6,0 0-8,0 0-10,0 0-9,0 0-10,0 0-10,0 0-7,0 0-10,0 0-9,0 0-6,0 0-5,0 0-5,0 0-4,0 0-3,0 0-2,0 0-1,0 0-2,0 0-2,0 0-1,0 0-2,0 0-2,0 0 0,0 0 2,0 0 0,0 0 2,0 0-1,0 0 2,0 0-3,0 0 0,0 0 0,0 0 2,0 0-1,0 0-1,0 0 2,-2 1 2,2-1 0,0 1-3,0 1-1,0-1 0,0 0 0,0 2-2,0-2 2,0 2 1,0-1 1,0 1-2,0 1 1,0-2 1,0 1-1,0 1-2,0 0 1,2 0 1,0-1-1,-1 2 1,0-1 0,-1 0 0,1 0 0,1 1 0,-1 0-1,0-1 0,0 1 0,2 0-1,-2 0 0,0 0 1,3-1-1,-3 2 0,0 1 0,2-3-1,-2 2 1,0 0-1,2-1 1,-3 1 0,1 0 1,0-1-1,1 0 0,-1 2 0,-1-2 0,2 0 0,0 0 1,-1 1 0,0-2 0,-1 1 1,1-1 0,1-1-1,-1 0 0,0 1-1,-1 0 0,1-2 0,-1 2 1,2-2-1,-2 1-1,1-2-1,0 2 2,-1-2 0,0 0 1,0 1 0,0-2-2,0 1 0,0 0 0,0-1 1,0 0 0,0 0-1,0 0 1,1 2 1,-1-2 0,0 0 2,3 0 0,-2 0-2,0 0 1,-1 0 2,1 0-1,1 0 2,-1 0-1,0 0-1,2 0 2,-2 0-1,3 0 0,-1-2-2,1 1 0,0 0 0,0 1-1,-1-2 0,2 1 0,0 1 0,0 0-1,1-1-1,-1-1 0,0 2 2,0 0-1,1-1-1,-1 0 1,2 1 0,0 0 2,-2 0 2,1 0-2,2 0 0,-2 0-1,-1 0-2,2 0 1,0 0 1,0 0 0,-2 0 0,1 0 0,2-2-1,-2 2 0,-1 0 0,2 0 0,1-1-2,-2 0 0,3 1 2,-3 0 1,3-1 0,-2-1 1,-1 2-2,3-1 2,-2 0 0,2 1 0,0-1-1,-1 0 1,0 0-1,2 1 1,-3-1-1,2-1 0,-3 1-2,2 0 0,-1 1 0,1-2 0,-1 2 0,0-1 0,1 0 0,-1 1-1,1 0 1,-1-1 0,1 1-1,-2-1 1,3 0 0,-2 0 2,3 1 2,-2-2 1,0 1-1,1 0 1,0 1-1,-2-1 0,3-1 0,-1 1 0,1 0-1,-2 1 0,2-2 3,-1 1-1,2 0-1,-2 1-3,-1 0 1,0-2-1,2 1 0,-3 0 0,3 1 0,-2-2 0,-1 1 1,3 0 0,-4 1 1,3 0-1,-3-1 0,3 1-1,-3 0 2,2 0 1,0 0 0,1 0 1,0 0 0,-2 0 1,3-2-2,0 1 0,1 1-1,-2-1 1,3 1 0,1-1 0,-2 0 1,3 0 0,-2 1 0,2 0 0,-2 0-2,0-1 0,2 1 1,-3 0-1,3 0-1,-2 0 0,0 0 0,0 0 1,-1 0 0,0 0-1,1 0 1,-1 0 0,-1 0-2,0 0 1,-2 0 0,2 0-1,-1 0 0,2 0 1,-2 0 1,1 0 1,-2 0-1,2 0 2,-1 0-1,1 0 1,0 0-1,1 0 1,0 0 0,-1 0 1,1 0-1,-1 0 0,2 0 0,-1 0-1,-1 0 2,1 0-2,-1 0 2,1 0-2,0 0 0,-1 0-2,1 0 0,-2 0 0,2 0 0,-1 0 0,1 0-1,0 0 1,-1 0 0,1 0-1,0 0 0,0 0-1,0 0-1,-1 0 1,1 0 0,-1 0 1,1 0-1,-1 0 1,2 0 0,-1 0 0,1 0 0,-1 0-1,0 0 1,-1 0 1,1 0 0,-2 0 1,2 0 1,-1 0-1,1 0 0,0 0 1,-1 0-1,1 0 0,-1 0 0,2 0 0,-1 0-1,-3 0 2,2 0 0,0 0-1,1 0 0,0 0 0,0 0-1,-1 0 0,1 0-1,0 0 1,-1 0 0,1 0 1,-1 0 0,1 0-1,-1 0 0,0 0-1,1 0 0,-2 0 0,1-2 1,-1 2 0,0 0 0,-1 0 0,2 0 0,-3 0-1,3 0 1,-2 0-1,0 0 1,1 0 0,0 0 1,-2 0 0,2 0-2,0 0 1,-2 0-1,3 0 0,-4 0 1,3 0 0,-3 0 1,2 0 0,0 0 2,1 0 0,0 0 0,-2 0-2,3 0 1,-2 0-2,1 0 0,0 0 0,1 0 0,0 0 2,0 0 0,-1 0-1,1 0 0,-2 0-1,2 0-2,-1 0 0,2 0 0,-1 0 0,-1 0 1,1 0 1,-2 0 1,2 0 0,-2 0-2,-1 2-1,3-1 1,-2-1-1,0 1-1,1 0 1,0 0 2,-2-1 0,3 1-1,-4 0 0,3 1 1,-3-1 0,2-1 0,-1 0 0,1 0 0,0 1 0,0 0 1,0 1 0,1-2 0,0 0-1,-2 1 1,2 0 0,2 1 0,-1-2 1,-1 0-1,1 1-1,-2 0-2,2 1 0,0-2 1,0 1-1,0 0 0,0 1 1,-1-1 1,1-1 0,-2 1-2,1 0-1,0 1 1,-1-2 0,1 1 0,-2 0 0,1 0 2,-2 0 0,3-1 0,-3 1-1,3 0 1,-3 1-2,3-2 0,-2 1 0,-1 0 2,3 1 0,-3-2-1,3 0 0,-2 0 0,1 1 0,3-1 1,-1 0 0,0 0 0,1 0-1,-1 1 0,1 0 1,2 0 0,-2-1 0,0 1-1,0 0 0,2 1 0,-1-1 1,-2-1-1,1 1 0,0 0 1,-1 1 0,0-2 0,-1 1 1,2 0 0,-3 1-1,0-1-1,1-1-1,0 0 1,-2 1-2,2 1 0,-2-2 0,0 1 1,1 0-1,-2 1 0,3-1 0,-3-1 1,3 1 0,0-1-1,-2 0 1,3 1 2,-2-1 1,1 0 0,0 0 1,1 0 0,0 0-1,1 0 2,0 0-2,-1 0 0,1 0-1,-1 0-1,2 0 0,-1 2 1,-3-1-2,2-1 0,-1 1-1,1 0 1,-3-1 0,1 1 0,2-1 0,-3 1 0,2 0 1,-3-1 1,3 0 1,-3 0-1,2 0 1,-1 0 0,1 0 0,0 0 0,-2 0 1,3 0 0,-3 0-1,3 2 2,0-2 0,-2 0 3,3 0 0,-2 0-1,0 0 0,2 0 0,0 0 1,-1 0 1,1 0 2,0 0 0,1 0 0,0 0 1,-1 0-1,1 0-1,0 0-1,2 0-2,-1 0 0,-2 0 0,2 0 0,1 0 1,-2 0 0,-1 0-1,0 0-2,1 0-2,1 0 0,0 0 1,0 0 1,-1 0 1,1 0 2,0-2-3,-2 1 1,2 0 0,2 1 2,-2-1-1,1 0 1,-1 1 1,2 0-1,-3 0 2,3-1 0,-2 1-1,-2 0-2,2 0 0,0 0-1,-2 0 1,-1 0-2,0 0 0,1 0-1,-2 0-1,0 0-1,0 0-2,-2 0 0,3 0 0,-3 0 0,0 0 2,0 0 0,1 0 1,0 0-2,-2 0 1,0 0 0,0 0 0,1 0 0,-1 0 0,0 0 0,1 0 0,0 0 0,1 0 1,0 0 0,-1 0-1,3 0 0,-2 0-1,1 0 1,3 0 0,-1 0 0,-1 0 1,2 0 0,-1 0-1,0 0 0,-1 1 0,0 0 0,0 0 1,1-1-1,-2 1-1,0 0 0,0 1-1,-1-1 1,1-1 0,-1 1 0,-1 1-1,0-1 2,1-1 0,0 0 0,-2 0 1,1 0 1,3 0-2,-3 0 0,3 0 1,-2 0-1,3 0 0,-2 0 0,2 0 0,-2 0 0,3 0 2,0 0-1,1 0-1,0 0-2,-2 0-1,4 0 0,-2 0 1,1 0 1,-1 0 1,0 0 0,0 0 1,0 0 0,-1 0-2,1 0 0,-1 0 0,-1 0 1,1 0 0,-1 0 1,-2 0 0,0 0-1,2 0 0,-4 0 1,3 0 0,-3 0 0,-1 0 0,2 0 1,-2 0-1,0 0 0,1 0 1,-1 0-1,1 0 0,1 0 1,-1 0-1,-1 0 2,2 0-1,1-1 0,-2-1 0,4 1-2,0 1 1,0-1 0,1-1 1,-1 1-2,4 0 0,-2 1 0,2-1 0,0 0 0,-1 0 0,2 1 0,1-1-1,-2-1 1,0 1 0,-1 0 0,2 1 1,-2 0 0,-1 0-2,2 0 1,-2 0 1,-2 0 1,1-1-1,-1 1 0,-1-2-1,-2 1 1,2 1-1,-3-1 0,2 1 1,-1 0 0,-2 0-2,1 0-1,2-2 0,-2 1 1,-1 1 1,2 0 0,0-1 0,0-1 0,-1 1-1,-1 0 1,4 1 0,-3-2-1,3 1-1,-2 0 2,2 1 0,0-1 1,-1-1 0,2 1-1,0 1 0,1 0 0,0 0 1,0 0 0,0 0-2,1 0 1,-2 0 1,1 0 0,-1 0 0,0 0 0,0 0-2,1 0 0,0 0 1,-1 0 0,1-1 1,1 1-1,0 0-1,-1-1 1,0 0 0,2 0-1,-1 1-1,0 0 0,1-1 1,-1 1 1,1 0 2,1 0 0,-1 0-2,2 0 1,-2 0-1,2 0-1,-1 0 0,1 0 1,0 0 0,-1 0 0,2 0 1,-1 0 0,0 0 0,0 0-1,1 0 0,-1 0-1,0 0 0,0 0 1,-1-2 1,1 1 1,0 0-1,-1 1 1,1-2-1,-1 1-1,-1 0 1,0 1 0,-1-1 0,2 0-1,-3 0 3,3 0-1,-2 1 1,-2-2-1,2 1 1,1 0 0,-2 1 0,0-1-1,0-1 1,-1 1 0,1 0 1,-1 1 1,2-2 1,-1 1-3,-1 0 0,1 1 2,-1-2-1,1 1 0,0 0-1,-1-1 1,1 0 0,0 1 0,3-2 0,-2 2-2,1 0 0,3 0-1,-1 0 0,0 1 0,1-1 1,0-1-1,0 1 1,-2 0-1,2 1-1,0-2 1,0 2 0,1-1 0,-1 1 0,-1 0 2,-2 0-1,2-1 1,0 1-2,-1-1 1,-3-1-1,3 2-1,-2-1-1,-2 1 1,1-2 1,0 1 0,-2 0 0,2 1-2,-2-1 2,-1-1-1,0 1-1,2 0 1,-3 1 0,3-2 1,-3 1 0,0 0 1,0 1 0,2 0 0,0 0 0,-2 0-2,3-2 1,-2 1 0,0 0 0,1 1 2,2 0-1,-1 0 1,0 0-1,1 0 1,2 0-1,-1 0-1,-1 0 1,3 0-1,-2 0 1,2 0 0,-3 0-2,2 0 1,-1 0 0,-2 0 1,2 0 0,0 0 1,0 0-2,-1 0 1,0 0-1,2 1 0,-2-1 1,-1 1-1,1-1 1,-1 0 0,1 0-1,-2 0 2,1 0-1,0 0 1,-2 0-2,0 0-1,2 0 2,-3 0-1,3 0-1,-2 0 2,-1 0 0,1 0-1,0 0 0,-1 0 0,0 0 0,0 0-1,1 0 0,-1 0 0,0 0-1,0-1 0,-1 1 0,2 0 0,0-1 1,-1 1-1,0 0-1,0 0 1,1 0 2,1 0-1,-2 0 0,3 0-1,-3 0 0,1 0 0,2 0 0,-3 0 0,3 0 0,-2 0 0,0 0-1,1 0 0,0 0 1,-2 0-1,2 0-1,-2 0 0,3 0 1,-2 0 0,-1 0 1,3 0 0,0 0 0,-1 1 0,1 0 0,-2 1 1,2-2 0,-1 0-1,2 1-1,-3 0 0,0 1 2,1-2 0,-3 1-1,3 0 0,-3 1-1,3-1 0,-3-1 0,-1 0 0,2 0 0,0 0 0,-1 1 0,1-1 1,1 1 0,-1-1 0,1 2-2,-2-2 1,4 1 1,-3-1-1,3 2 0,-2-1 0,2-1 2,-2 1 0,2 0 0,-1 1-1,2-2-1,0 1-1,-1 0 1,1 1 0,-1-1 1,2-1-1,-1 1 0,-1 0 0,1 0 0,-1-1 0,0 1 0,-2 0-1,2-1 0,-1 2 1,2-2 1,-3 0 1,0 0 0,1 0 0,-2 0 1,1 0-2,-2 0 1,2 0-1,-2 0 1,1 0 0,-2 0-1,-1 0 1,1 0 1,1 0-1,-1 0 1,0 0-1,1 0 0,-1 0-1,0 0 0,0 0 1,1 0 0,-1 0 0,0 0 1,1 0 0,0 0-1,-1 0 0,2-2 0,-1 2-1,0 0 1,3 0 0,0 0 1,1 0-1,-2 0 1,4 0-2,0 0 0,-1 0-1,0 0 0,2 2 1,-2-1 2,0-1-1,0 1 0,0 0 0,1 1 0,-4-2 0,2 1 0,-2-1 0,-1 0-1,2 1 1,-3-1 1,3 0 0,-3 0 0,-1 0-2,2 0 0,0 0 0,0 0 0,-2 0 0,1 0 1,2 0-1,-1 0 0,-1 0 1,3 0 0,-3 0 0,3 0 0,-2 0 0,1-1 0,3 0 1,-1 1 0,0-2 0,1 1 0,0 0 0,3 1-2,0-1 0,0 1 0,0 0 0,2 0 0,1 0 0,0 0 0,-1 0-1,1 0-1,1 1 2,-1-1 0,-1 1-1,2 0-1,-2 1 0,0-2 2,-2 1 1,-1 0-1,2 1 0,-2-2 1,-1 0 0,-1 1 0,-1 0 0,1 1-1,-1-2 1,-1 0-2,1 0 2,-3 0 1,3 0 0,-3 0-1,0 0-1,0 0 1,0 0-1,-1 0 0,0 0-1,0 0-1,2 0 1,-2 0 2,0 0-1,3 0 0,-3 0-2,3 0 0,-2 0 1,1 0-1,0 0 0,1 0 1,0 0 0,0 0 1,0 0 0,0 0 0,2 0 0,-2 0-2,2 0 1,0 0 0,-1 0-1,1 0 1,-1 0 1,2 0-1,-1 0 0,-1 0-1,1 0 0,-1 0 1,1 0 0,-2 0 0,1 0-1,-2 0 0,2 0 1,-1 0 1,2 0 0,-1 0-1,-1 0 1,1 0 1,-2 0-1,2 0 1,-1 0 0,2 0-1,-3 0 1,0 0 0,1 0 0,0 0 0,-2-2 0,3 1 1,-2 1 0,-1-1 0,3 1-1,-3 0 1,2 0-1,0 0 0,-1 0-1,1 0 0,1 0 0,0 0 0,0 0 1,0 0 0,1 0 0,0 0-2,-1 0 0,3 0 2,0 0 0,-1 0 1,1 0 0,1 1 0,-2 0 0,3 1 0,0-2 0,0 1 0,0 0-2,0 1 1,-2-1 0,1-1 1,1 1-1,-1 0 0,-2 1-2,3-2 1,-1 1 1,-1 0-1,0 0 1,-1 0-1,2-1 1,-3 1 0,3 0 0,-1 1 0,0-2 0,-2 1 1,1 0-1,1-1 2,-1 0 0,1 0-2,0 0 0,-2 0 0,3 0 0,-2 0-1,1 0 0,-1 0-1,2 0 2,0 0 0,-2 0 0,3 0-1,-1 0-1,-1 0 0,1 0 0,0 0-1,-1 0 1,0 0 1,-1 0 0,1 0 0,-1 0 1,-1 0-1,0 0 0,-1 0-1,1 0 0,1 0-1,-2 0 1,-1 0 0,0 0 1,1 0 0,0 0 1,0 0-2,-2 0 0,0 0 0,1 0 1,1 0 0,-3 0 0,3 0 1,-2 0 0,1 0-1,0 0 0,1 0-1,0 0 0,0 0 1,-1 0 0,1 0 0,-2 0 0,2-1 0,-1 1-1,2-1 0,-2 1 0,2 0-1,0 0 0,-1 0 2,0 0-1,0 0-1,1 0 0,0 0-1,-1 0 0,1 0 0,0 0 1,0 0 0,1 0 1,-2 0-1,2 0 2,0 0-1,0 0 1,-1 0 0,0 0 1,2 0 0,-1 0 2,-1 0 0,3-2 1,-2 1-1,1 1-2,-1-1 1,2 1-1,-2 0 1,1-1-1,-1 1-1,2 0 1,-3 0 1,3 0-1,-2 0 0,-2 0-1,3 0 0,-1 0 0,-1 0 0,0 0 1,2 0 0,-3 0 0,1 0 1,-1 0-1,0 0 0,-2 0-1,2 0 1,-1 0 0,2 0 0,-2 0 0,1 0 0,0 0 0,-2 0 0,2 0 0,-1 0-1,2 0 0,-1 0 0,1 0 1,-1 0-1,3 0 0,-1 0-1,-2 0-1,3 0 0,-1 0 1,-1 0 0,0 0 1,2 1 1,-2-1-1,0 0 1,-1 0 0,1 0-1,0 0 0,-1 0-1,1 0 2,-1 0 2,0 0-1,-1 0-1,2 0 0,-2 0-1,1 0 0,-3 0-1,3 0 0,-2 0 0,0 0-1,1 0 1,0 0 0,-2 0 2,3 0 0,-2 0-2,0 0 0,1 0 0,0 0 1,-2 0 2,3 0 0,-2 0-1,-1 0-1,3 0 1,-3 0 0,3-1 0,-1 0 0,2 0-2,-2 0 0,1 1 0,0-2 1,0 1 1,1 0-2,-1 1 0,1-1-1,-1-1 0,1 1 0,0 0 1,-1 1-1,1-2-1,-1 1 1,3 0 1,-1 1 0,-2 0 0,3 0-1,-1 0 1,-1 0 0,0 0 0,2-2 0,-2 2 0,0 0 0,-1-1 0,2 1 1,0-1 0,-1 1-1,0 0 0,-1 0-1,1 0 0,0 0 0,-1-2 1,1 2-1,-1 0 0,2 0 0,-1 0 1,-1 0 1,1 0-2,-2 0 1,0 0 0,0 0 0,2 0 2,-2 0-1,0 0 1,-2 0 0,3 0 0,-2 0 0,0 0-1,1 0 0,0 0 1,-2 0 0,3 0 1,-3 0 1,1 0-2,3 0 1,-1 0 0,-1 0 0,1 0-2,-2 0 2,2 0 1,0 0-1,0 0 0,-1 2 0,2-2-1,-1 0-1,1 1-1,0 0 0,-2 1 1,3-2-1,0 0 2,0 1-1,-1 0 0,0 1-1,3-2 0,-2 1 0,1 0 1,-1 1 1,3-1 0,-1-1 0,-2 2 0,3 0 0,0 0 0,0 0-1,0-1-1,-1 2 0,2-2 0,-1 2 2,0-2 0,-1 1-1,1-1 1,-1 1 0,1 1 0,-1-2 1,-1 2-1,1-2 0,-2 0 1,2 1 0,-3-1 1,3-1-1,-2 0 0,2 1 0,-3-1-1,0 0 0,2 0-2,-3 0 0,1 0 0,-1 0 0,1 0 0,-2 0 0,1-1 0,-2 1 0,2 0 0,1-1 2,-3-1 0,-1 1-1,3 1-1,-2-1 0,0 1 2,0 0 0,-1 0-1,1-2-1,-2 2 0,3 0 1,-2-1-1,0 0 1,1 1-1,-2-1-1,3 1 1,-2-2 0,3 1 1,-2 0 0,0 1-2,1-1 0,0 1 1,-2-1 0,3 0 1,-2 1 0,1-1 0,0-1-1,1 1 0,0 0 1,0 1 0,-1-2-1,1 2 0,-3-1 0,3 1 2,-2 0-1,0 0 0,0 0 0,0 0 0,-1 0-1,0 0 0,-1 0 1,0 0 0,1 0 0,0 0-1,-2 0 0,1 0 1,2 0 0,-2 0 0,-1 0 0,2 0-1,0 0 0,1 0-1,-1 1 1,0 1 1,3-2 0,-1 1 0,1 0-1,-2 1 0,2-1 0,1-1-1,-1 0 0,1 0 1,-1 0-1,2 0 0,-1 0 1,-1 0 1,1 0 0,-1 0 0,1 0 0,-1 0-1,0 0 2,-1 0 0,0 0 0,0 0 0,1 0 0,0 0 0,-2 0 0,-1 0-1,3 0 2,-3 0-1,3-1-1,-2-1-1,0 2 0,1-1 1,0 0 0,-2 1 0,3 0 1,0-2 0,0 1 1,-1 0-1,1 1 0,-2-1 0,4 0 1,-1 0 0,-1 0 0,1 1 0,-1-2 0,0 1 0,-1 0-1,0 0 1,0-1-1,2 1-1,-2 0 0,1 1 0,-3-2 1,3 1 0,-2 0-2,0 1 0,1 0 0,0-2 1,-2 1 1,3 0-1,-2 1-1,0-2 1,0 1 0,-2 1 0,3-1 0,-2 1 0,2-1 0,-3-1-1,3 1 1,-2 0 1,-1 1 0,3 0 0,-3 0-1,3-1 1,-3 0 0,2 0-1,-1 1 1,1 0-1,0 0 2,-3 0 0,2-1 0,0 1-1,-1 0 0,-1 0 1,2 0-1,-1 0-1,-1 0 0,1 0-1,-1 0 1,1 0 0,1 0 1,-2 0-1,0 0 0,0 0-1,3 0 0,-2 0 0,1 0 0,-2 0 1,2 0 1,0 0-1,-1 0 1,-1 0 1,3 0 0,-1 0-1,-1 0-1,3 0 1,-3 0-1,3 0 0,-3 0 0,3 0 0,-2 0 1,0 0 0,1 0 0,-3 0 0,1 0 0,2 0-2,-2 0-1,-1 0 1,1 0-1,-2 0 2,0 0-1,-1 0 1,2 0 0,-1 0 0,-2 0-1,2 0-2,-1 0 1,2 0 2,-3 0 0,3 0 0,-1 0 0,0 0 0,0-2 0,0 2 0,1-1-1,0 0 0,1 1 0,1 0 1,0-2 0,-1 2 1,-1 0 0,4-1-2,-3 0 0,2 1 0,-1 0 0,-1 0-1,2-1 1,-2-1 0,0 2 1,0-1 0,1 1 0,-1 0 0,1 0-1,-2 0 0,0 0 0,1 0 0,-2 0 0,1-2 1,1 2 0,2 0 2,-3 0-1,1 0 0,0-1-2,0 0 1,1 1 0,0-1 1,-1-1 0,-1 1 0,3 0-1,-2 1 0,1-2-1,-2 1 1,0 1 0,-1 0 0,2 0-1,-1-1 0,0 1 1,0 0 0,-1 0 0,0-2-1,-1 1 1,1 0 1,0 1 0,-2-2 1,2 1-1,-2 0 0,2 1 0,-1 0 0,0 0 0,-2 0 1,2-1 0,-2 1 2,2-2 0,-2 2 1,2-1-1,-1 1-1,-1-1 2,3 1 1,-2 0 0,1 0 1,-2-1 1,2 1 0,-1-1 1,-1 1 2,2-1-1,-1 1 0,1-1 1,-1-1 0,0 2 0,0-1 2,-1 0-2,2 1-1,-2 0-1,3 0 1,-2-2-1,-1 2 1,2-1-1,-2 0-2,2 1-1,-1 0-2,-1 0 1,1-1-1,-1 1 0,1 0-1,-2-2 1,2 2 2,-2 0-1,0 0 0,0 0 0,0 0 0,0 0 0,0 0 1,0 0 0,0 0 0,0 0 1,0 0-1,0 0 1,0 0 0,0 0 0,0 0 1,0 0-1,0 0 1,0 0 0,0 0-1,0 0 0,0-1-1,0 1 0,0 0 1,0-2-1,0 1 0,0 0-1,0-2 0,0 1 0,0 0-1,0 0 0,0 2-1,0-3 1,0 2-2,0-2 0,1 2 1,0-3-1,-1 2 0,1 0 0,1-2-1,-1 1-1,-1 1 0,1-1 0,-1-1 0,0 0 0,0 0-1,0 1 0,0 0 1,0-2 1,0-1-2,0 2 1,0-1-1,0 0 0,0 1 0,0-1 2,0 1-1,0 0 1,0-1-1,0 1-1,0 1 1,0-2 0,0 1-1,0 0 1,0 1 1,0-1 0,0 1 0,-1-1 0,1 1-1,0 0 0,0 1-1,0-2 0,0 2 1,0 0 0,0-1 0,0 2 0,0-2-1,0 1 0,0 2 0,0-2 0,0 1 1,0 1-1,0 0 0,0-1 0,-1-1 1,1 1 0,0 1 0,0 0 0,0 0 0,0 0 0,0 0 0,0 0 0,0 0 1,0 0 0,0 0 0,0 0-1,0 0 1,0 0 0,0 0-2,0 0 0,0 0 1,0-1-1,1 1-1,-1 0 1,1-2 0,-1 1-1,1 1 1,1-1-2,-1 1 0,0-1-2,0-1-1,3 1-2,-3 0-1,2 1-5,-1-1-4,-1 0-8,2 0-7,-2 1-13,2-1-14,0-1-25,-3 1-29,2 1-55,-1 0-65,-1 0-80,0 0-83,1 0-76,-1 0-74,0 0-31,4 0-10,-3-1-3,2-1 3</inkml:trace>
  <inkml:trace contextRef="#ctx0" brushRef="#br2" timeOffset="76962.3443">1449 6293 89,'0'-1'275,"0"0"-34,0-1-39,0 2-32,0 0-31,0 0-16,0-1-11,0 0 1,0 0 4,0 1 7,0 0 10,0 0 8,0 0 9,0 0 6,0 0 4,-1 0 0,-1-1-4,1 1-4,1-1-7,-2 0-9,-1-1-11,2 2-9,-3 0-8,2 0-11,-2 0-8,2 0-9,-2 0-7,0 0-6,-2 2-8,1-1-3,0 0-4,-2 2-4,0 0-3,1 0-1,-3 1-1,3-1-4,-4 2-4,3 0-3,-2 1-4,-1 0-3,0 0-5,1 1-4,-2 0-3,1 1-2,-1 0-2,0 1 0,1 0 0,-1 0 0,2 3-1,-2-2-1,0 2-1,1-1-1,0 1-2,0 1 0,0 0 1,3 0-1,-2 0 0,2 0-2,-1 2 1,2-1-1,1-1-1,1 2 1,-2-1 0,4 0 1,-1 1 1,2-1-1,0 2-3,1-2 1,0 1 1,1 0-1,0-1 0,0 0 0,2 0-1,-2 0 0,4-1 0,-3 0 0,2-1-1,0-2 0,0 2 0,0-1 0,0-2 1,0 0 0,1 0-1,1-2 0,-1 1-4,-1-2-4,0-1-6,1 1-9,-2-1-9,1 0-14,1-2-13,0 1-28,-1-2-35,-1 2-37,1-2-39,0-2-34,2 0-31,-2 0-44,0 0-54,-1-2-61,2-2-66,-1 1-25,-2-1-7,1 0 7,-1-2 243</inkml:trace>
  <inkml:trace contextRef="#ctx0" brushRef="#br2" timeOffset="77343.3844">1732 6361 0,'0'-1'114,"0"1"241,0 0 4,0 0-48,0 0-72,0 0-63,0 0-59,0 0-29,0 0-17,0 0-5,0 1-3,0 2 1,0-1 3,0 2 2,0-1 1,0 1 3,0 1 2,0-1 0,0 3 0,0-1-1,0 2 0,0-1 1,0 2-3,0 0-2,0 1-1,0 1-3,0 0-4,0 0-2,-1 1-1,0 1-3,-1 1-4,0 0-3,2-1-1,-1 3-1,-1-2-3,1 2-3,0 0-2,1-1-4,-1 2-2,-1-1-3,1 0-2,0-1-4,1 0-2,-1 2-3,-1-2-1,1 0-3,1 0-1,-1-1-3,0-1-1,-2 2-2,2-2 0,1-1-1,0 0 0,0 1 0,-1-4-1,1 0 0,-1 1-2,-1-2 0,2-1-1,0 0 0,0-1-2,0-1-2,0 1-2,-1-3-13,1 2-14,0-3-31,0-1-38,0 2-33,0-3-31,0 0-27,0 0-22,0 0-35,0 0-40,0-3-68,0-2-83,0 1-35,0-2-18,1 1 2,1-2 269</inkml:trace>
  <inkml:trace contextRef="#ctx0" brushRef="#br2" timeOffset="77641.3415">2060 6708 318,'1'2'377,"0"1"-27,2-2-46,-2 2-57,2-1-59,-2 0-31,3-1-13,-2 0-5,1-1 2,-1 1 2,3 0 2,0 0-3,0 0-2,1-1-5,3 0-8,-2 0-8,2 0-11,1 0-10,1 0-12,-2 0-9,2 0-10,0 0-9,2-1-9,-1 0-6,-2 0-5,2 0-5,1 1-2,-2-1-3,-1 0-4,0-1-4,1 2-3,0-1-3,-2 0-1,1 0-2,-1-1-1,-1 2-2,1-1-2,0 0-2,-2-1-1,-1 2-1,2 0-1,-2-1-1,-1 0-3,1 1-5,-1-2-6,0 2-8,1 0-8,-2-1-13,1 1-18,-1-1-24,1-1-31,-3 2-29,2-1-29,-2 0-23,1 0-19,-2-1-22,0 1-24,1-1-39,-2 2-47,0-2-49,-2-1-50,0-1-14,1 2 3</inkml:trace>
  <inkml:trace contextRef="#ctx0" brushRef="#br2" timeOffset="77965.3904">2301 6558 5,'-1'-1'355,"-1"0"-15,1 1-22,0 0-55,1 0-67,0 0-41,0 0-26,0 0-13,0 0-5,-1 0-1,-1 0-2,1 1-2,1 0-2,-1 0-1,0-1-2,1 2 0,0-1-1,0 0-2,0 2 0,0-1-3,0 0-2,0 1-5,0 0-4,0 1-4,0 0-3,0 0-5,0 1-3,0 1-5,-3 0-3,2 0-7,1 1-5,-1 0-4,0 0-3,-1 0-5,1 1-2,0 0-2,-2 1 1,2 1-2,1-1 1,-1 2 0,0-1 0,-1 0-1,0 0 0,2 1-2,-1-2-2,-1 2-1,1-1-6,1 2-4,0-1-1,0-1-3,0 1-1,0-1-1,0-1-2,0 2-2,1-1 0,1 0 0,-2-2-3,1 1-1,-1-1 0,0-1-1,0 0 0,0-1 0,0 1 1,0 0-1,2-4-3,-2 2-5,2-2-6,-1 3-11,-1-5-11,1 2-24,-1-1-31,0 0-42,0-1-49,0-1-40,0 0-34,0 0-54,0 0-58,0 0-66,0-3-68,1-1-26,1 0-7,-1-2 4,0 0 181</inkml:trace>
  <inkml:trace contextRef="#ctx0" brushRef="#br2" timeOffset="78499.4068">3039 6521 0,'1'-4'354,"-1"2"37,0-1 7,0 0-62,0 1-94,-1-1-49,-1 2-28,1-2-8,1 2 0,-1 0 1,0-1 3,-3 0-4,3-1-8,-2 3-9,2-1-11,-1 0-12,-1-1-12,1 2-9,-2 0-7,0 0-7,2 0-6,-1 0-5,-2 2-5,0 0-6,0-1-4,0 3-3,0-2-4,-2 2-2,2 0-4,-1 1-4,-3 0-2,3 0-3,-3 1-3,3 0-3,-3 2-3,3 0-3,-2 0-5,1 1-1,0-1-3,-2 1-1,3 1 0,-1 0-3,0 0 0,2 2 0,-1-2 0,0 2-1,1-1-1,1 1 0,-1 0 0,0 0-3,3 0-1,-1 1-1,1-1 0,0 0 0,1 0-1,1 0 0,1 1 0,2-3 1,-2 2 0,3-1-1,0 1 1,0-2 0,1 0 0,2-2-1,0 3 3,2-3-1,-1-1 2,1 1 0,1-2-1,0 0 0,3-1-1,-1 0 1,-1-2-1,3 0 1,-2 0-1,1-3 2,-1 0-1,2 0 1,-3 0 0,1-3-1,1 0 1,-2 1-1,0-1 0,0-2 1,-2 0 0,1 1 0,-3-4 0,2 1 0,-2-2 0,0 0 0,0 0 1,-2-4-1,-1 1-1,0-1 1,-1-2-2,0 2 0,-2-3-2,-1 1 1,0-1 0,0 0 0,0-1-1,-1 0-2,-2 0 0,2 0-1,-4 2-1,3-2 1,-2 3-1,0-1 1,-2 2-1,1 1 1,0 1 1,0 0 0,-2 2 1,-1 0-1,1 2-1,-2-2 0,0 4 0,1-2 0,-2 5-2,1-2-4,-2 1-8,1 1-9,-1 0-10,1 2-14,-1 2-15,-1 0-25,2-1-31,1 3-35,0-2-34,-1 2-29,2 0-26,1 1-24,0-1-23,0 2-41,1-1-51,2 1-52,1 0-51,0-2-15,1 3 1</inkml:trace>
  <inkml:trace contextRef="#ctx0" brushRef="#br2" timeOffset="78956.4288">3398 6515 0,'3'-3'161,"1"3"226,0-1 17,-2-1-44,2 1-69,-2 1-46,1-1-37,-2 0-17,2-1-9,-2 2-5,-1-1-2,1 0-8,1 1-9,-1 0-11,0 0-13,-1 0-16,0 0-17,0 0-14,0 0-16,0 0-13,-1 1-9,0 0-7,-2 2-6,2-1-3,-2 1-4,1 1-1,-2 1 0,0 1 0,2 0 1,-2 1 1,0 1 0,1 0-1,-2 1-1,1 0-2,-1 0-2,1 1 0,-1 2-2,2-1-1,-1 1-2,0 0 0,2 1-3,-2 1 0,2-1 0,-1 1-3,3 0-3,-1 0 0,1 0-1,1 0-1,-1 0 0,3 0-1,-1-2 0,3 1 0,-1 1 2,-1-3-1,2 0-1,3 1 0,-2-2 0,0-1 2,3 1 1,-2-1 2,2-3 2,1 2-1,0-2-1,-1 0 1,2-1 1,0-2 0,-1 0-2,2-1 1,1-1-1,-2-1-1,0-1 1,3 0-1,-3 0 0,0-3 2,0 1 0,2-1 1,-2-1 1,-1-1 1,0 0-1,-1-1 0,-1 0 1,1-1-1,-2-3 2,0 1 0,-2-1-2,-2-1-1,2-1-3,-4-1-2,1-1-1,-2 0-2,0 0 0,-2-1-1,1-1 1,-4 2-1,2 0-2,-2 0 1,-1 1-1,-1 0 1,2 1-1,-2 1 1,-2 1 0,0 0-1,1 1-1,0 0-1,-2 2-2,1 0-1,0 2 1,0 0-3,-1 2-4,1-1-5,-2 3-9,2 0-11,-1 0-14,2 0-19,-1 2-20,0 2-36,2-1-43,-1 0-40,1 2-36,1-1-28,1 2-26,1-2-41,-2 2-49,3 0-59,2-1-63,0 0-22,1 2-2,1-1 11,0-1 316</inkml:trace>
  <inkml:trace contextRef="#ctx0" brushRef="#br2" timeOffset="79254.4489">4052 6371 324,'0'-1'412,"0"-1"-7,0-1-17,0 2-71,0-2-97,0 3-53,0-1-32,0 1-19,0 0-12,0 0-8,0 0-5,0 0-7,0 1-9,-1-1-6,0 3-6,-3-2-3,3 3-2,-2-1-1,2 2 2,-3 0 1,2-1-2,-3 3 1,2-1-1,1 2-2,-2-1-4,2 2-4,-1-1-3,-2 2-5,4-2-3,-1 1-5,-1 3-5,2-3-4,-2 2-5,2-2-1,-1 3-3,-2-2-2,3 0-1,-2 0-3,2-1-1,-2 0-2,2 1-1,-1-1 0,0-1-2,1 1-5,1-1-6,-1-1-14,0 1-19,-2-1-27,2 0-31,1 0-29,-1-3-25,0 3-21,-1-3-17,1 1-18,1-1-18,-1 0-31,0-3-37,-1 3-57,1-2-69,1-2-26,0 0-7</inkml:trace>
  <inkml:trace contextRef="#ctx0" brushRef="#br2" timeOffset="79624.4569">3888 6490 17,'0'-1'334,"0"1"-32,0 0-51,0 0-53,0 0-54,0 0-32,1-2-23,1 2-11,-1 0-7,-1 0-4,3 0-2,-1 0-2,1 0-2,0-1-2,2 0-3,0 0-3,1 0-3,2 1-4,-2-1-4,4 0-4,-1-1-3,0 2-3,0-2-4,2-1-2,-1 2-2,2-2 0,-1 2-1,-1-2 3,1-1 2,-1 2 1,1-1 5,-2 0 1,1-1 3,-2 1 3,1-1 3,0 1 3,-1-1 6,0 0 5,-1 0 5,-2 1 2,0 1 3,0-1 1,0-2 2,0 3 0,-1 0 2,-2-2 0,2 2-2,-3-1 0,2 0-2,-2 2-4,-1-2-5,1 2-4,-1-2-7,0 2-7,0 1-3,0 0-7,-1-1-5,1 0-5,-1 1-3,-2 0-5,2 1-5,-3 0-2,2 0-2,-2 2-2,2 0 0,-2-1-1,-1 2-1,0 0 1,0 1-3,0-2 2,-1 4 1,0-1-1,-2-2 0,2 4-1,1-3 1,-1 3 0,-2-3 0,2 3 0,0-2 1,0 1-1,-1-1-1,0 0 1,2 1 2,-1-1-2,-3 2-2,3-3-3,-3 3-6,3-4-8,0 3-10,-2-2-15,2 0-20,1 0-23,-2 0-24,1-2-23,0 1-23,0 1-21,1-3-20,2-1-16,-1 2-15,-1-2-16,0 0-18,1-1-31,0 0-37,2-1-38,-3-1-37,3-1-4,-1 1 129</inkml:trace>
  <inkml:trace contextRef="#ctx0" brushRef="#br2" timeOffset="79897.4501">3928 6381 322,'0'-3'301,"1"2"-38,-1-2-47,0 2-42,2 1-39,-1-1-22,0 0-17,-1 1-6,0 0-3,0 0 1,0 0 5,0 0 3,0 1 5,1 0 2,1 0 1,-1 2 3,0 0 3,-1-1 0,1 2 1,2 0-1,-1 1 1,-1-1 1,2 2-1,-2 0-5,3-2-8,-2 4-9,2-3-9,0 4-9,-2-2-7,2 1-7,1 0-5,0 1-3,-1-1 0,-1 0-2,1 1 0,2 0-4,-1 0-5,0 0-1,0 1-3,3-1-1,-2-1 0,-1 0 0,2 1-2,1-1-2,-1 1-3,1-3-5,-2 3-4,3-2-4,-2 0-3,3 0-1,-2 0-2,0-2 0,-2 2-2,3-2-3,-3 0-3,2 0-9,-1-2-12,-1 1-13,1 0-15,-1 0-28,-1-3-32,0 3-39,0-1-38,-2-1-32,1 0-30,1 0-44,0-2-51,0 1-67,-1-1-75,0-1-27,-1 1-6,2-2 4,0 0 205</inkml:trace>
  <inkml:trace contextRef="#ctx0" brushRef="#br2" timeOffset="80231.4639">4591 6389 0,'3'-3'162,"-2"0"263,0 2 15,-1 0-25,1 0-45,1-1-65,-1 2-72,-1-1-39,0 1-22,1 0-13,-1 0-9,0 0-6,1 0-8,-1 0-8,2 0-10,-1 1-8,-1-1-7,1 3-9,1-1-7,-1 1-5,0 1-5,-1 1-2,1-1-3,-1 3-1,0-1-3,0 2-6,0 0-6,0 1-7,0 1-7,0 0-5,0 2-7,0-2-2,0 2-3,0 1-1,0 0-1,0 2-2,0-1-3,0-1 0,0 2-3,0-1-1,0 1-1,0 0 0,0 0-3,0-1-1,0-1-1,0 2-2,0-1-1,0-1-1,0 2-2,0-1 0,0-1-1,0-1 0,0 1-1,-1-1-1,1 0-2,0-2-5,0 2-6,0-2-9,0 0-11,0-1-15,0-1-16,0 1-20,0-2-23,0 1-30,0-2-35,0-1-33,0 1-30,0-1-26,0-1-23,0 0-42,0-1-49,0-2-55,0-1-58,0 0-18,0 0 0,0-1 13,4-2 389</inkml:trace>
  <inkml:trace contextRef="#ctx0" brushRef="#br2" timeOffset="80663.5027">4905 6166 259,'-1'-3'427,"0"1"11,1 0 8,0 1-65,0-2-99,0 3-50,0-1-30,0 0-15,0-1-10,0 1-7,0 0-9,1 0-10,0-1-13,1 1-11,-1 1-12,-1-2-12,1 1-15,1 1-11,-1 0-10,0 0-7,2 0-7,-1 1-3,2 1-3,-2-1-4,2 2-1,0 1-1,-1 0-3,2 0-1,-1 1-4,1 1-1,0 0-2,1 0 2,-1 2 0,0 1 1,1-1 1,1 0-2,-1 2-2,1 1-1,-2-2 0,1 3-2,2 0 0,-2 0-1,-1-1 1,2 3 0,0-1 0,-1 0-1,0 1-3,0-1 0,2 3-1,-2-2 0,-1 2 1,0 0-1,1 0-1,-1-1-1,-1 1 0,1 0-2,-2 1-1,0 0-2,1 0 1,-3 0-2,2-1-1,-1 2 0,-2-1-2,1 2 0,2-2-1,-3 1-1,0 0-1,0-1-1,-3 1 1,2 0 0,-1 0-1,-1-1-1,-1-1 0,0 1 1,1 0-1,-3-1 0,-1 0-2,0-1 1,-2 1 1,2-1-2,-3-1 0,0 0 1,0 1-3,-1-2 2,0 0 0,-2-1 1,2-1-2,0 0 0,-2-1-1,1 0 0,2-1 1,0 0-1,0-2-1,-1-1-2,1 0-3,0 0-5,3-2-5,-2 0-8,1-1-12,1 1-11,1-3-14,0 0-20,-2-1-22,3-1-41,1 0-47,1-1-51,-2-2-55,1 1-64,3-2-69,-2-1-65,2-1-67,1-2-24,0 1-6,1-1 5,1-3 9</inkml:trace>
  <inkml:trace contextRef="#ctx0" brushRef="#br2" timeOffset="81316.5111">5409 6679 0,'-3'-2'300,"2"2"-13,-2 0-55,2 0-50,-1 0-50,-1 0-26,3 0-17,-1 0-4,0 0 0,1 0 6,0 0 2,0 0 5,0 0 5,0 0 2,0 0 2,0 0 3,0 0 2,0 0-1,0 0-2,0 0 0,0 0-3,1 0-1,0 0-3,2 0-6,-1 0-5,3 0-5,0 0-6,0 0-3,0 0-4,4 0-6,-2 0-6,1 0-5,2 0-6,1 0-4,0 0-8,1 0-3,2 0-6,-2 0-2,3 0-3,0 0-1,1 0-3,0 0-3,2-1-3,-1 1-2,-3-1-3,2 0 1,0 1 0,-1-2 0,0 2 0,1 0-1,-3-1-1,-1 0-1,2-1-2,-3 2-1,0-1 0,-1 1-1,-3-1 1,1-1 0,1 2 0,-3-1 0,0 0-2,-2 1 0,-1 0-1,0 0-3,-1 0-4,1 0-9,-3 0-12,2 0-24,-2 0-30,0 0-33,2-2-33,-2 2-27,0-1-25,0 0-24,0 0-23,0 1-41,0 0-48,-2-3-59,0 1-66,1-1-22,-3 0-3</inkml:trace>
  <inkml:trace contextRef="#ctx0" brushRef="#br2" timeOffset="81635.4713">5689 6496 0,'-1'-1'117,"1"-2"235,-1 2 2,-1 1-51,0-1-75,2 0-46,-2 1-33,-1 0-14,3 0-6,-1 0 2,0 0 4,-1 0 1,1 0-1,1 1 0,-1 0-1,0-1-4,-1 1-3,1 1-7,1 0-9,-1 0-6,0-1-5,-2 3-5,2 0-4,1 0-6,-1 0-8,0 2-3,-1 0-2,2 0-3,0 2-5,0 1-2,0-1-3,0 2-4,0 0-2,0 0-4,0 2-4,0-1-4,0 2-3,0-2-3,0 3-2,0-1-3,0 0-6,0 1-4,-1-1-4,1 1-2,-1-1-1,-1 0-1,1 0-1,0 0-1,1 0-1,0 0 0,0-1 0,0-1 0,0 0-2,0-1 0,0 1-1,0-1-1,0-2-1,0 1 1,1-3-1,0 1-1,1-2-4,-1 2-7,-1-4-9,0 2-11,0-2-15,0 1-26,0-1-32,0-1-48,1 0-52,1-1-48,-1 1-46,-1-2-88,1-2-105,3 0-47,-2 0-18,2-2-5,-2-1 6</inkml:trace>
  <inkml:trace contextRef="#ctx0" brushRef="#br2" timeOffset="82526.5679">6513 6289 0,'0'0'182,"0"-1"161,0 1-19,0-1-44,-1 0-52,-1 0-38,1 1-29,0-1-13,-2 0-4,2-1-1,-2 2 3,1-1-2,-3 0 0,3-1-4,-1 2-4,-1 0-7,1 0-8,-2 0-9,1 2-11,-1-1-9,1 0-10,-2 1-9,1 0-7,0 1-7,-1 1-10,0 1-6,-1-1-6,0 1-3,1 3-2,-3-1-2,3 1 0,-2 1 2,1 0 2,0 1 0,-2 2 0,1 0 1,1 0 2,-3 1 0,3 0 1,-2 0 0,0 3 0,1-2 0,0 3-3,-2-1-2,4 0-1,-3 0-4,3 1-5,1 0-1,-1 0-1,1 1-3,1-1-2,-1 0-3,3 2 0,-2-2-3,2-1-2,0 1-1,1 0-1,1 0-2,1-2 2,1 2-1,0-2 0,2-1 0,-2 2-2,3-1 1,-1-2-1,1 0 0,1 0-1,-1-1 0,1-1 0,3-1 0,-3 0 0,3 1 0,-3-3 0,3-1-3,-2 0-2,2-1-4,-2 0-4,1-1-8,-1 0-8,1-2-11,-2 0-12,1 0-22,0-1-24,0 0-38,-2 0-40,1-2-33,-1-2-31,1 1-29,-1-2-30,0 2-61,1-1-74,-2-3-43,0 2-29,1-4-7,0 2 5</inkml:trace>
  <inkml:trace contextRef="#ctx0" brushRef="#br2" timeOffset="82855.5229">6755 6474 0,'0'-2'118,"0"0"262,0 2 9,0 0-39,0 0-61,0 0-56,0 0-52,0 0-22,0 0-11,-1 2-3,-2-1-3,2 0-4,1 2-6,-1-1-4,0 2-4,-1-1-5,1 1-7,1 1-4,0-1-6,-1 3-8,1-1-12,0 1-10,0 0-7,0 1-5,-1 0-6,1 3-2,-2-2-4,1 0-4,1 3 0,0-2-2,0 2 0,-1 0-2,1 0-2,0 1-3,-2 0-3,2 0-2,-1 1-3,1 0-3,-1 0-5,1 0-1,0 0-4,0 0-1,-2 0-4,2 0-1,-2 0-3,2 1-1,-1-4-2,1 3-1,0-3-1,-1 0 1,1 0-1,-1 0-1,-1-2 1,2-1-7,0 1-7,-1-1-8,1-1-11,0 0-10,-1-2-13,1 0-24,0 0-31,0-1-34,0 0-37,0-2-29,0 0-27,0-2-32,0 0-34,1-1-69,2 0-83,-1-2-33,3-1-13,-1-3-1,0 3 27</inkml:trace>
  <inkml:trace contextRef="#ctx0" brushRef="#br2" timeOffset="83176.536">7114 6694 0,'0'3'182,"4"0"181,-2-1 8,-1 2-59,2-2-91,-2 0-49,2-2-30,-1 3-14,-1-2-3,3 2 0,-2-1 2,2 0 2,-1-1 0,1 0-3,2-1-3,-1 1-5,1 0-4,1 0-6,2 0-9,0-1-8,-1 0-8,3 0-9,0 0-8,1-1-8,-1 0-5,2 0-8,0 0-6,0 0-6,-1-2-5,3 2-4,-1-1-3,-1 0-5,0 0-3,-1 0-1,2 1-3,-3-2 0,0 2 0,0-2-2,-2 2-2,0-1-1,-2 0 1,1 1-2,-1 1 0,-2-2 0,0 2-1,0-1 1,-3 0 0,2 0 0,-3-1-2,2 2-1,-2-1-1,0 0-3,1 1-4,-2 0-16,0 0-19,0 0-30,0 0-36,0 0-27,0 0-27,-2-2-22,1 2-18,1-1-21,-2 0-22,-1 0-40,1 0-50,-1-1-57,-3 0-57,2 0-14,1-1 6</inkml:trace>
  <inkml:trace contextRef="#ctx0" brushRef="#br2" timeOffset="83487.5796">7361 6554 101,'0'-3'375,"0"2"-22,0 0-34,0 0-46,0 1-50,0 0-30,0 0-20,0 0-8,0 0-5,0 0-3,0 0-2,0 0-2,0-2-6,0 2-6,0 0-9,0 0-6,0 0-10,0 0-6,0 0-6,0 0-4,0 2-5,0 0-6,-1 1-8,0-1-4,-1 2-4,1 0-6,1 1-6,-1 0-2,0 1-1,-1-1-4,0 3-4,2-1-5,-1 1-7,-1 0-6,1 2-6,0-1-3,1 0-3,-1 2-2,-1 1 0,1-1-1,1 0 0,-1 0-2,0 0 0,-2 2-1,2 0 0,-3-1 0,3 0-1,0 0 0,0 0-1,-1 0-1,1 1-1,1-2-1,-1 1-2,0-1-1,-1-1-2,2 2 0,0-3-3,0 1 0,0-1 1,0-1-3,0-2-1,2 1-6,-1-1-6,0 0-9,-1-3-9,1 3-12,-1-4-15,0 2-25,0-1-30,0-1-47,0 1-51,0-1-48,2-2-45,-2 0-84,0 0-102,0 0-43,0 0-19,1-1-1,0-3 6,-1 1 10,0-1 505</inkml:trace>
  <inkml:trace contextRef="#ctx0" brushRef="#br2" timeOffset="90135.7779">8067 6561 252,'1'0'327,"0"0"-40,-1 0-55,0 0-45,0 0-40,0 0-16,0-2-7,0 2 0,0 0 2,0 0 4,0 0 6,1 0 4,1-1 2,-2 1-1,0 0-1,0-1-3,0 1-5,0-1-6,0 0-7,0 1-5,0 0-7,0 0-5,0 0-8,0 0-5,0 0-8,0 0-6,0 0-5,0 0-5,0 0-5,0 0-4,0 0-6,0 0-4,-3 0-4,2 0-5,-2 0-4,1 1-5,-3 0-4,2 0-4,0 0-3,-2 2-5,0-2-5,-1 2-2,-1-1-2,1 1-1,-1 0 0,-1 1-1,1 0 0,-1-2 1,2 2 2,-3 1-1,3-1 0,-2 0-2,0 3-1,1-2 0,0 2 1,1-1 0,0 1 0,0 0 0,-1 0-1,0 1-1,2 1 0,0-1-1,-1 2 0,2 0-1,0-1 1,2 0-1,-2 2 1,2-1 0,-2 0 2,3 1-1,0-2 1,-1 2 0,2-2-1,0 3 1,0-2-1,2 0 0,-1 2 0,0-2 1,3 0-1,-2 0 0,2 0 1,-2 1-1,2-1-1,0-1-1,2 2 2,-1-2-1,0-1 1,1 1 2,0-2 0,2 0 0,-1 0-2,1 0 1,0-2 1,0 0 0,2 0 2,-3-2 0,3 0 2,-1 1-1,2-3 0,-1 0-2,0-1 1,0 0-1,1-1 0,0 0 1,-1-2 0,1 0 0,-1 1 1,2-2-2,-1 0 0,-3-1 0,2 1-1,-1-3 1,1 0 1,-3 1-1,1 1 2,1-4-1,-3 2 1,1-2-1,-3 0 2,1 1-1,-1-4 0,-2 1-1,2 0 0,-3-1-1,-1 0 0,0-1 0,0 0-1,-1-2-1,-3 2-1,3-1 1,-3-1-1,0 2 2,1 0 0,-3 0 0,1 0 0,0 0-1,0 1 3,-1 0-1,0 1 0,1-1 0,-1 2 1,1 0 0,0 0 2,0 1-3,-1 1 0,1 1-1,0 1-3,-1-1 0,1 2 2,0 0-3,-1 1-1,0 0-5,-1 2-6,0-1-7,2 1-9,-2 0-9,-1 2-13,1 0-17,-2 0-21,2 0-29,-1 0-32,-1 2-29,3-1-26,-2 0-20,1 2-19,2-1-19,-1 1-17,1 0-43,1-1-51,1 2-46,-1-1-42,2 1-7,0 0 11</inkml:trace>
  <inkml:trace contextRef="#ctx0" brushRef="#br2" timeOffset="90694.333">8582 6608 0,'6'-4'268,"-2"0"115,0 1 7,-2-1-52,2-1-75,-2 1-43,1 2-26,-2-2-10,-1 0-2,1 0 0,-1 1 2,0-1-1,0 2-1,0-1-5,0 0-7,0 1-10,0-1-11,-1 1-13,1 0-14,-1 0-14,0-1-12,-1 3-10,2-1-11,-2 1-11,2-2-11,-1 2-10,-1 0-9,1 0-8,1 0-9,-2 0-4,-1 0-5,1 2-2,-1-2-3,-2 1 1,2 2-2,-1-1 0,0 2-4,-2 0 1,2 0 1,-1 1 0,0 0 1,-1 1 0,1 0 2,0 1-1,0 1 1,0 0-1,0 0 0,0 1-3,-1 0 0,2 1 0,1 0 2,-1 0 0,1-1 0,-2 4-1,3-2 0,-1-1-1,2 2-1,-1-1 0,0 0 0,1 1 1,1-1-1,0-1 1,0 2 1,1-1 0,1-1-1,-1-1 0,0 3 0,2-3-1,-1 1 1,4-1 0,-2-1 2,1-2 0,0 2 0,2-2 0,1 1-1,0 0 1,0-5 0,3 4 0,-2-3 0,2 2 0,-1-3 0,1-1-1,2 1 0,-2-1 0,1-1 0,1-1-1,-1-1 1,-1 1 1,2-1 0,-2 0 0,0-2 1,-1 0 0,1 0-1,0 0 0,-2-1 3,2-1 0,-3 2 2,0-3-2,-1 0-1,-1 0 2,1 0-1,-2-2 1,-1 1-1,0-1 0,-1-2 1,1 1-1,-3-1 0,2-1 1,-2 0-1,-1 0 2,-1-1 0,0-1 1,-2 1 0,1 1 2,-2-1 1,0 0 1,-1 1 1,0 0 0,-2 0 1,1 1-1,-1 0 0,0 2 1,-1-1-2,0 2 0,-1 0-3,-1 0-1,1 1 0,0 0-2,-2 1-3,0 1 0,0 1-2,1 0-2,-1 2-1,1 0-5,-1 0-4,1 0-9,-1 1-9,0 1-13,1 0-14,-1 0-21,1 1-21,0 1-34,1-1-36,-1 0-32,2 1-28,1-1-22,1 0-20,1 2-22,0-2-26,1 2-48,3-2-59,0 2-38,2-1-30,0-1 2,3 1 13</inkml:trace>
  <inkml:trace contextRef="#ctx0" brushRef="#br2" timeOffset="91023.8091">9100 6399 360,'1'-1'396,"0"-2"-26,1 2-47,-1-3-50,0 3-49,-1-2-24,1 2-11,-1-2-4,0 2 0,2-2-3,-2 2-4,0-2-9,0 2-10,0-1-15,0 1-14,0 0-18,0 0-18,0 1-17,0 0-17,0 0-11,0 0-9,0 0-7,0 0-7,0 1-5,1 0-7,-1 0-2,0 1-4,0 1-2,0-1 1,0 2 0,0 0-1,0 1 1,0 2 0,0-2 1,0 0-1,0 2-1,0 1-2,0-1 2,0 0-1,0 1 1,0 1 0,0-1-1,0 2-1,0 0-2,0-1-1,0-1 2,0 2 0,0 0-3,0-1 0,0 1 0,0-2 2,0 1 0,0-1 0,0 0-4,0 0-4,0-1-7,0 0-9,0 0-13,0 0-19,0-1-26,0-1-35,0 2-30,0-3-28,0 1-25,0-1-21,0-1-20,0 1-20,-1-2-32,-1 2-36,1-2-58,1 0-68,-1 0-20,-2-1-2</inkml:trace>
  <inkml:trace contextRef="#ctx0" brushRef="#br2" timeOffset="91434.8192">9003 6537 136,'0'0'338,"0"0"-43,0 0-64,0 0-57,0 0-53,0 0-29,0 0-16,0 0-10,1-1-6,-1-1-4,3 1-1,-2 1-4,2-1-3,-1 0-6,2-1-2,1 2-3,-2-2-2,2 0-2,0 1-2,3-2-3,-2 2-3,0-2-2,3 1-2,-2-1-2,2 0-2,0 1-2,-1-1-3,1-1 0,0 2-3,-2 0-1,3-2-2,-2 2-1,0-1-2,1-1 1,0 2 0,-2-1 1,0-1 2,1 0-1,-2 3 0,1-3 5,0 1 8,-2-1 7,0 2 7,1 0 6,-1-2 6,0 2 7,0-1 5,-3 0 6,1 1 10,0-1 6,-1-1 7,-1 2 3,1-1 4,-1 0-2,0 1-2,-1-1-4,0-1-7,0 2-4,0 0-6,0 1-4,-1-2-4,0 2-6,-1 0-10,1 0-5,-1-1-6,-1 2-4,2 0-6,-2 0-4,-2 0-4,3 0-3,-2 2 0,-1-1-3,0 0 1,0 3-2,0-2-2,0 1 0,-1 1 1,0 1 0,-3 0 0,3 1-2,-2-1 0,1 1 0,0 1 1,-2-1 0,0 0 0,2 1-1,-2 1 1,0-2-1,1 3 0,0-2 0,-3 1-2,2-2-1,1 2-2,0-1 1,-2-1 0,3 1 1,-2-1-1,2 1-2,-2-2-3,3 1-8,-1 0-7,0-1-16,2-1-17,0 2-24,0-3-23,2 1-24,-1-1-21,0 0-21,0-1-19,1 1-16,0-1-13,2-2-11,-2 0-11,3 0-9,0 0-11,0 0-8,0 0-8,0 0-14,0-2-15,2-2-18,-1-1 5</inkml:trace>
  <inkml:trace contextRef="#ctx0" brushRef="#br2" timeOffset="91676.8743">9011 6466 230,'2'-4'278,"1"0"-29,-1 2-30,-1 0-32,3-2-30,-3 2-16,2-1-7,-1 2-1,-2-1 2,1 1 2,1 0-1,-1 0 0,0-1-3,-1 2-5,0-1-8,0 1-8,0 0-9,0 0-10,0 0-9,0 0-7,1 1-9,1-1-6,0 3-8,-1-2-1,2 2-2,-2 1-1,3 0-3,-2 0 1,2 2 2,1-1 0,-1 1 2,-1 0-2,2 1-1,2 1-3,-2-2-3,0 2-4,2 0-2,-1 0-4,-1-1-6,4 0-3,-3 0-1,3-1-1,-2 1-3,0 0-1,1-2-4,0 1-1,0 0-2,-2-2 0,2 1-3,-1-1-1,1-1-2,-1 0-2,-2 1 0,2 0-5,-1-2-7,-1 0-10,0 2-12,0-3-25,-1 2-28,0-2-35,0 2-37,1-3-31,0 1-28,-1-1-29,-1 0-31,1 0-63,2 0-77,-2 0-44,0-1-30,0 1-7,-1-3 4</inkml:trace>
  <inkml:trace contextRef="#ctx0" brushRef="#br2" timeOffset="92067.8177">9756 6411 0,'0'-4'91,"0"2"287,0-1 14,-1 0-40,1 2-62,0-2-54,0 2-48,0-2-19,0 2-8,0 0-4,0 1-3,0-1-7,0-1-7,0 2-10,-2 0-7,2 0-11,0 0-9,0 0-10,-1 0-13,1 0-6,-1 2-4,-1-1-5,1 0-1,1 3 1,-1-1 2,-1-1 1,-1 2 1,2 1-2,0 1-3,-2 0-2,3 1-4,-2-2-4,-1 4-1,2-1-5,-3 0-5,3 1-3,-1 0-7,0 2-5,1-1-4,1 1-4,-1-1-3,-1 2 0,1-1-1,1 2-1,-1-1 0,0-1-1,-1 1 0,1 1-1,-2 1-2,0-1 0,2 0 0,-2 0-2,2 0 0,-1 1-2,-1-2-1,2 0 0,0 0 1,-2 0-3,2-2-1,1 3-1,-1-2 1,0-1-1,-1 0 0,1 0 0,1-1 0,-1-1-1,-1 1 0,2-2 0,0 1 1,0-2 0,0-1-1,0 1-3,0 0-2,0-1-4,0 0-9,-1-2-6,1 1-8,0-1-12,-1-1-11,0 0-20,-1 1-20,1-2-39,1 0-44,-1 0-37,0-1-32,-2 0-33,2 0-31,1 0-72,0-2-87,-1-1-39,0 0-17,-1-2-2,1-1 6</inkml:trace>
  <inkml:trace contextRef="#ctx0" brushRef="#br2" timeOffset="92519.8503">9945 6286 0,'0'-3'122,"2"-1"261,-1 0 17,-1 1-39,1-1-66,1 0-54,0 0-48,-1 2-20,1-1-5,-1-1-2,2 2 2,-2-1-3,0 0-3,-1 1-5,1-1-7,2-1-13,-2 2-14,0 0-12,-1 1-11,1-2-12,1 3-14,-1-1-12,0 0-10,-1 1-9,1 0-7,1 0-3,0 1-3,-1 0-3,4 0-2,-2 2 0,-1-1 1,2 0-1,1 3 0,0-1 1,0 0 1,0 0 3,2 3 1,-2-2 2,3 1-1,-1 1-1,1 2-2,0-2-1,-1 2 0,0-1-4,2 1 0,-2 1-1,1 1 0,-1 0 0,-1 0-1,3 0-1,-3 2-1,3-1-1,-3 1-1,-1 1 0,2-1-1,0 2-1,-2-1 1,1 2-1,-2-2 0,-1 2 0,1-1-1,1 0 0,-3 2-1,1-1-1,-2 0-2,0 1 1,1 0 0,-2-1 1,0 1 0,-2 0 1,1 0-1,-1 0 0,-1-2-1,-3 0-1,2 2 0,-1-1 1,0 0-2,-1-1 2,1 0-1,-1 1-1,-3-2-1,3 0-1,-4 0-1,3-1-2,-2 0 0,0-1-1,-1 0 0,2-2-2,-2 0 0,0 1-1,-1-2 1,2 2-1,-1-3-2,1-1-3,-2 0-3,1-1-6,2 0-7,-2 0-8,2-2-10,-2 0-13,3-1-17,-1-1-17,0 1-20,0-2-35,1-1-42,0 0-39,2 0-34,-1 0-28,3-1-25,0-2-40,1-1-48,0-1-56,2-1-61,3-2-16,-1 0 0,2-1 12,2-2 339</inkml:trace>
  <inkml:trace contextRef="#ctx0" brushRef="#br2" timeOffset="93007.864">10785 6343 85,'3'-3'342,"-2"2"-23,2-2-33,-1 1-58,-1-1-69,3 2-32,-3-1-14,2 1-1,-2-1 5,2 0 9,-1 0 9,-2 0 10,1 0 7,1 0 5,-1 1 1,0-2 0,-1 2-2,1-1-2,2 0-2,-2 0-4,0 0-2,-1 1-7,1 1-8,1 0-10,-1-1-12,0-1-10,-1 2-12,1 0-6,-1 0-6,0 0-6,0 0-6,0 0-7,0 0-7,0 0-6,0 0-9,0 0-5,0 0-5,0 0-5,0 0-3,-1 0-4,1 2-1,-1-1-4,-2-1 0,2 4-3,-1-1-1,-2 0 1,0 2-2,1 1 0,-1 0 3,-2 1 1,1 1 1,0 0 2,0 1 0,-1 1 1,-1 0-1,2 0 3,-1 3-1,1-1 1,0 1 2,-1 1-1,1 0 1,0 0 1,0 2-1,0 0 0,0 1 0,1 0-2,2 1 0,-3-1 0,3 0 1,-1 3-1,2-2 0,-1 1 0,1 0 0,1 1-1,0 0 1,0-1 0,1 1-3,1-2 1,-1 1 0,2-1-1,-1 1 1,3-1-1,-1-2 2,-1 1-1,1-1-2,2-1 2,-1 0 0,0-1-2,3-1 1,-2-1 0,0 0-1,3 0 0,-3-2 0,3-1-1,-2 1 0,3-1-1,-2-1 0,-1-1-1,0 0-1,1-1 0,-1 0-2,1-1 0,-2 0-2,0-1-2,-1-2-5,0 1-6,1 0-8,-2 0-10,1-2-13,-1 0-18,-2 0-20,2-1-29,-3 1-35,-1-1-46,1-1-55,1 1-43,-2-2-36,0 2-64,0-3-76,-2-1-52,1 1-44,1-2-12,-1-1 3,1 0 13,-1 1 281</inkml:trace>
  <inkml:trace contextRef="#ctx0" brushRef="#br2" timeOffset="93515.8513">11348 6523 175,'0'-3'450,"1"-1"17,-1 2 16,0 0-51,0-2-83,0 2-59,0-1-50,0 0-22,0 2-10,0 0-8,0-1-9,-1 0-16,1-1-21,0 2-21,-1 0-18,0-1-17,1 2-16,-2-1-11,2 1-10,0 0-8,-2 0-8,-1 1-9,2-1-7,-3 3-3,2-1-4,-2 2 0,-2-1-1,1 2-1,-1 2 0,-2-2-1,2 3 0,0-1-1,-3 0 1,3 1-3,-1 1-1,0 1-2,1-1 1,0 1-2,0 1-1,-1-1-1,0 2-1,2-1 0,0 1 1,-1 1-1,1 1-1,1-1 1,0 1 0,2 0 0,-3 0-1,4 0 0,-2 2-1,2-3 0,1 2-2,0-1 0,1 1-1,2-2 1,-1 1-1,3-1-1,0 0 2,2-1-3,0 0 0,-1-1 1,4-1-1,-1 1 2,2-2-1,-1 0 1,2-1-1,-2-1 0,4 2 0,-2-4-1,2 1 1,-2 0 0,2-4-1,1 2 1,-3-1-1,1-1 1,-1-2 0,2 0-2,-3 0 0,1 0 1,1-2 0,-3-1 0,1-1 1,-2 2 1,1-4 0,-3 1 0,3-1 1,-4-2-2,2-1 1,-2-1-1,-1-2 2,-1 0-1,-1-2 0,1 1 1,-3-2-1,1-1 0,-2-1-2,0-2 0,-2 0-1,1 0-1,-2-2 1,1 3 0,-3-2-1,1 1 0,1 1-1,-2 0 0,-1 1 0,-1 1-1,2 1 0,-3 1 0,0 1-1,1 1 0,-1 1 0,-2 1 0,3 1-2,-3 3-1,1-1-3,-1 1-6,2 2-6,-2 0-7,0 1-9,-1-1-12,1 4-14,-2-1-18,4 1-19,-2 1-34,0-1-37,1 2-36,2 0-36,-2 1-27,4-1-22,0 2-31,0 0-37,1 0-61,3 0-73,1-1-28,0 1-9,1 0 12,3-1 135</inkml:trace>
  <inkml:trace contextRef="#ctx0" brushRef="#br2" timeOffset="93834.8725">11873 6664 0,'4'0'20,"-1"2"331,-1-1 8,1-1-43,-2 1-66,3-1-42,-3 2-33,0-1-12,-1 0-1,1-1 2,-1 0 2,0 0 3,0 0 1,0 0 0,0 0 0,0 0-3,0 0-5,0 0-9,0 2-11,0-2-14,0 1-15,2 0-15,-1 0-13,0-1-10,-1 0-11,1 0-5,1 0-6,0 0-6,-1 2-3,3-2-6,-3 1-5,3 0-5,0-1-4,-1 1-4,4 0-2,-2 0-2,1 0-3,1-1-1,1 2-4,0-1 0,1 0-2,1-1-1,-1 2-2,1-1 1,0 0 0,1 0 1,-1-1-1,2 0 0,-1 0 0,1 0-2,0 0 0,0 0 0,-2 0 0,3 0-1,-3 0-1,1 0 0,-1 0-2,-2 0-5,0 0-7,1 0-13,-2 0-16,-1 0-18,-1 0-22,0 0-31,-1 0-38,0-1-30,-2-1-29,1 0-21,-2 0-20,-1-1-20,0 0-20,-1 1-30,-2-2-34,1 0-50,-3 0-54,0 0-14,0-1 5</inkml:trace>
  <inkml:trace contextRef="#ctx0" brushRef="#br2" timeOffset="94084.9085">12060 6548 347,'-3'-2'401,"2"0"-27,-2-1-45,2 2-49,-2 1-49,0-2-28,3 2-16,-1-1-11,0 0-4,-1-1-7,1 1-6,1 1-10,0 0-12,0 0-12,0 0-11,0 0-9,-1 0-12,0 1-7,1 2-7,0-2-7,0 2-4,0 1-4,0 1-1,0 0-2,0-1-1,0 4 2,0-2 1,0 1-2,0 1-4,0 1-6,0-1-4,1 2-6,0 0-5,-1 0-4,0 2-2,1-1-1,1 1 0,-1 0-2,-1 0-6,0 0-1,0 1-3,1-1-1,-1 0-2,0 0-2,0 0 0,0 1-5,0-1 0,0-1-4,0 0 0,0 0-2,0 0-1,0-2-1,0 1 1,0 0-6,0-2-7,0-1-10,0 0-12,0 0-16,-1 0-16,0-1-26,-1-1-31,1 1-48,1-3-55,-1 0-58,0 0-59,-1-1-78,2-2-90,0 0-37,0 0-13,-1-1 2,-1-1 7</inkml:trace>
  <inkml:trace contextRef="#ctx0" brushRef="#br2" timeOffset="95002.899">12768 6462 101,'1'-2'391,"2"-1"-6,-1 2-18,-1 1-45,3-2-56,-3 2-33,0-2-23,1 0-9,-1 1-8,0 1-6,-1-1-7,1 0-10,1-1-11,-1 2-16,0-1-16,-1 0-17,0 1-19,0 0-12,0 0-11,0 0-8,0 1-7,0 0-5,0 3-6,0 0-3,0 0-1,0 1 1,0 2-1,-1-2 1,0 4 1,-1-1 0,1 0-4,1 4-2,-1-2-2,0 2-3,-2 0-2,2 0-3,-3 1-1,3 0-3,-1 1-3,-1 0-3,2 1-1,-2 0-1,2-1-3,-2 2-2,2-2 0,1 2-2,-1-1-1,-1 0-2,0 0 0,1 0 0,1 0 0,-1-1-1,0-1 2,-1 1-1,1-1 0,1-1-2,-1-1 0,0 1 0,-1-1 0,2-1-4,-1-1-5,1 0-7,0-2-11,0 1-11,0-1-16,0-2-18,0 0-19,0 0-34,0-1-43,0-1-35,0 0-33,0-2-30,1 1-29,-1-2-50,0 0-60,0 0-48,3-1-44,-1 0-14,2 0 2</inkml:trace>
  <inkml:trace contextRef="#ctx0" brushRef="#br2" timeOffset="95454.9396">13128 6655 25,'1'-2'408,"2"0"8,-1-2 6,-2 2-57,1 0-86,1 0-52,-1 0-33,-1 1-18,0 0-10,0 1-5,0 0-4,-1-2-7,1 2-11,-2 0-11,1 0-12,-1 2-8,-1 0-10,-1-1-8,1 2-5,-2 1-5,1 0-2,-1 0-4,0 1-5,-1 2-5,1-2-6,0 4-4,-1-2-4,1 1-6,1 1-4,0 0-6,-2 0-4,2 2-5,1-1-3,0 1-4,-2 0-1,3 1-1,-1-1-1,2 0 1,1 0-3,0 1-1,0 0-1,0-2-2,3 2-1,-1-1-1,3 0 0,-1 1 0,-1-2 0,2 0-1,3 0 0,-2-2-2,0 2-1,3-1-1,-2-1 0,2-1 0,1 1 0,1-1-1,0 0-1,-1-2 0,3-1 0,-2 1-1,1-1 1,2-2-1,-2 0 0,1 0 0,-1-2 2,1 0 0,-2 0 1,1 0 0,-2-1 1,1-1 0,0 0 2,0-2-1,-2 0 2,0 0 0,1-2 0,-2-1 1,0-1 0,0 0 0,-2-1 0,0-1 1,-1-1 0,0-1 0,1-2 1,-3 0 0,-1 0-1,-2-1 1,1-1-1,-1 0 0,-1 1-1,0-2 1,-3 1 1,2 0 0,-3 0 0,0 2 0,0 0-1,-3 0 0,2 3-1,0-1-1,-4 1 0,2 1 0,0-1-1,-1 3-1,-2 1 0,2 1-2,-1 0-1,-1 2-2,1 0 0,-1 0-5,1 1-5,0 1-6,1 1-10,0 0-9,0 0-13,-1 1-14,1 0-16,1 1-27,0 0-31,1 0-32,0 1-38,2 0-26,-1 0-26,3 1-21,0-1-21,1 1-42,-1 0-51,3-1-49,0 2-50,0-1-12,3-1 2</inkml:trace>
  <inkml:trace contextRef="#ctx0" brushRef="#br2" timeOffset="95768.9348">13723 6437 0,'1'-6'9,"2"0"406,-1 1 22,-1 0-17,2 2-30,-2-2-55,-1 1-66,1 0-30,2 3-15,-2-2-6,0-1-4,-1 3-10,1-1-9,1 0-18,-2 1-17,0-1-21,1 1-23,-1 1-19,1-1-20,-1 1-13,0 0-11,0 0-9,0 1-8,0 0-8,-1 2-7,0 0-3,-1 1-3,1 1-1,0 0 1,-3 2-1,3-1 1,-1 3 0,-1-1 1,2 2-2,-2 0-1,2-1-1,-1 2-1,0-1 0,0 2 0,2-1-2,-1-1-2,0 2-1,-1-2-1,2 1-2,-1-1-1,0 0-1,-1 1-2,1-3-3,1 2-3,0-1-5,-1-1-6,0-1-14,-1 1-12,1-1-17,1-1-16,-1 1-23,0-2-29,-2 0-26,2 1-26,1-2-24,-1 0-23,0-1-19,-1 1-15,1-3-16,1 1-13,0-2-23,0 0-28,0 0-43,0 0-52,0-3-8,-1-1 11</inkml:trace>
  <inkml:trace contextRef="#ctx0" brushRef="#br2" timeOffset="96123.0844">13648 6499 347,'0'0'344,"-2"0"-43,2 0-60,0 0-48,0 0-44,0 0-25,0 0-17,0 0-9,2 0-6,0-1-5,0 1-7,2-2-5,0 2-8,-1-1-8,3-2-9,1 2-7,1-1-3,-1 0-5,0 0-3,3 0 0,-2 1-1,0-2-1,2 1-3,0-1-1,-2-1 2,0 3 1,1-2 2,-1-1 5,0 2 7,1-1 4,-2 0 3,-1 1 4,2-2 3,-2 0 1,-1 1 2,1-1 1,-1-1 2,-1 1 2,0 1 1,0 0 0,0-3 2,-1 2-2,-2 0-3,2 1-1,-1-1 0,-1 1-1,2-1-1,-2 0 0,0 2-1,-1-1-2,0 1-4,0 1-4,0-1-2,0 0-6,0 2-5,0-1-2,-1 0-4,-3 1-3,3 0-6,-3 0-6,1 1-3,-1 0-4,0 1-1,-2 0-1,1 1-2,-1-2 0,-2 3 1,2 1-2,-3-1 2,3 0-3,-1 3 1,-2-2-1,0 0-1,1 3 1,0-3 0,-2 3-1,1-1 0,0 1 0,1-2-1,-2 2 0,3 0 1,-2-1 0,0 0-3,1 0-2,0 1-5,2-3-8,-3 3-9,3-2-13,0 0-13,0 0-18,1-2-20,0 2-25,-1-1-26,2-2-24,0 0-23,0 1-20,1-1-19,0-1-13,2 0-13,0-1-17,1-1-17,0 0-27,0 0-27,0 0-34,-2-1-37,1-1-3,1-1 109</inkml:trace>
  <inkml:trace contextRef="#ctx0" brushRef="#br2" timeOffset="96354.9798">13624 6419 0,'1'-3'266,"0"2"57,-1 0-38,1 0-46,2 0-50,-2 1-35,-1 0-29,0 0-13,0 0-5,0 0 2,0 0 1,1 0 8,-1 1 7,1 1 7,2-1 2,-2 3 3,2-1 1,-1 1 0,1-1 1,0 2-2,1 1 1,-1-2 0,0 4-2,1-1-6,2 0-6,-1 0-13,0 2-12,1-1-11,1 0-9,0 2-8,0 0-7,2-1-7,0 1-4,-2-2-7,3 1-6,-2-1-9,-1 0-6,3 0-7,-2-1-4,0 0-3,-1 0-3,0 0-4,-1-2-5,-1 1-7,1-2-9,-2 0-11,0 0-14,-2 1-18,2-1-22,-3-2-35,3 0-40,-3 2-36,2-2-32,-1 0-28,-1-1-25,2 1-44,-2-1-52,4-1-57,-3 0-58,2 0-21,0 0-3,0 0 12,1 0 400</inkml:trace>
  <inkml:trace contextRef="#ctx0" brushRef="#br2" timeOffset="96667.9647">14205 6444 0,'1'-3'222,"0"-1"209,2 2 17,-2-1-32,0 2-55,-1-2-58,1 3-62,1 0-31,-1-1-17,0-1-15,-1 1-10,1 1-14,1 0-13,-2 0-12,0 0-14,0 0-9,0 0-8,0 3-9,0-2-10,-2 3-5,1 1-6,0 1-1,-2 0-3,2 2 1,-1 1 1,-2-1-3,0 3-5,2 0-4,-2 1-9,2 0-6,-2 1-8,1 0-3,2 0-2,-1 3-2,-1-1-1,2 0 0,-2 1-2,2 0 0,-1-1-2,-1 1-2,2 1-1,1 0-3,-1 0-1,0 0 0,-1-1-3,1 0 0,1 0-1,-1 0-2,0-1-2,-1 0-2,1-1 1,1 1-1,-1-4-1,0 3 1,-1-3 0,2 1-1,-2-1-1,1-1-2,-1-1-1,1 0-4,1-2-7,-1 1-9,0-1-9,-1-2-10,1 0-12,1-1-17,-1 0-19,1 0-38,0-2-46,0 2-42,0-1-40,0-3-41,0 0-41,0 0-72,0 0-89,0-3-35,0 1-12,0-2 1,0-1 7</inkml:trace>
  <inkml:trace contextRef="#ctx0" brushRef="#br2" timeOffset="97067.9956">14550 6327 0,'-1'-1'439,"0"0"23,1 1 15,0 0-28,0 0-47,0 0-67,0 0-74,0 0-37,0 0-18,0 0-13,0 0-9,0 0-15,1-2-18,0 2-15,-1 0-16,0 0-14,1 2-14,3-1-11,-3 0-9,2 0-8,-1 1-6,2 1-8,0 0-7,1 1-3,-2-1-5,2 2-3,0 0-2,1 1-2,1 0-2,-1 1-2,0 1-1,2-2-2,0 3 0,-1 1-1,0-1-1,2 1 0,-2 1 2,2-1-2,-3 2 0,3 1-2,-2 0 1,-1 0-2,2 0 0,-2 2-2,-1-1 0,1 1-1,-2 0 0,-2 0-4,2 1 1,-2 1-3,-1 0-2,0 0-1,-1 0 0,-1 1-1,0-1 0,-1 2-1,0-2 0,-1 1-2,-1-1 1,1 2 1,-2-2 0,0 1 0,0 0-1,-3-1 1,2 0 0,0-2 0,-3 1-1,3 0 1,-4-2-1,3 0 1,-3 1-1,1-2-1,-1-1 0,0 0 0,-1 0-2,1-1-3,-1-2-3,0 1-6,2-1-7,-1-1-7,0 1-6,2-4-9,0 1-8,-2 0-13,4-2-14,0 0-17,-2-1-20,3 0-32,0 0-39,0-1-36,2-2-31,0-1-27,-1-1-24,3 0-47,-1-2-58,0-1-55,2 0-51,2-4-16,0-1 2,1 0 13,0-2 419</inkml:trace>
  <inkml:trace contextRef="#ctx0" brushRef="#br2" timeOffset="97371.965">15136 6347 266,'1'-1'420,"1"-1"-6,-1 2-14,0-1-56,-1 1-76,2-1-41,-2-1-25,0 2-18,0 0-12,0 0-12,0 0-10,0 0-14,0 0-17,0 0-16,0 0-17,0 0-16,0 2-17,0-1-11,0 2-8,0-1-5,-2 3-2,2-1-2,0 2 2,-1 1 1,0 0 1,-1 1 0,1 0 1,1 1-2,-1 1-1,-1-2-4,0 3 1,1-1-4,1 1-3,-1-1-2,-2 0-2,2 1-2,0-2-2,0 2-1,-1-2-2,1 2-2,1-2-1,-1 0-1,0 0-2,-3-1-6,3 0-9,0-1-12,-2 0-11,2 0-22,-2-1-25,2 0-27,-2 0-30,2-1-26,-2-2-25,1 2-19,1-1-18,1-1-24,-1-2-26,0 2-50,-1-2-59,1-1-40,1 0-31,0 0 2,-2 0 62</inkml:trace>
  <inkml:trace contextRef="#ctx0" brushRef="#br2" timeOffset="97773.2021">15041 6428 0,'-3'0'213,"2"2"129,-2-1-9,2 0-55,0-1-72,0 1-45,-1 1-29,2-1-14,0-1-5,0 0-1,2 1 1,-1-1 0,0 2-1,0-1-2,3 0-4,-1-1-3,2 1-5,0 0-7,0 0-8,2 0-10,-1-1-8,3 0-9,0 0-8,-1 0-8,2 0-11,0 0-6,1 0-4,0 0-5,1-1-1,0 0-4,-1 0-2,1 0-2,0 1-2,0-1 1,-3-2-2,2 2 1,-1-2-1,1 2-1,-1-1 3,0 0-1,-1-2-1,1 2 0,-3-1 0,3-1 0,-3 1 3,1-1 1,-3 1 1,1-1 3,0 1 4,0-1 5,-3 0 3,1 0 5,1 0 2,-3 0 4,1 0 1,-2 1 2,0 0 1,1 0-1,-2-1-1,0 2 0,-2 0-1,1 1-2,0-2-4,-2 2-4,1 0-2,-3 0-3,1-1-4,1 2-1,-1 0 0,-2 0-1,1 2 0,-2-1 0,0 1 0,2 1 0,-3-2 1,1 3 2,0 1 1,-2 1 2,1 0 0,1 1 0,-3-2 1,3 4 0,-2-2 1,0 1 0,1 1-1,0-1 1,-2 1-1,1 0-1,0-1-1,0 1-2,0-1-2,0 1-1,1-1-4,0 0-1,-2 0-2,3-1-2,-3 0-3,4-1-8,-2 0-11,1-1-12,-1 1-12,1-1-20,2 0-23,-1-2-31,0 1-36,1-2-29,1 2-25,0-3-20,-2 0-16,2 0-21,2-1-20,-1 0-28,1-1-31,-1 0-47,2-2-54,-3-1-10,3-1 6</inkml:trace>
  <inkml:trace contextRef="#ctx0" brushRef="#br2" timeOffset="98035.0017">15042 6328 240,'1'-2'361,"2"-1"-38,-2 2-57,0 0-53,-1-1-49,0 2-28,0 0-15,0 0-3,0 0 1,0 0 6,1 2 7,1-1 7,-1 0 1,0 3 0,-1-1-5,1 1-4,1 1-2,-1 0-2,0 2-1,-1-1 0,1 2 1,3-1-6,-3 2-7,2 0-12,-1 0-12,2 0-11,0 2-9,1-2-5,0 3-4,0-3-1,2 3-1,-1-3-3,-1 3-1,4-3-5,-3 2-7,4-1-4,-2 1-4,-1-2-3,4 0-2,-2 0-2,1 0-2,0 0-1,-2-2-3,2 1-1,-2-3-3,-1 3-1,3-3-3,-2 1-1,-1-2 0,1 0-2,0-1-1,-2 1-1,1-1-2,0 0 0,-2-1 0,0 1-6,1-1-4,-1-2-9,-1 2-13,-1-1-17,-1-1-18,2 0-34,-4 0-37,0 0-46,0 0-50,0-1-44,-3-1-41,2 0-86,-1-1-105,-1-1-47,-1 3-19,-1-2-1,-1-1 6</inkml:trace>
  <inkml:trace contextRef="#ctx0" brushRef="#br2" timeOffset="99307.057">16356 6258 0,'1'1'353,"-1"-1"51,2 1 12,-2-1-56,0 0-85,0 0-48,0 0-31,0 0-16,0 0-8,0 0-4,0 0-6,-2-1-2,2 1-5,0-1-4,0 1-6,0-2-9,0 1-12,0 0-10,0-1-12,0 2-8,0 0-7,0 0-5,0 0-4,0 0-3,0 0-4,0 0-4,0 0-4,0 0-7,0 0-8,0-1-3,0 1-5,-1-1-2,0 0-3,-1-1-4,1 2-3,1 0-3,-1 0-1,-1 0-3,0 0-3,1 0-4,-1 0-1,-1 0-2,3 0 0,-2 0-2,-1 0-1,2 0-1,-3 0-2,3 0 1,-1 0 2,0 2 0,-2-1 1,2 0 1,-2 0 1,-1 2 2,2-2 1,-1 1 2,-1-1 0,-1 2 1,1-1 1,0 2 1,0-1 0,-3-2-1,2 3-1,0-1-1,0-1 0,-1 2-2,0-2 0,2 0-2,-1 2 0,-3 1-1,3-2-3,-3 1 0,3 0 0,-1 0-1,-1-1 1,1 2-1,-2 0 0,3-1 0,-1 1 0,0 0 0,2-1 0,-1 2 0,-1 0 0,0-1 0,2 0 1,-2 2 0,2 0 0,0-1-1,-1 2 0,1-1 1,0 2-1,1-1 0,-1 1-1,0 0 1,1 0-3,2 2 0,-3-1 1,3-1-2,0 3 0,0-1-1,-1 0 1,3 1 0,-1 0-2,0 1 1,1-1 0,0 1 0,0 0-1,0 0 2,1 0-1,0 1 0,0-1-1,2 0 1,-2 0 1,3 0-2,0 0 2,-1 0-1,1-1 0,1 1-1,0-1 1,0 1-1,0 0 0,0-2 0,1-1 0,-1 2 1,1-1-1,2 0 0,-2-1 1,-1 0-1,2 1-1,-2-3 0,0 1-1,1 0-3,0-1-3,-1 0-5,1 0-6,-1-2-8,0-1-8,-2 2-10,2-2-11,-1 0-11,1 1-14,-1-4-15,1 2-20,-2-1-28,1-1-35,1 2-39,-1-2-42,1 0-30,-1 0-25,1 0-45,1 0-53,0-2-54,0 0-57,0 0-19,2-3-2,-2 0 9,3 1 210</inkml:trace>
  <inkml:trace contextRef="#ctx0" brushRef="#br2" timeOffset="99964.024">16919 6370 0,'2'-4'117,"-1"3"179,2-1-31,-2 0-28,2 0-25,-2 0-22,1 2-19,-2-2-7,2 0-2,-2 1 5,0-1 7,0 0 2,0 0 3,0 0 2,-2 1 2,2-2-1,-2 2-1,1-2-6,-2 0-9,2 0-10,-2 1-12,2 0-11,-1-1-11,-1 2-13,-2-2-11,3 2-9,-2-1-9,2 1-6,-1 0-9,-1 0-8,-1-1-8,2 1-6,-1 1-7,0 0-5,-2 0-5,2 0-4,-1 0-5,0 1 0,-1 1 0,0 0 0,0-1 0,-2 2-1,2 0 1,-3 1-1,3-1-1,-1 1-1,-2 1 0,0 0-1,1 0 1,0 0 0,-2 2-1,3 1 0,-2-2-1,0 3-1,2-1-2,-1 0 1,2 3 0,-2-1-1,1 0 0,0 1 0,1 0-1,-1-1 2,0 2 0,2 0-2,1 0 0,-1 1-1,0-1 0,2-1-1,0 1 1,-1 1-2,3-1-1,-1 0 0,-1 0 0,3-2 0,0 2 0,3-1-1,-2 0-2,0 1 1,2-1 1,-1-1-2,3 0 2,0 1 0,0-2-2,0-1 1,1 1 1,3-1-1,-2 1-2,3-2 1,-1 0 0,1-2 0,0 1 0,1-2 0,0 0 1,1 0-2,0-1 0,0-1 0,1-2 0,-1 2-1,2-2 1,-3 0 1,3-2-1,-1 1 1,0-1 0,-2-1 1,1-1 0,-2 1-1,3-2 1,-2 0 1,-1 0 0,0-2 1,-2 0-1,1 0 1,0-1-1,-2-3 0,1 3 0,-2-2 0,0-1-1,-1-2 0,-1 0-2,-2-1 1,3-1 0,-4 1 0,1-1-2,-1 1 2,-1-1 0,0 0 0,-1 0 0,-2 0-1,2 0 0,-4 2 0,1 0 0,1 1 0,-2-1-1,-3 1 1,3 3-1,-2 0 0,-2 0-1,0 2 1,-1-1-1,-1 2 0,1-1 0,-1 3 1,0 0-1,-1 0-1,-1 2 1,1-1-1,-1 2-1,2 0-3,0 0-6,-2 1-7,1 0-8,2 0-11,0 0-11,0 1-15,0 0-16,3 0-25,-2 2-29,2-1-37,-1 0-43,2 0-34,1-1-29,1 1-29,1-1-28,0 2-64,3-2-77,0-1-40,0 3-24,3-1 0,0 0 10</inkml:trace>
  <inkml:trace contextRef="#ctx0" brushRef="#br2" timeOffset="100295.0842">17372 6447 9,'-3'2'425,"2"-1"16,0 3 11,-1-2-43,0-1-72,1 0-59,1 2-58,0-2-29,0 1-16,0-1-12,0 0-11,0-1-9,0 0-9,0 0-9,0 1-8,1 1-8,1-1-7,0-1-8,-1 0-6,2 2-5,-1-1-4,2 0-2,0-1-7,2 1-3,0 1-5,0-2-6,4 1-6,-1 0-7,2-1-8,0 0-7,-1 0-6,4 0-5,-2 0-2,2 0-3,0 0-2,-1 0-2,2 0-1,-2 0-1,0 0-3,1 0-1,-3 0-3,2 0-1,-2 0-5,-2 0-6,-1 0-6,0 0-10,-1 0-9,-2 0-12,0 0-13,-1 0-18,-2 0-19,2 0-30,-3 0-32,0-1-30,-1 1-29,0 0-19,0-1-17,-1-1-14,1 1-10,-1 1-22,-3-1-31,3-2-52,-1 3-63,-1-3-20,-1 1 1</inkml:trace>
  <inkml:trace contextRef="#ctx0" brushRef="#br2" timeOffset="100581.0706">17612 6344 242,'-1'0'377,"-1"-1"-28,2 1-47,-1-1-44,0 1-41,-1 0-23,1 0-17,1 0-7,-1 0-6,-1-2-3,0 2-7,1 0-4,1 0-7,0 0-11,0 0-12,0 0-13,0 0-12,-1 0-11,0 2-11,-1-1-4,1 0-2,1 2-2,-2 0-2,-1 0-1,2 1-2,-3 0 0,3 3-1,-1-2 0,-1 2-1,0-1-2,2 3-3,-1-1-2,-1 1-2,0-1-5,0 2-4,2 1-5,-2-2-3,2 3-4,-1-1-3,-1 0-1,2 1-2,-2 0-4,1 1-2,0-1-3,0-1-1,0 0-2,0 1-2,1-1-1,1-1-1,-1 1-1,0 0-1,-1-1-2,1-1 0,1 1-2,-1-2-2,1 0-2,0 1-6,0-2-5,0 1-9,0-2-11,0 0-13,0-1-14,0 1-14,0-2-23,-1 0-27,1 0-33,0 1-35,0-2-28,0-1-24,1 0-23,0-1-19,0 1-41,2-1-48,-1-1-49,2-1-47,0-1-16,1-1-4</inkml:trace>
  <inkml:trace contextRef="#ctx0" brushRef="#br2" timeOffset="101227.1246">18050 6247 50,'2'-2'433,"-1"0"15,0 1 16,1-2-49,-2 3-81,2-1-49,-1-2-38,-1 2-14,1 1-7,-1-1-8,0-2-7,0 3-11,0 0-16,0-1-16,0-1-18,0 1-18,0 1-15,0 0-13,0 0-12,0 0-9,0 0-6,0 0-10,0 0-8,1 0-8,-1 0-5,0 0-6,0 0-4,0 0-4,2-1-3,-2 1-3,0 0-4,0 0-2,0 0-1,0 0-3,0 0-3,0 0-3,0 0-1,0 0-2,0 0-1,1 0 0,-1 0-1,0 0 0,0 0-1,0 0 0,0 0-2,0 0 1,0 0-1,0 0-1,0 0 0,0 0 0,0 0 0,0 0 0,0 0 0,0 0-1,0 0-2,0 0 1,0 0 0,0 0 0,0 0 1,0 0-1,0 0 2,0 0-2,0 0 1,0 0 0,0 0 0,0 0-1,0 0 1,0 0 0,0 0 1,1 0 0,-1 0-2,0 0 2,0 0-1,0 0 1,0 0-1,0 0-1,0 0 1,0 0 0,0 0 0,0 0 0,0 0 1,0 0-1,0 0-1,0 0 2,0 0 0,0 0 0,0 0 0,0 0 0,0 0 0,0 0 0,0 0 0,0 0 0,0 0 0,0 0-2,0 0 0,0 0 0,0 0 1,0 0 0,0 0 1,0 0-1,0 0 0,0 0-1,0 0 1,0 0-1,0 0 0,0 0 1,0 0 0,0 1 1,0-1 0,1 0 1,-1 0-1,0 0 0,2 1-1,-2-1 0,1 2 1,-1-2 0,0 1 0,0-1-1,0 0 1,0 0 0,0 0 1,0 0 0,0 0-1,0 2-1,0-1 3,0 0 0,0 0 0,0 2 1,0-2-1,0 2 1,0-1-1,0 1 2,0 0 0,0-1 0,0 2 0,0-1 1,0 2 0,0-1-1,0 0-1,0 0 1,0 3 1,0-2 0,0 1 0,0 1 1,-1 2 0,-1-1 0,1 1 1,1 0-1,-1-1 0,0 4 1,-1-2 0,1 2 0,1-1 0,-1 1 0,0 0-1,-1 0-1,2 2 1,-2-1-1,1 0 1,0 0-2,-1 0-1,2 0 1,-1-1-1,0 0-1,-1 0 1,1 1-1,1-3 0,-1 2 0,0-1-1,-1 0 1,1-1-2,1-1 0,-1 0 0,0 0-1,-2-2 0,2 1-5,0-2-6,0 1-8,-2-2-9,3 0-13,-1 0-11,-2 0-16,2-2-15,-1 1-16,0 0-20,0-1-29,-1-2-37,2 3-41,1-3-43,-1 2-35,0-2-27,1-1-46,0 0-53,0 0-52,0 0-52,0 0-16,0 0 1,0 0 13,1-2 305</inkml:trace>
  <inkml:trace contextRef="#ctx0" brushRef="#br2" timeOffset="101926.1407">18443 6348 17,'2'-1'324,"-1"0"-24,2-1-29,-2 2-32,2 0-32,0-1-22,-1 1-16,-1-1-4,0-1 5,0 2 2,-1-1 3,2 0 0,-1-1 3,0 2-2,-1-1-3,1 0-4,1 0-4,-1-1-9,-1 2-9,0-1-9,0 1-11,0 0-13,0-1-16,0 1-10,-1 0-10,-1 0-7,1 0-8,-1 0-6,0 1-7,-1 0-6,-1-1-8,0 3-6,-1-1-4,1 1-2,-2 0-3,1-1-2,0 2 1,0 1-2,-2 1-1,1 0-1,-2 0-1,3 1-1,-1 0 0,-1 1-1,0 0 0,1 1 1,0 0 0,0 0 0,-1 2 1,0-1-1,2 1-1,-1-1 0,-1 3 1,1-2-1,1-1 0,-1 2-1,3 1-1,-1-1-2,0 0-1,3-2-1,-2 2 0,3-1-1,0 0-1,0 1-1,0-1-1,3-1 1,-2 1-1,3 0 0,0-1 1,-1-1-2,3 1 1,1-2-1,-1 0-1,1 0 1,2-1 0,0 0 0,-2-1 0,3 0 1,0-1-1,0 0 1,0-2-1,1 1 0,0 0-1,-1-4 0,0 3 0,0-2 1,1-1 0,-1 0 1,1 0 0,1 0-2,-2-2 0,1 0 1,-3 0 0,2-1-1,-1-1 0,0 0 0,-2 0 1,2-1 0,-3-1 0,2 0 1,-1-2 0,-1 0-1,-1 0 1,1-1-1,-1-1-1,-1-1 1,2-1 0,-2 0 0,-1-2-1,0 1 1,-1 0 0,0-1 0,-2-1-1,1 0 0,-1 0-1,0 0 0,0 1 1,-1 0 0,0 0 1,-2 0-1,1 1 0,-1 1-1,-2 0 1,0 2 0,0-1 0,-1 1-1,0 1 0,-2 1-1,2-1 0,-4 2 0,3-1-3,-2 3-4,-1-1-7,0 0-7,2 2-9,-2-1-11,1 1-12,-1 1-17,1 0-19,-2 0-30,4 0-35,-2 1-43,2 0-45,-1 1-34,3 0-27,0-1-44,-1 1-50,2 1-58,2-1-62,-1 0-21,1-1-5,-1 2 11,3 0 232</inkml:trace>
  <inkml:trace contextRef="#ctx0" brushRef="#br2" timeOffset="102271.107">19018 6111 0,'-3'-3'51,"2"2"364,1 0 20,0-1-19,-1 2-35,0-1-58,-1 1-70,1-2-36,1 1-21,-1 1-13,1-1-9,-1 0-11,1-1-9,0 2-15,0-1-20,0 0-16,0 1-17,0 0-14,0 0-11,0 0-8,-2 1-5,2 0-3,-1 1-3,0 0-2,0 2-2,-1 0-1,2 1 2,-3-1-2,0 3 2,2-1-2,-2 2 1,2-1-1,-1 2-3,-1-1-3,2 2-3,0-2-5,-2 3-1,2-1-3,0 2 0,-2-1-3,2-1 0,1 2-2,-1 0-2,0-2-1,-1 2-2,2-1-3,-1-1-2,0 3 0,0-4-2,-1 2 0,2-2-1,-2 1-1,1-2 0,-1 1-4,1-1-4,1 0-9,-1 0-11,0-3-14,-1 3-17,1-3-26,1 1-30,-1 0-35,0-2-37,-1 0-29,2 0-26,0-1-25,0-1-24,0 1-45,0-3-54,0 0-51,0 0-50,0 0-15,0 0 3</inkml:trace>
  <inkml:trace contextRef="#ctx0" brushRef="#br2" timeOffset="102893.169">18885 6242 211,'0'0'347,"0"0"-43,0-1-63,1-1-54,-1 2-48,1-1-25,1 0-16,1-1-10,-2 1-9,3 1-6,-1-1-8,1 0-5,-1-1-6,3 2-4,-1 0-6,2-1-5,1-1-5,-1 1-6,1-1-6,1 0-5,0 1-6,-1-2-4,2 2-2,0 0-2,0-1 0,0 0-2,0-1 1,-1 2-1,1-2-1,-2 2 0,2-1 1,-1 1 0,0-1 1,-2-1 0,0-1 2,0 2 2,-1 0 2,0-2 6,-1 2 6,0-2 7,0 0 6,-1 1 7,0-1 8,-1 0 7,0 0 9,-1 3 7,3-2 9,-4-1 5,2 2 6,-2-1 3,0 0 3,1 1-1,-1-1-2,-1-1-2,0 3-3,0-1-5,0 1-4,0-1-6,0-1-9,-1 3-6,-1-1-7,1 0-6,1 1-5,-2 0-4,-1 0-6,1 0-3,-2 1-2,0 0-4,-1-1-1,0 3-2,-1-1-3,1 0 1,-1 0-1,-3 2 0,3 1-2,-3 0 0,3 0-1,-3 1-1,1-2-1,0 3 1,-2-2-1,3 2-1,-3-1-2,1-1 0,-2 2-1,4-2-1,-3 0-1,1 1-1,-1 0 1,3-1-1,-2 1 0,0-1 0,1 0-1,1-1-2,-1 0-4,1 0-8,1-1-9,0-1-9,2 2-9,-1-1-17,0-2-17,0 2-26,2-2-29,0-1-27,-1 0-25,2 0-19,-3 0-18,4 0-12,-2-1-8,2-2-2,-2 1 0,2-1 3,1-1 2,-1 1 10,1-2 11,0 1 22,1 0 25,-1-2 25,1-1 24,2 2 20,-2-3 18,2 3 17,-2-2 17,4-1 17,-3 1 15,2 0 13,-1-1 11,-1 3 11,-1-2 12,3 1 9,-3-1 9,2 2 5,-1 1 7,0-1 4,0 0 6,-1 2 0,2-1 2,-2 1-1,3-1-3,-2 3 1,-1-2-1,2 2-2,-2-2 0,2 2 1,-2 1 2,0-1 5,-1 1 5,1 0 6,1 0 9,0 1 5,-1-1 6,-1 3 5,1-1 7,2 1 5,-2-2 5,2 3 4,-1 0 4,0 0 3,0 0 2,-1 1-1,3 2-1,-2-2-6,2 3-10,0-1-7,0 0-7,1 1-8,-2 0-9,2 1-8,0 1-9,3-1-9,-2 1-6,1-2-8,1 2-8,-2-2-10,3 0-6,-2 1-7,2-1-4,-3 0-5,4 0-5,-4 0-3,2-1-2,-1 0-2,1-1-2,-1 0-4,-1-2-7,-1 3-11,0-2-13,1-1-16,-2 0-18,1 0-28,-2-2-31,0 2-39,1-1-40,-3-2-32,2 2-27,-1-1-38,0-2-42,0 1-65,-2-1-78,4-1-29,-2 0-8,-1-2 5,2 2 67</inkml:trace>
  <inkml:trace contextRef="#ctx0" brushRef="#br2" timeOffset="103412.3823">19547 6146 0,'1'-3'7,"0"1"310,1-1-23,-1 2-29,0-2-32,-1 2-30,1-1-26,1 1-11,-1-1-4,0-1 1,-1 2 6,0-2 2,0 2 4,0-2 0,0 3-1,0-2-5,0 0-9,0 0-11,0 0-14,0 1-15,0 1-16,0 0-15,0 0-16,0 0-11,0 0-11,0 0-7,0 3-5,-1-1-2,0 2 0,-2 0 1,2 3 0,-2-2 1,1 4 3,-1-1 3,-2 1 2,3 3 3,-2-1 3,2 0-2,-1 3-3,-2-1-2,3 1-4,-2-1-4,2 3-3,-1-2-2,-1 2-4,1 1-2,0-1-3,1 0-1,-1-1-3,2 0-2,-2-1-3,2 2-1,0-2 0,0 1-2,-2-1-3,2-2 0,1 1-2,-1 0-1,0 0-1,-1-2-1,2-1 0,0 1-1,0-1-1,0-2-1,-1 1-1,1-2-1,0 0-1,0 0-3,0-1-5,0-1-7,0 0-10,-1 0-12,0-2-13,-1 1-13,2-1-16,-1 0-26,0-1-32,0 1-38,-1-1-40,2-1-31,-2 1-25,2-2-29,0 0-31,0 0-66,0 0-82,0 0-33,-1-2-8,1-1 4,0 0 36</inkml:trace>
  <inkml:trace contextRef="#ctx0" brushRef="#br2" timeOffset="103894.197">19821 5938 405,'0'-4'436,"0"2"-2,2-2-13,-1 2-62,0-1-83,-1 0-39,1 1-19,2-1-7,-2-1-3,3 2-6,-2-1-6,-1 0-13,2 1-14,-2-1-16,2 1-17,-1-1-17,-2 2-17,2-1-13,-1 1-11,0-2-11,0 2-9,-1 0-12,3-1-9,-2 1-8,-1 1-6,0 0-5,0 0-5,1 0-1,-1 1-3,1 1 0,2-1 0,-2 3-1,2-2 2,-1 1 0,3 1-2,-3 1 2,2 1 1,1 0 1,-1 0-1,1 0 1,-1 1 0,-1 0 1,1 0 0,2 2-1,-2-1 1,-1 1-1,0-1-1,1 1 1,0 3 1,-2-3 0,2 3 0,-2-1 1,2 1 1,-1 0 0,0 2 0,1-1-1,-1 1-2,-1 1 0,-1 0 1,2 0 0,-2 1 1,3 1 0,-2 0 1,-2 1 0,1-1 0,1 0 0,-1 3-1,-1-2 0,0 1 1,0 0 0,-1 0 2,-1-1 0,1 0 0,0 2 0,-3-3-1,3 3 0,-3-1 1,2-3-1,-2 3-2,0-1 0,-2 0 1,2-2 1,-1 1-2,-1-1 0,1 0 0,0-1-1,0 0-1,-2-1 1,1-1-2,-2 0 0,1 1-3,-1-3 1,0 1 1,0 0-2,-2-2 0,0 0-1,0-1-1,0 1-1,-1-2-2,0 1 0,0-2-1,-2 1-1,1-2 0,2 0 0,-2-1-1,-1 0-2,3 0-5,-2-2-4,1 1-5,0-1-6,-1 0-9,2-1-9,1-1-13,0 1-12,0-2-14,0 0-20,1 0-22,0 0-37,2 0-44,-1 0-44,2-2-42,0 1-35,0-1-31,1-1-77,0 0-96,0-1-40,2 1-14,-2-1 4,3-1 10</inkml:trace>
  <inkml:trace contextRef="#ctx0" brushRef="#br0" timeOffset="115770.5373">1322 7101 72,'-1'0'82,"1"0"1,0 0-2,0 0-2,0 0-5,0 0-4,0 0-5,0 0-6,0 0-4,0 0-7,0 0-5,0 0-4,0 0-2,0 0-4,0 0-1,0 0-4,0 0 0,0 0-1,0 0-1,0 0-2,0 0-1,0 0-1,0 0 0,0 0 0,0 0 0,0 0 0,0 0 4,0 0 1,0 0 3,0 0 1,0 0 3,0 0 3,0 0 1,0 0 2,0 0 4,0 0 0,0 0 2,0 0 0,0 0 0,0 0-3,0 0-1,0 0-2,0 0-2,0 0-1,0 0-4,1 0 0,1 0-3,-1 0 0,0 0 0,-1 0 0,4 1 1,-2-1 3,-1 2 5,2-1 2,-1-1 3,2 2-1,-1-2 0,0 2 1,1-1 0,1 2-1,-1 0 0,1-2 0,0 1-2,0-1-1,0 1-2,1 0-3,-1-1-6,0 0-4,1 0-2,-1 1-1,0-1-2,1 0-1,0 1-2,1-2-1,0 0-3,-1 1-1,-1 0-1,3 1-2,-2-1 0,0 0 0,0 1-1,0 0 0,1-1 2,0 1 1,-2-1 0,1-1 0,3 2 0,-3-1-2,3 0 1,-3 0 0,4-1 1,-3 2 0,1-1-1,2 0 0,-3 1-2,3-2 0,-1 1 0,2 0-2,-1 0 0,0-1-1,1 1 2,-1 0 1,1 0 0,-1 1 0,1-2 1,1 0-1,-2 1-1,1 0 1,-1 0 0,1-1 0,0 2-1,-2-1 1,1 0 0,-2 1 0,2-2-1,-1 0-1,2 1-1,-2 0-2,1-1 0,-1 2-1,-1-1 3,1-1-2,-1 0 1,1 0 0,1 0 0,-1 1 1,2 1-2,-2-2 0,1 0-1,-2 1 0,2 0 1,0 0 0,1-1-1,1 2 1,-2-1 1,1 0 0,-1 0-3,0-1 0,-2 1 0,2 0 0,-1 0 0,2-1 1,-1 2 0,-1-1 0,-2 0 0,3 1 0,-2-1 1,0 1 0,1-1-4,0 0 0,-2 2 0,3-3 2,-2 1 2,0 0-3,1 0 0,2 1 0,-2 0 1,1 0 1,0-1 0,1-1 0,0 1 1,-1 1 0,1 0-1,0 0 1,2 0 0,-1-1 1,-1 1-1,3 0 2,-2-1-1,2 0 1,-3 1-2,3 0 1,-2 0-1,1 0 0,-1-2-2,2 2 0,-3-1 2,3 1 1,-2-1 2,-1 1-3,2-1-1,-1 0-1,-2 0-2,2 1 1,1-1 2,-2 0 0,0 1 0,2-2 0,-2 1 0,1-1 1,2 1-2,-3-1-2,3 2-1,-1 0 2,1 0 3,1-2 0,0 1 3,0 1-2,0-2-1,0 3 1,-2-1-1,2-1 0,0 1 1,-1 0 3,-1 0-1,0 0 0,-1 0-1,2-1-1,-3 1 1,0 1-1,-1-3 0,1 1-2,-1 0 0,-1 0-1,1-1 1,-3 2-1,2-1-1,-3 0 1,2 1 0,-1-2 1,-2 1 0,1-1 0,2 1 1,-2 1 0,-1-2 1,2 1 2,0-1 1,-1 1 1,1-1 0,1 2 1,0-2 2,0 1-1,2 0 0,-1 0 0,0 1-1,0-2 1,2 1 0,-1 0 0,1 0 0,1-1-2,-2 1 2,1 0 0,-1 0 0,1 1 0,0-2-1,-1 0-1,0 1 2,-1 0 0,0 1 2,0-2-1,1 0 0,-1 0 0,2 1 2,-3-1 1,1 1 0,-1 0 1,3-1 0,-2 0-1,1 2 0,-2-2 2,2 0-1,-1 0 2,2 0 0,0 0-1,-1 0 1,3 0 0,-2 0-3,1 0 2,2 0 0,-3 0 0,4 0 1,-1 0 2,-1 0 2,1 0 0,1 0-1,-1 0 0,-1 0-1,2 0 0,-2-2 1,0 2 0,1-1-2,1 1 0,-3 0 1,2 0-3,-2 0-2,2 0-1,-3 0-5,3 0 1,-3 0-1,0-1-2,0 0-1,-1 1 0,2 0-1,-1 0 1,-1-2-1,0 2-1,-2-1-1,2 1 0,-1 0 1,2 0 1,-2 0 0,1 0 2,-2-1-1,2 1 1,-1-2 0,1 2 0,0-1 0,0 1 0,1-1 0,-1 0 0,1 1-1,-1 0-1,0 0 0,0 0-1,0 0 0,-1 0 0,1 0-2,-2 0 0,2 0 1,0 0-1,0 0 0,0 0 0,-1 0 0,1 0 0,-3 0 1,3 0 0,-3 0 0,1 0 0,2 0 2,-3 0-1,2 0 1,0 0-1,-1 0 0,1 0-1,0 0-1,-2 0 0,3 0 1,-2 0 0,0 0 0,1 0 1,0 0 0,-2 0-2,3 0-1,-2 0 0,-1 0 1,3 0 1,-3 0 0,2 0 0,-1 0 0,0 0 1,-2 0 0,2 0 1,-1 0-2,0 0 2,0 0-2,-1-1 2,-2 1-1,1-1 1,1 1-1,-1-1 1,-1 1-1,1 0 2,-2 0 2,1 0-1,-1 0 0,-1 0 0,1 0 1,-2 0 0,3 0 0,-2 0 0,-1 0 0,1 0 0,-1 0 0,0 0 0,-1 0-1,0 0-1,0 0-3,0 0-3,0 0-6,0 0-11,0 0-13,0 0-25,0 0-27,0 0-49,-1 0-60,0 0-54,-1 0-51,2 0-77,-2 0-89,-3-3-50,2 1-30,0 0-12,-1 0-2,0-1 6,-2 2 444</inkml:trace>
  <inkml:trace contextRef="#ctx0" brushRef="#br0" timeOffset="117121.6038">6605 7348 0,'-1'1'245,"-1"1"-27,1-2-35,0 0-37,-1 0-35,1 0-23,0 0-15,0 0-8,-1 0-4,1 0-1,1 0 0,-1 0 2,0 1 2,-2-1 1,2 1 0,1-1 0,-1 1-2,0-1 0,1 0 0,0 0-3,0 0-1,0 0-2,0 0-2,0 0-3,0 0-2,0 0-3,0 0 0,0 0-4,0 0 0,1 2 2,0-2 2,-1 1 2,4 0 4,-2 0 3,1-1 1,-1 1 4,2 0 2,1 0 1,1 1 1,0-2 2,3 1 1,-2 0 0,1 1-1,3-2-3,-1 1-4,0 1-3,1 0-5,-1-1-3,3 1-1,-1 0-4,-1 1-1,3-2-4,-1 2-2,0-2-4,2 0 0,0 1-2,0 0 1,1 0-2,0-2-1,0 1 0,-1 0 0,2 0 0,1 1 1,-1-2 3,1 1 3,0 0 3,0 0 4,0-1 0,1 0-4,-1 0 0,1 0-2,1 1 2,0 0-1,-2-1 0,2 1 0,-1-1-3,-1 0-3,1 0-5,1 0-5,-1 2-4,-1-2-3,2 0-1,-1 0 0,-1 0-1,1 0-4,-2 1-1,2 0-2,-2 1-1,1-2-1,-2 0-1,1 0 1,1 0-1,-1 0 3,-1 0-2,-2 0 0,2 0 0,0 0-1,0 0 1,1 0 3,-1 0 0,0 0 1,0 0-1,-2 0 0,1 0-2,-1 0-1,1 0 1,0 0-2,-1 0 1,2 0-1,0 0 1,0 0-2,1 0 0,-1 0-1,0 0 0,0 0 2,-1 0 0,1 0 1,-1 0 1,1 0-1,0 0 1,0 0 1,0 0 0,-2 0-1,1 0 1,0 0 0,1 0 1,-2 0-1,-2 0 1,2 0-3,-2 0-1,1 0 0,-2 0 0,0 0 0,-1 0 1,1 0-2,0 1 2,-2-1-1,2 1 1,-2 0-2,0-1 1,-2 2 0,3-2 0,-3 0 1,1 0-1,3 0 0,-1 0-1,-1 0 1,2 0 1,-1 0-1,1 0 1,-1 0-1,2 0 1,2 0-1,-3 0 1,4 0-2,-1 0 0,-1 0 1,2 0 0,-1 0 1,1 0-1,1 0 0,0 0-1,0 0 1,-1 0 0,-1 0 0,2 0 1,-1 0 1,0 0-1,0 0 1,0 1-1,-3-1 0,3 2 1,-3-2-1,1 0 1,-1 1 1,1 0 0,-2-1-2,0 0 0,0 0-1,-1 0 1,0 0-1,0 0 1,0 0 0,-2 0-1,0 0 1,1 0-1,-1 0 1,0 0 0,-2 0 1,3 0-1,-3 0 1,3 1 1,-3-1 0,3 0-2,-2 0 0,-1 0-1,3 0 1,-3 0 1,3 0 0,-2 0 1,1 0-1,2 0 1,-3 0-3,3 0 1,-1 0-1,2 0 0,-1 0-1,0 0 1,1 0-1,-1 0 0,1 0-2,-2 0 1,3 0-2,1 0 1,-2 0-1,0 0 0,1 0 0,0 0 0,-1 0 0,0 0 0,-1 0 0,1 0 1,-1 0-1,0 2 0,0-2 0,0 1 0,-1 0 1,1 1-1,-2-2 0,2 0 0,-2 0 1,0 0-1,1 0-1,0 0 0,-2 0 1,3 0 0,-2 0 2,0 0-1,1 0-1,0 0 1,-2 0 0,3 0 0,-3 0 1,2 0-1,1 0 1,1 0-1,-2 0 1,1 0 1,-1 0 0,0 0-2,0 0 0,2 0 1,-1 0 1,2 0 0,-1 0-1,-1 0 0,1 0 0,-1 0 1,1 0 0,-1 0 0,1 0-2,0 0 1,-2 0-1,2 0 1,-1 0 1,1 0 1,-2 0-1,2 0 1,0 0-1,-1 0 0,1 0 0,-1 0 0,2 0 0,-1 0 1,-1 0 0,1 0 0,-1 0 0,1 0-2,-1 0 1,1 0-1,0 0 1,-1 0 0,0 0-2,0 0 1,0 0-1,-1 0 0,1 0 0,-2 0 0,2 0-1,-1 0 1,2 0 0,-1 0 1,-3 0 0,1 0-1,1 0 0,-2 0 1,-1 0 0,1 0 0,-2 0 1,1 0-2,-3 0 1,1 0 0,1 0 1,0 0-1,-3 0 0,1 0 0,1 0-1,-3 0 1,2 0 0,-1 0 1,-1 0-1,3 0 0,-3 0 1,0 0 1,1 0 0,-1 0-1,0-2 1,-1 2-1,0 0 1,0 0 0,0 0 0,0 0 1,0 0-2,0 0 1,0 0 0,0 0-1,0 0-1,0 0-4,0 0-4,0 0-7,0 0-8,-1-1-22,0 0-24,-2 1-42,1-2-47,-3 1-54,0 0-55,-3 0-74,-2 1-83,-2-2-68,-2 1-62,-3-1-25,-3-1-11,-5-1 2,-1-1 7</inkml:trace>
  <inkml:trace contextRef="#ctx0" brushRef="#br0" timeOffset="120568.2955">4226 7638 0,'0'0'194,"0"0"80,0 0-53,0 0-47,0 0-47,0 0-25,0 0-18,0 0-6,0 0-4,0 0 0,0 0 3,0 0 3,0 0 2,0 0 2,0 0 0,0 0-1,0 0-1,0 0-4,0 0-2,0 0-3,0 0-6,0 0-4,0 0-7,-1 0-4,0 0-7,-2 0-7,2 0-5,-2 0-7,2 0-5,-1 0-4,-2 0-2,3 0-3,-3 0-4,2 1-1,-1 0-1,-1 0-1,-1-1-2,2 2 0,-1 1-1,0-1-1,-2 1 1,1 1-1,0-1 1,0 0 0,-1 1-1,1 0 1,0 0-1,-1 1 1,-1 0-1,2 0 1,-2 1 0,2 0 0,0-1-1,-1 2 1,1-1 0,0 2 0,0-3 0,-1 3 0,1-3 0,0 3 0,0-1 0,0 2 0,1-3-1,0 2-1,2-1 1,-3 1 0,4-2 1,-2 1 0,2-1 1,1 1-1,0-1 2,0 1-1,1-3 2,2 2 0,-2 1 1,4-3 0,-3 1 1,2 0 0,1-1-1,1 0 1,1 0 0,0-1-1,2 1 0,-2-2-2,3 0-1,0 0-1,0 0 1,0-1-1,2-1 1,1 0-1,-2-1-1,1-1 0,2 1-1,-3 0 1,3-2 0,-2 1 0,1-2 2,-2 2-1,0-2 0,0 0 0,2 0 0,-1-1-1,-2 0 0,0 1 1,0-3 0,0 1 0,-1 1 1,-1-3 0,0 2-1,-1-1 1,-1 1-1,1 0 1,-1-1 1,-2 1 0,-1-1-1,1 1 1,0-1-1,-2 2 2,-1 0-2,1 0 0,-1 0-1,0 1-1,-1 1-1,0 0-1,0-1 0,0 1 0,0 1-1,-1 0 0,0 1-1,-1 0 0,1 1 0,1 0-1,-2 0 0,-2 0 0,3 1 1,-2 2-1,2-2 2,-1 2-1,-1-1 1,2 1 0,-2 0-1,2 2 1,1-1 0,-2-1 1,0 2 0,1 0 2,1-1 0,0 1 0,0 1-2,0-1 1,0 2 1,1-1-1,1 1 0,0-1 1,-1 0-1,2 1 2,-1-3-1,2 2 0,0 0 1,1-1-1,0-1-1,0 1 2,2-2 0,-2 2 1,3-1-1,0-2 1,-2 0 0,3 0 1,-3 0-1,3 0 0,0 0 0,-2-1-2,3-1 0,-4 0 0,3 0 1,-3 0 0,2-1 0,-1-1 1,-2 1 0,1 0 0,2-2 0,-3 1-1,-1-1 1,0 0 0,0 1 2,0-2 1,-3 1 1,2-2 0,-2 1-1,0-1 0,-1 1 0,0-3-1,-1 2-2,0-2 1,-2 1-1,1-1 1,-1 1-1,-3-2 0,1 1-2,0 1-1,0-1 0,-2 2-1,-1-3 0,1 3-1,-1-2 1,-2 2 0,3 0 0,-3-1 1,2 2-4,1-1 1,-3 1-1,4 1 0,-3 0-2,3-1 0,-3 1 1,3 1-1,0 0 0,-2 1-1,2 1-1,1-2-3,-1 1-3,1 1-2,0 0-3,0 0-2,0 0 0,3 0-1,-1 0-1,1 0 0,0 0 0,2 0-1,0 0 1,0 0 1,3 0 1,-2 0 3,3-1 1,0 0 5,2 1 3,0-2 3,0 1 4,4 0-1,0 1 1,-1-2 1,2 1 1,-1 0-1,1 0 1,-1 0 0,1-1 0,2 2 1,-3-2-1,1 1 0,-1 0 1,1 0-2,-1 1 0,-2-2 1,2 1-1,-1 0 0,0 1 1,-3-2 1,2 2-1,-1 0-1,-1 0-1,-1 0 1,1 0 0,-1 0 0,-1 0 0,1 2-1,0-2 1,-1 1 0,-2 0 1,2 1-1,-2 0 0,2 1-2,-2 0 1,1-1 1,-2 2 0,2 0 1,-2 0 0,2 0 0,-2 1 0,0 1 1,-1-1 0,1 1 0,2 1-1,-3-1 1,0 0 1,0 1-1,0-1-1,0 1 2,0-1-1,0 2 0,0-2 0,0-1 0,0 1-1,0-1 0,0 1 1,0 0-1,0-2 0,0 1 0,0-1 1,0 0 0,0 0 0,0-2 0,0 1 1,0 0-1,0-2 0,0 2 1,0-2 2,0 1 1,0 0-2,0-2 2,0 0-2,0 0 2,0 0-1,0 0 0,0 0 1,0 0-2,0 0 1,0 0-1,1 0 1,0-3-2,-1 2-1,1-3 0,1 2 0,0-1 0,-1-1-2,2 0-1,-1 0 0,2-1 0,0-2 1,-2 2 0,2 0 0,1-2 0,0 0 0,-1 1-1,1-1 0,0 1 0,2-1 1,-2 1 0,1 2 0,2-3 1,-2 3 0,1-1-1,1 0 0,-2 1 0,3 1 2,-3 0-1,1 0 0,0 1-1,-1 0 0,1 2 0,-2-1 0,2 1-1,-1 0 0,-1 0 0,0 1 2,0-1-1,-1 1 2,0 2-1,0-2-2,1 1 1,-1 1 0,-2 0 1,2 1 1,-3 0 0,2-1 0,-1 2 0,-2 0 1,1-1 0,1 1-1,-2 1 0,0 0-2,0-1 0,0 1 0,0-1 1,0 1 1,0 0-1,-2 0 0,1-2 0,1 0 0,-1 1 1,0 0-1,-1 0 1,2-2 0,-1 1 1,1 0-1,0-1 1,0 1 1,0-2 0,-1 1 0,1 1-1,0-3 1,-1 0 0,1 1 2,0-1-2,0 0 1,0 1-1,0-2 0,0 0-1,0 0 2,0 0-1,1-2-1,0 0 0,-1 0 0,1 1-1,1-3 0,0 0 0,-1 0-2,3 0 0,-2-2-2,1 1-1,1-2-5,0 0-3,-1 1-4,2-3-6,0 2-6,0-1-3,0 2-1,0-2-2,1 0-1,2 1-2,-1-1-1,-1 2 1,3-3 0,-3 3 2,4 0 4,-2 1 2,0 1 4,1-2 5,0 3 6,-2 0 2,-1-1 3,3 1 1,-3 1 2,2 2 2,-2-2 0,-1 2 2,0 2 0,1-2 0,-1 2 0,-1 0 1,1 0 1,-2 1 0,0 0-1,1 0 2,-2 1 0,2 0 0,0-1 0,-2 2-2,-1 0 0,2-1 1,-2 2 1,2-1 1,-1-2 0,-2 3-1,3-1-1,-1 1 0,-1-1 0,0-1 1,2 0-1,-3 1 0,2 0 2,1-1 1,-3 1 0,3-1 2,-1-1 2,-1 1-1,3 0 0,-3 0 1,2 0 2,-1-2 2,-1 1-1,3 1 1,-1-3-1,0 1-1,1-1 0,1 0 0,-1 0-2,1 1-1,-2-2 0,2 0-1,0-2 0,1 1 0,0 0-2,0 0 0,1-1 0,-2 1-1,1-3 0,2 1-1,-2 1 0,3-2-2,-2 1 0,-1-1-1,3 0 0,-1 0 1,0-1-2,0 0 1,0 1 1,1-1-3,0-2 0,-2 2-1,2 0 1,-2-1 1,1 1 2,-1 0-1,1 1 1,-2-1 2,3 1-1,-3 0-2,1 2-1,-2 0-1,0-2 1,0 3-1,0-2 2,0 2 1,-1 1 1,0 0 0,-1 0-1,1 1-1,-1 0-1,-1 1 1,1 1-1,-1 0 1,-1 0 2,3 1 1,-3 0 1,-1-1 0,1 0-1,1 2-1,-2 1 0,0-2 0,0 0 0,0 1 1,0-1 1,0 1 0,0 0 0,0-1 3,-2 0 1,1 0 0,1 0 1,-1-1 1,0 2 2,-2-3 4,2 1 0,1 0 3,-1-2 1,0 2 0,-1-2 0,1 2 2,1-2 0,-1 0-1,1 0 0,0 1 0,0-2 1,0 0-2,0 0 0,0 0-3,0 0-1,0 0-1,0 0 0,0-2-2,0 0 0,0 1-1,0-2-2,1 0-2,-1 1-2,1-2-2,2 0-1,-2 0 0,4 0 0,-3-1-2,2 0-1,1 0 0,0-1 1,-1 1-2,1-1-2,0 0-1,1 1 0,0-1 0,-1 1 2,3-1 0,-2 0-3,0 2 0,0-1 0,0 1 0,1 1 0,0 0-1,-2-1 0,0 1 1,1 1 2,-1 0-1,0 2 0,1-1 0,-1 1 0,-1 0 2,1 1 0,0-1 1,-1 2 2,-2 0 0,2 1 1,-1-1-1,-1 1-1,2 0 0,-2 1 2,-1 1 0,2-1 3,-2 0 0,-1 1-1,1 0 1,1 2-1,-1-2-1,-1 0 2,0 2 0,0-3 0,0 2 2,0 1 2,0-3-1,0 1 0,-1 0 0,-1-1 2,1 1 1,1-1 4,-1-1 1,0 1 1,-1 0 4,1-2 2,1 1 2,-1 0 3,0-2 2,-2 2 2,2-2 1,1 0 1,0 1 0,0-1-1,-1-1-2,1 0-2,0 0-2,0 0-3,0 0-2,-1 0-2,1-1-3,0-2-3,0 2-5,0-3-1,1 2-4,0-2 0,0 1-4,3-3-5,-3 2-4,3-2-4,-2 1-3,2-1-4,1-1-4,-1 1-2,-1 0-5,3-1-3,0 1 0,-1-1-1,1 0 0,0 2 1,0-1 2,1 0 2,1 2 3,-2-1 4,3 1 4,-3 1 4,1 0 3,0 0 4,-1 0 1,-1 1 2,3 1 0,-2-1 2,-1 2 1,1 0 0,-1 0 2,0 0-1,-1 2 1,1-1 0,-2 1-1,1 1 1,-1 0 0,-1 1-1,3 0 1,-4-1 3,2 3-1,-1-2-1,-1 0 0,2 1 1,-2-1 0,2 1-2,-2 0 1,3-1 1,-2 1 1,-2 1-2,3-2 2,-1 0-1,-1 1 2,2-1 2,-2 1 2,3-1 1,-2-1 1,-1 2-1,2-1 1,1-2 1,-2 0 0,2 2 1,2-2-1,-2 1 0,0-2 0,1 2 0,1-3-2,-1 1-1,1 0-2,0-1 0,0 0-1,1 0 1,0-1-1,-2 0-1,4 1 0,-3-3-1,0 2 1,1-2 0,0 1 1,-1-2 0,0 2 0,0-2-1,1 1 0,0-1 0,-2 0 0,0 0-1,1-1 1,-1 0 2,-1 0-1,0-1 0,1 2-2,-3-3 2,2 2 0,-2 0-2,1 0 2,-2 0 1,3 0 2,-3 0-1,0 2 0,-1-1 0,1 1-3,1-1 0,-2 2 0,0 0 2,0 0 0,0 0-2,-2 2 0,1-2 1,1 2-2,-2 0 0,-2 2-1,3-1 0,-3 2 0,2-1-1,-1 0 2,-1 2 1,1 1 0,-1-1-1,1 0 1,1 2 0,-2 0 1,2 0-1,-2 1 1,0-1-1,3 1 2,-1-1 0,0 1 2,1-1 1,1 2 0,0-1 1,0-1 1,0 0 1,1 1 1,2-1 0,-1 2 3,2-3-1,0 3 1,-1-3 0,2 0-1,0 2-2,3-3 1,-2 0 1,-1 1-1,4-2-1,-3 1 0,3-2 0,-2 1 0,3 1-3,-3-3 0,1 0-1,2 1 0,-3-2 1,2 0 0,0 0 0,-1 0 0,1-2-1,0 1-1,-2 1-2,3-3 1,-4 1-3,3-2 1,-4 1 0,1 0 2,-1 0 0,1-1-1,-2-1 0,1 0-1,-2-1 0,-1 2-1,-1-4-1,0 2 0,-1-2 1,-1 1 1,0-1-1,-3 0 0,2-1 0,-2 1-1,-1-1-1,-1 1-1,1 0 1,0-1-2,-2 1 0,-1-1-1,2 1 1,-3 2 0,3-3 1,-4 2-2,3 0 0,-2 2-1,1-1 0,2 2 0,-2-1 1,0 2-1,1 0 1,0 1 0,1-1 1,0 2 1,0 1-1,1 0-1,-1 0 0,1 0 0,1 2 0,0 1 1,-2 1-3,4-1 2,-1 0-1,1 3 2,0-1-1,1-1 1,1 2 2,1 0 0,1-1 0,0 1 1,1 0 0,0-1 1,3 0 1,1 2 0,-1-2 2,1-1 1,2 1 1,1 0 0,-1-2 0,2 1 0,0-1-2,-1 0-1,2 0 1,0-1 1,0-1 2,-1 0-1,0 0-1,2-1-2,-1 0 0,-2 0-2,1-1 0,-1 0-1,1 0 0,1-1 1,-4 1 1,2-2 0,-1 1 0,0-2-1,-2 1-1,2 2 0,-2-3-1,-2 1 0,3-1 3,-3 1 0,0 0-1,1-1 2,-3-1-1,1 2 0,0-2-1,1 1-1,0 0-1,-3 1 0,2-1 0,-1 0 2,-1 1 1,1 0-2,0 0-1,-2 0-1,2 0-1,-2 1 0,2 1 0,-2-1 0,2 1 0,-1 0 0,-1 1 2,3 0 0,-3 0-1,2 1-1,-1 0 1,-1 1 0,2-1 0,-2 2 1,2 1 1,0 0 0,-2-1-2,1 0 0,-1 2 0,-1 1 1,1-2 0,1 1 0,-2 0 0,0 2 1,0-2 1,0 2 1,0-1 1,0 1 1,0-1 1,0 0 2,0 1 2,0-1 2,0 1 4,0-1 3,0 2 3,0-3 2,0 0 1,0 2 1,0-3 1,0 1 1,0-1 1,0 1 2,0-2 0,0-1 1,0 1 1,0 1 0,0-3 2,0 1-2,0-1 1,0-1 0,0 1 1,0-1 0,0 0 0,0 0-2,0 0-1,0 0-3,0 0-1,0 0-4,0 0-3,0-1-3,0 0-5,0-1-2,0 1-2,0-3-3,0 1-4,0-1-2,0 2-2,1-4 0,0 1 0,-1 0-1,1 0 0,2-2 2,-2 1 0,3-2 0,-2 0 0,2 1-1,0-1-2,-1 2 0,2-2 0,0 3 1,0-3 0,3 3 0,-2-1 2,0 0-2,0 2 0,2-1 0,-2 1-2,3 0-1,-2 1 2,1 0 0,-1 1 1,-1 1 0,3-2 0,-3 2 0,3 1 2,-3 0 0,-1 0-1,2 0-1,-2 1 1,1 2 1,0-2 1,-3 3 0,1-2 0,1 1-1,0 1 1,-3 0-1,1 1 0,1-1-1,-3 3 0,2-3 0,-1 2 2,-2 1 0,1-1-2,2 1 1,-3-1 1,0 1 0,0 0 0,0-1 0,0 1 1,0-1 0,0 1 1,0-1 0,0 0 0,0 1 0,0 0-1,0-3-1,0 2 0,0 0-1,0-2 0,1 1 2,0-2 0,-1 2 1,3-1 3,-1-2 0,1 1 0,0 0 1,3-2 1,1 2 0,-1-2 0,4-1 2,1 0 1,-1 0-1,4 0 0,-1-1-1,1-2 1,2 0-1,2 2-2,-1-3-2,-1 0 0,1 0-2,1 0 0,-1-1 0,-2 0-1,1-1-3,-2-1-2,1 1-4,-3 0-8,1-1-17,-3-1-22,-1 2-33,-1-3-35,-3 2-34,1-2-34,-3 2-36,-1 0-40,-2-1-72,-2 0-86,-1-1-46,-3 1-24,1-1-7,-3 2 1</inkml:trace>
  <inkml:trace contextRef="#ctx0" brushRef="#br2" timeOffset="132070.0529">1828 8618 0,'1'0'146,"-1"-1"135,1-1-45,1 2-52,-1 0-50,0-1-28,-1 0-17,0-1-4,0 1 3,0 1 5,0-1 5,0 1 7,0-2 6,0 2 5,0 0 5,0-1 3,0 1 1,0-1 3,0 0 2,0-1 1,-1 1-2,0 1-5,-1-2-7,1 1-8,1 0-6,-1-2-9,-1 2-9,1 0-6,0-1-8,0 1-4,-2 1-3,2-1-7,-3 0-9,3 0-6,-1 0-7,-1 1-3,-1 0-3,2 0-4,-3 0-2,0 0-2,1 0-2,-1 0-3,-1 1-3,1 0-3,-1 1-2,-2-1-1,1 2-1,1 1 0,-3 0-1,0-1 0,1 2 0,0 0-2,-2-1 0,3 2 0,-3 1-1,2 0 1,0-2-1,-1 4-1,0-2 0,3 2 0,-1-1 0,-2 1 0,3 0-2,-2-1 1,2 4 0,1-2 2,-1 1 0,1-1 0,0 2 0,1 0-1,-1 0 1,3-1-1,-2 1 2,3 1 0,-2 1-2,2-1 1,1 0 1,0 0-2,0 0 1,1 0 0,2-1 0,-2 0-1,2-1 1,-1 1 0,3 0 1,-3 1-2,2-2 0,0-1-1,1 2 1,0-3 0,-1 3 1,1-3 0,0 2 0,1-1-1,-1-1 0,0-1 0,1 1 0,0-1 1,-1 0-3,2-1 2,-1 0 1,0 0 0,0 0-1,-1-2-1,0 0-2,0 0 0,0-1 1,-1 0-1,-1 0-3,1 0-4,2-1-8,-2-1-12,-2 1-17,2-2-31,0 1-36,2-1-33,-2-1-35,1 0-25,1-1-24,-1-1-34,1 1-38,3-2-67,-3 0-78,4-1-35,-3 0-14,1-2 2,2 2 249</inkml:trace>
  <inkml:trace contextRef="#ctx0" brushRef="#br2" timeOffset="132456.0636">2241 8648 0,'-1'0'189,"-1"0"161,-2 0 8,3-1-70,-1 1-103,1 0-55,0 0-31,1 0-13,0 0-7,0 0-2,0 0-5,0 0-3,0 0-3,0 0-2,0 0 0,-1 1 0,-1-1-1,1 1 4,1 2 2,0-2 2,-1 2 1,0-2 0,-1 3 1,1 0 2,1 1 4,-1-1 3,0 3 3,-2-3-2,2 4-4,1-2-5,0 2-5,0-1-8,0 1-6,0 0-5,-1 2-4,1-1-4,0 0-2,0 3-6,-1-1-5,1-1-5,0 2-5,0 0-2,0 0-2,0 1-2,0-2-1,0 1-1,0 1-3,0 1 0,0-3 0,0 1 0,0 0-1,0 2-1,0-2 0,0-1-1,0-1-2,0 2 1,1-2-3,0 1 0,-1-2 1,0 0-1,1-1-1,-1 0 0,3 0 0,-2-3-1,0 3-1,-1-3 1,0-1-1,0 1-3,0-1-4,1-1-10,-1 1-12,2-1-24,-2-1-32,0 1-34,0-2-39,0 0-31,0-1-31,0 0-60,0 0-76,0 0-56,1-2-48,0-1-20,2 1-9,-1-1 5,2-1 478</inkml:trace>
  <inkml:trace contextRef="#ctx0" brushRef="#br2" timeOffset="132760.0872">2553 8922 0,'0'3'145,"0"-3"185,1 1-1,1 1-66,-1-1-93,0 0-48,-1 0-23,1 1-6,2-1 3,-2 0 11,0 2 12,-1-2 11,1 1 11,2-1 6,-2 0 4,3 1-2,-1-1 0,-1 0-5,4 0-6,-2 1-8,0-1-9,1-1-13,1 1-13,0 0-16,-1 0-16,4 0-14,-2-1-14,2 1-9,-2 1-8,3-1-4,-1-1-4,2 1-2,-2 1-2,2-2-3,-1 0-1,1 0 0,0 0 1,-2 0-1,2 0 1,-1 0-1,0 0 1,-1 0-1,1 0 0,-2 0-2,2 0 1,-1-2 0,2 1 1,-3 1-1,0-1 1,1-1-3,0 1-1,-2 1-3,0-1-4,0 0-9,-1 0-11,0 0-19,-1 1-23,-1-1-28,0-1-31,-1 1-25,1 1-22,-1-1-23,-1-2-20,-1 2-35,2-2-40,-2 3-61,-1-2-70,0-1-26,0-1-7</inkml:trace>
  <inkml:trace contextRef="#ctx0" brushRef="#br2" timeOffset="133135.0988">2751 8762 283,'0'0'334,"0"0"-55,0 0-83,0 0-56,0 0-44,0 2-19,0-1-8,0 0 0,0-1 2,0 1 6,0 2 5,0-3 5,0 3 4,0-2 7,0 3 5,0-1 7,-2-1 7,2 2 3,-1 0 1,1 0 0,0-1-3,-1 1-3,0 0-6,-1 1-5,0-1-4,2 1-7,-1 0-8,-1-1-8,1 0-8,0 1-9,1 1-7,-1 0-8,-1-1-5,1 1-2,1 0-3,0 0-2,0 1 0,0-1-5,0 0-6,0 1 0,0-1-1,0 2-2,0 0 1,0-1-3,0 0-1,0 0-1,0 2 0,0-2-1,0 0-1,0 0-2,0 2-3,0-1 0,0 0-1,1 1 1,1-2 0,-1 1 0,-1-2-2,1 3-2,0-2 0,1 1 0,-1-3-1,-1 3 0,2-3 0,0 0-2,-1 1 0,0-1 2,-1 0 0,0 0 0,0-2-5,0 1 1,0 0 1,0-1 0,0-1 1,0 2 0,0-3 0,0 2-1,0-2-1,0 1-2,0-2-7,0 0-12,0 0-15,0 0-31,0 1-39,0-1-40,0 0-39,0 0-32,0 0-26,0 0-46,0 0-53,0-3-63,0-2-66,0 1-29,1 0-11,1 0 4,-1-2 317</inkml:trace>
  <inkml:trace contextRef="#ctx0" brushRef="#br2" timeOffset="133994.8591">3387 8832 163,'1'-1'223,"0"-1"-33,-1 2-32,1-1-28,1-1-24,-1 1-13,0 0-8,-1-2 1,0 3 3,0-1 9,0 0 11,0-1 10,0 1 10,0 0 7,0 0 6,0-1 3,0 2 4,0-1 0,-1-2 0,0 3-3,-1-1-5,1 0-7,1-1-8,-1 1-10,0 0-10,-2-1-11,2 1-12,-2 1-10,2-1-7,-4 1-8,3 0-9,-2 0-5,0 0-6,-2 0-4,1 1-2,0 0-3,-2 2 0,0 0-2,1-1-1,-1 2-2,-1 0 0,2 1-2,-3-1-3,3 2-1,-3 1 0,2-1-2,-2 1-3,3 0-2,-1 2 1,-2-1-3,4 0-1,-1 1 0,-2 0-1,3 1-1,0 0 0,0-1-1,2 2-2,0-1 1,-1 1-2,3-1 1,0 0 0,0 1 0,1-2 0,0 2-2,1-1 2,0 1 0,0-2 0,3 0 0,-1 0-1,0-1 1,4 1 0,-1-1 1,0 0-1,1-1-1,1-1 1,3 1-1,-2-1 1,2-2-1,-1 2-1,2-1 0,2-2 0,-2 0 1,1 1-1,-1-2-1,2 0 0,-3-2 0,3 0 1,-2 0 0,1 0-2,-1-1 1,2-2 1,-2 2 0,-2-3-1,1 2 1,-2-1-1,2-1 1,-3 0 0,0 0 1,0-1 0,-2 0 0,1-1 0,-2 1 1,-1-2-1,2 0 1,-3-1 0,-1 0 1,1 0-1,-2-2 0,-1 0 0,0 0 0,-1-1 1,-2-2-2,2 0 0,-3 1-1,2-1 1,-3 0-1,1 1 2,-1-1 0,-1 0 2,1 1 0,1 0 1,-1-1 1,-2 3-1,1-1 1,-1 3 0,0-2 0,2 2 0,-1 0 0,-2 2 0,2-1-1,1 3-2,-2-1-1,0 1-3,0 0-3,0 3-6,-1-1-8,1 0-10,0 0-12,0 1-17,2 1-26,0 0-31,0 0-31,0 0-32,0 0-26,1 0-22,2 0-21,-2 0-21,3 1-32,1-1-39,0 0-56,0 0-63,0 0-25,1 2-5,4-1 18,-1 0 454</inkml:trace>
  <inkml:trace contextRef="#ctx0" brushRef="#br2" timeOffset="134436.1037">3844 8756 0,'2'0'49,"1"0"312,0 0 12,-3 0-47,0 0-73,0 0-50,0 0-40,0 0-17,0 0-8,0 0-1,-1 0-2,-3 1 0,3-1-1,-3 1-6,2 1-7,-2-1-10,2-1-11,-2 1-9,0 1-7,0 0-7,1-1-7,-1 2-4,-1 1-6,0 0-3,1 1-5,1-1-6,-4 4-5,2-3-3,0 3-2,-2 0-2,2 1-1,-1 0-2,-2 1-4,3 1-4,0-1-3,-1 0-2,1-1-2,2 3-2,-1-2 0,-1 1-1,2 0-2,1 0-1,-1 0-1,2-2 0,1 2 0,0 0-1,0-2-1,0 2-1,3-2-1,-2 0 0,3 1-1,-1-1-1,1-1 2,1 0-2,0-1 0,1 1 0,0-1 0,2-2 2,-1 2 1,2-1 1,0-2-2,-2 0-1,3 0 0,0-2-1,0 0 0,0-1-1,1 1 1,0-2 0,1 0 0,0-2 0,-1 2-1,0-2-2,2 0-1,-3 0 1,1-1 1,0-1 1,-2 1 3,0-2 2,-1 1 2,2-1 0,-4 0 0,0-2 0,2 3 3,-3-4 1,0 3 3,0-3 1,-3 0 1,2-2 1,-3 2-1,2-1-1,-2-3-3,-1 3 0,-1-3-1,-1 1 0,1-1-1,-3 0 1,1 0-1,-2 0 0,0 0 0,0 0 0,-3 2-3,2-2 1,0 2 0,-3 0 0,2 0 0,-3 2-1,2 1 0,0 1 0,-1 0-2,-1 1-1,0 2-2,0-1-3,1 1-7,1 2-10,-1-1-11,1 2-15,0 0-16,3 0-28,-2 2-30,2-1-33,1 3-35,-1-1-28,3-1-25,0 2-25,2 0-28,2 0-55,0 0-69,2-2-42,-1 1-34,2 0-4,2-2 7</inkml:trace>
  <inkml:trace contextRef="#ctx0" brushRef="#br2" timeOffset="134882.1492">4467 8630 0,'0'-1'203,"0"0"119,0 0-24,0 1-44,0-1-50,0-1-28,0 1-15,0 1-4,0 0 2,0-1 5,0 1 6,0 0 1,-2-1 2,2 1-1,0 0-3,0-2-7,-2 1-10,2 1-12,-1-1-16,1 1-14,0-2-14,0 2-14,0 0-14,0 0-10,0 0-12,-1 2-7,0-1-8,-1 0-4,1 2-5,1-1-3,-1 1-3,0 1 1,-2 0 0,2 1 2,-3 1-2,3 0 2,-1 2 0,-1 0 0,2 0 0,-2 1 0,2 0-2,1-1 0,-1 4-1,-1-2-2,1-1-1,0 2-2,1-1-1,-2 1-1,0-2-1,2 2-1,0 0-2,0-1-3,0 0 1,0-1-1,0 0-1,0-1 0,0 1 0,0-2 0,0 2 0,0-3-1,0 1-1,0-3-4,0 3-7,0-2-7,0-1-9,0 0-11,0 0-14,-1-1-24,1-1-29,-1 2-39,0-3-39,-1 1-28,1-1-25,1 0-22,0-1-24,0 0-36,-2-1-44,-1-2-50,2 1-54,-3-2-16,3 0-2</inkml:trace>
  <inkml:trace contextRef="#ctx0" brushRef="#br2" timeOffset="135485.1709">4328 8690 98,'0'0'289,"0"0"-48,0 1-66,1 1-49,2-1-43,-2-1-21,3 1-12,-1 1-6,1-1-3,1 0 1,1-1 1,2 0 1,-2 2 3,3-2-1,-2 0 1,3 0 0,-2 0-3,-1 0 0,3 0 0,-1 0-2,-1-2-1,1 2-1,0 0 0,-2-1-1,3 0 0,-2-1 4,0 1 4,-2-2 1,1 2 2,0-1 1,-2-1 1,0 3-1,0-3 1,-1 2 0,-2-2-1,2 2 1,-3-3-2,2 2-1,-2 0-4,1-2-3,0 2-3,-1-1 0,-1 0 4,0 1 3,0-1 5,0-1 2,0 2 0,0-1 1,-1 1 0,-1 1-1,0-1-2,2-1-1,-1 2 0,-1-2-4,1 3-3,0-1-7,0 1-9,-2 0-8,1 1-6,-1-1-5,-3 3-3,2-2-1,-1 3-3,0 0-2,-2 0 1,2 1-1,-1 0 0,-3 3 0,3-2-1,-3 0 2,3 2 0,-3 0 2,3-2 1,-2 2-1,0 0 0,-1 0-1,1-1-2,0 0 2,1 0 0,-1 2 0,2-2-2,-3-1 0,3 1 1,1-1-1,-2 0-1,2 0-5,1-1-7,-1-2-7,0 2-7,1-1-10,2-1-11,-1-2-18,-2 3-20,4-3-19,-1 2-17,-1-2-16,2-1-11,-2 0-9,2 0-8,-1 0-3,-2 0-2,4-2 3,-1-1 1,-1 1 7,1 0 7,0-2 13,1-1 15,0 0 15,0-1 13,0 1 13,0-1 11,1-1 12,0-1 10,1 0 10,-1 2 10,-1-2 11,2 0 11,1 0 10,-2 2 8,0-2 9,1 1 7,-1 1 8,0-1 8,0 2 7,1-1 5,-1 1 2,0 0 3,-1 2 1,1-1 0,2 2-2,-2-2-3,0 1-1,-1 3-3,1-2-1,1 0 0,-1 1 1,-1 1 1,0 0 3,1 0 5,0 1 5,1 2 6,-1-2 5,2 2 6,-1 1 5,0 0 5,1 0 6,-2 1 8,3 0 5,-2 2 7,2-1 3,-1 1 1,1 1-1,0-2 0,0 2-4,1 0-6,0 0-5,-1-1-6,1 0-6,0 0-6,1 2-6,-1-1-8,0-1-8,2 0-8,-2 0-7,1 2-5,2-3-7,-2 1-5,-1-1-7,2 0-5,0-1-3,0 1-4,-1-1-3,1 0-2,0-2-4,-1 1-2,-1 0-9,3-2-9,-3 1-15,0 0-20,1-1-26,-1-1-28,0 1-27,0-1-28,1-1-25,-1 0-22,0 0-31,0-1-34,-2-1-72,1 1-89,0-3-36,1 2-12,-1-1 8,-2-1 222</inkml:trace>
  <inkml:trace contextRef="#ctx0" brushRef="#br2" timeOffset="135864.17">4883 8623 308,'0'0'371,"0"0"-28,0 0-46,0 0-50,0 0-54,3 1-22,-3-1-9,1 2-5,-1-2-1,0 0-2,1 0-3,-1 0 0,1 1-2,1-1-4,-1 1-5,0 0-8,-1 0-10,0 0-8,0 2-6,0-1-8,0 2-9,0-1-3,0 2-4,0 0-4,-1 1-2,0 0-7,-1 2-5,1 0-8,1-1-5,-1 2-7,0 0-5,-2 0-7,2 0-6,1 2-5,0-2-2,0 3-2,0-1-4,0 0-1,0 2-3,0-1 0,0 0 2,0 0-2,0 2 0,0-1 1,1 0-1,2 0 0,-3-1 0,1 0-1,0 0-1,-1 0 1,0-1-1,1 2 0,1-1-1,-1-1-1,0-2 0,-1 3-2,1-3-2,1 0-1,-1 0-1,0-1-1,-1-1 1,1-1 0,1 2-1,0-4 1,-2 3 1,1-3 0,0 0-1,1-1 0,-1 1 0,-1-1 0,0 0 1,0-1-3,0 0-2,0 0-6,0-2-6,0 0-16,0 0-17,0 0-25,0 0-27,0 0-41,0 0-47,0 0-37,-1-1-33,-1-2-31,1 2-29,0-2-67,1 1-85,-2-1-45,0-1-26,2-1-1,0 1 10</inkml:trace>
  <inkml:trace contextRef="#ctx0" brushRef="#br2" timeOffset="136986.2118">5277 8302 0,'-1'0'12,"-1"0"206,2 0-21,-1 0-20,1 0-20,0 0-22,0 0-22,0 0-13,0 0-9,0 0-1,0 0 2,-1 0 4,0 0 6,1 0 11,0 0 12,0 0 10,0 0 9,-2 0 6,2 0 7,0 0 1,0 0 0,0 0-1,0 0-3,0 0-4,0 0-5,0 0-5,0 0-7,0 0-10,0 0-12,0 0-11,0 0-11,0 0-9,0 0-10,0 0-4,0 0-6,0 0-3,0 0-5,0 0-4,2 1-4,-1-1-2,0 1-4,0 1-3,2-1-2,-1 3-4,3-2-1,-1 2 0,1-1-1,0 2 0,1 2 0,-1-3 1,1 4 0,2-3 0,-2 4-1,3-2-1,-3 2 0,2-1 0,0 1 0,-2 0 0,3 2 1,-3-2-3,2 3 1,-1-1-2,1 0 1,0 1-2,-3 0-2,2-1-1,0 3 1,-1-1 0,-1 1 0,1-1-1,-1 0-1,0 2 0,0-1-2,1 0 1,-2 2-2,1-2-2,0 0-1,-1 2 1,-2-1-1,2 1 0,-3 1-1,2-1-1,-2 0-1,-1-1 0,0 1-2,0 0 0,-1 0 0,-2-1 0,1 1 0,-2 1 0,0-1 0,-2 0-2,1-1-1,0 0 0,-3-1-1,0 2 0,-1-2 0,2 2 0,-3-1 0,0-1-2,0-1 1,0 2 0,-1-1 0,2-1-1,-3 0 0,0-1 1,1 2-1,0-2 0,1-1 0,-1-1-1,1 1 0,2-1 1,-1-2 0,0 0 0,2 0 0,-2-1 0,3 0 0,-2-2 0,2 1 1,1-1 0,-1-1 0,1 0-1,1 0 0,0 0 1,0-2 0,0 1 0,0 0-2,2-1 1,-1 0 0,1 0 0,-2-1-1,3 1 1,-2-2-1,2 1 1,0-1 0,0 2 0,-1-1-1,1 0 0,1-1 0,0 0 0,0 0 0,0 0 1,-1 1 0,1-1 0,0 0 0,0 0-2,0 0 0,0 0 0,0 0 0,0 0 1,0 0 0,0 0 0,0 0-1,0 0 0,0 0 0,0 0 0,0 0 0,0 0 1,0 0-1,0 0 0,0 0 0,0 0-1,0 0 0,0 0 0,0 0 0,0 0-1,0 0 1,0 0 0,0 0 0,0 0-1,0 0 0,0 0-1,0 0 1,0 0 0,0 0 1,0 0 0,0 0 0,0 0 0,0 0 1,0 0-1,0 0 0,0 0 0,0 0 1,0 0-1,0 0 1,0 0-1,0 0 0,0 0-1,0 0 0,0 0 1,0 0-1,0 0 1,0 0 0,0 0 0,0 0-1,0 0 2,0 0-2,0 0 1,0 0 1,0 0-1,0 0 1,0 0 0,0 0 2,0 0 0,0 0 0,0 0-1,0 0 0,0 0 0,0 0 1,0 0-1,0 0 1,0 0 0,0 0-1,0 0 1,0 0 0,0 0 0,0 0 0,0 0-1,0 0 0,0 0 0,0 0 1,0 0-1,0 0-1,0 0 0,0 0 1,0 0-1,0 0 0,0 0-1,0 0 0,0 0-4,0 0-2,0 0-9,0 0-7,0 0-11,0 0-13,0 0-16,0 0-19,0 0-24,0 0-29,0 0-50,0-1-61,0 1-46,0-1-40,0 1-81,0 0-101,0 0-45,0-3-18,0 0-3,0 1 3,0-1 14,0-1 412</inkml:trace>
  <inkml:trace contextRef="#ctx0" brushRef="#br2" timeOffset="138881.244">6115 8464 0,'4'0'99,"-3"0"133,2 0-38,-2 0-34,1 0-32,1 0-27,-2 0-26,2 0-13,-2 0-8,0 0-5,2 0-2,-2 0 1,0 0 2,-1 0 2,1 0 4,1 0 2,-1 2 5,-1-2 5,0 0 2,0 0 5,0 0 4,0 0 3,0 0 4,0 0 2,0 0 3,0 0 0,0 0 0,0 0-2,0 0-2,0 1-6,-1-1-6,-1 1-8,1 1-7,0-1-6,-3-1-8,2 0-7,-2 1-7,0-1-6,-1 1-5,-1 0-6,1 0-4,-2-1-5,-2 0-4,0 1-1,-1 1-1,2-1-1,-2-1 0,0 1 1,-1-1 0,-1 0 1,2 1 0,-2-1 0,2 0-2,-2 0 2,1 0 0,0 0 0,0 0-1,0 0 0,1 0 1,0 0 0,2 0 0,-1 0 1,0 0 0,3 2 0,-1-2 2,0 1 0,2-1 3,1 0 1,0 0 1,0 0 2,1 0 2,2 0-1,-1 1-1,-2 1 1,4-2 0,-1 0-1,0 0 1,-1 0-3,2 0 1,-1 0-1,1 1-2,-1-1 0,1 0 0,-1 1 1,-1 2 4,1-2 4,1 2 5,-1 1 3,0-1 2,-1 0 2,0 1 1,2 1 2,-3 0 2,1 1 2,1-2 3,-2 3 2,2-1 1,-2 1-1,2-1-1,1 2-3,-1 0-1,0 0-2,-2 0 0,2 1 1,1 0 0,-1 0 1,0 0 0,-1 2-1,1-2-2,1 3-2,-1-3-1,0 2-2,-1-2-1,1 3-2,1-2-2,-1-1-1,0 3-2,-1-3-3,0 2-1,2-2-3,-1 3-2,-1-3 1,1 2 0,0-1 0,-2 2 2,2-2 0,1 1 0,-2-1 0,-1 3 0,2-2 0,-3-1 0,3 2 0,-1-1 1,-1 0 0,2 1 0,-2-1 0,2-1-2,-1 2-3,-2 0 0,3-2-2,-2 2-1,2-1 0,-2-1 0,2 1-2,1-1 0,-1-1-3,0 2 1,-1-2 0,1 0-1,1 0 0,-1-1-1,0 1 0,-2-1 0,2 0 0,1 1 1,-1-1-1,0 1-1,-1-2 1,1 0 0,1 0 1,0 0 0,0 2 1,0-2-1,0 1 0,0-2 0,0 3 1,0-2 0,0 1-1,0-2-2,0 2 0,0-1 0,0-1 1,0 1-1,0-1 1,0 1-1,0 0 1,0-1 0,0 1-1,1-1 0,1-2-1,-1 3-1,0-2 2,-1 0 2,1 0-1,2-2 1,-2 2-2,0-1 1,-1 0-1,3-1-1,-1 0 1,-1 0 0,2 0 0,-2 0 1,3-1 1,0 1 1,-1-2 0,1 2-1,1-1-1,1 0 1,-1-1 0,0 1 1,3 0 1,-2-1-1,0 2 1,3-2-1,-2 2 1,3-1-1,-2-1-1,0 0 0,1 0 0,2-1 0,-2 2 1,2-2-1,-1 0 0,1 0 0,0 0-1,-2 0-1,2-2 0,-1 2 0,0-1 0,0 0 0,0 0 0,-1-1 0,1-1-1,-2 2-4,2-2-4,-1 2-4,1-1-7,-3 0-9,3-1-11,-2 1-13,-1-1-25,1-1-30,0 2-37,-3-1-42,2-1-34,0-1-30,-2 1-43,0-1-49,0-2-65,-2 1-72,0-2-28,-1 0-7,1-1 3,-3-2 169</inkml:trace>
  <inkml:trace contextRef="#ctx0" brushRef="#br2" timeOffset="139636.2718">6797 8732 183,'0'0'232,"0"0"-31,1 0-31,1 0-34,-1 0-35,-1-1-18,1 1-13,0-1-6,1-1-2,-1 2 2,-1 0 3,2-1 3,0-1 3,-1 2 6,-1 0 6,1-1 7,-1 1 7,0 0 7,1-1 8,1 0 6,-2 1 5,1-2 4,-1 2 2,0 0 0,0 0 0,0 0-2,0 0-2,0 0-4,0 0-4,0 0-7,0 0-7,0 0-7,0 0-7,0 0-7,0 0-9,0 0-8,0 0-6,0 0-7,0-1-5,-1 1-7,-1-1-6,1-1-5,1 1-4,-2 1-2,-2 0-2,1 0-5,1 0-2,-2 0-3,-1 0-2,0 0 1,2 0-1,-2 1 0,0 1 0,-2-1 1,2-1 1,-1 1 0,0 1 0,0 0-3,-1-1-1,0 2 0,2-3 1,-1 3 1,-1-1 0,-1 1-1,1 1 0,-1-2-1,2 0 0,-3 3-2,3-1 2,-3-1 1,3 1 0,-1 1 2,-2 0 0,3-1 0,-3 0 0,3 2 2,-2 0-2,1 0 0,-1 1 0,1 1 1,0-2-2,-2 2 1,4 0 0,-1 0-1,-2 1-1,3-1-1,0 1 0,0-1-1,0 0-1,2 2-1,-1 0 0,0-1 0,-2 1-1,4-2 1,-1 1 0,-1 2-1,2-2-1,-1 0 1,2 0-3,-3 1 1,3-1 0,0 1-1,0-2 0,-1 2 0,2 0 0,0-1 1,2 0 1,-1 0-1,0 1 1,0-1-1,3 1-1,-2-2 0,1 2 0,2 0 1,-1-1-1,1 1 0,0-2 0,0 2 0,0 0-1,1-1 1,0-1-1,-1 1 0,2-1 0,0 0 1,-1-1 0,3 0 2,-2 0-2,0-1 2,1 0-2,2 0 2,-3-2-1,3 0-1,-1 0 1,2 1-1,-1-2 0,0 0 1,0-1-1,1 1 0,0-2-1,-1 2 0,1-3 0,-1 1 0,2-1 0,-1 0-1,-1 0 1,1 0 0,-1-1-1,1 1-1,-1-3-1,0 2-3,0-2-3,-2 2-4,2-3-5,-1 2-6,2 0-7,-3-2-8,0 2-10,1-2-11,-3 1-11,3-1-19,-4 0-21,1 0-28,0 0-33,-1 0-31,0-1-26,0 1-22,-1-1-19,1 0-23,-1-1-23,-2 1-52,3-1-64,-4 0-37,2 0-26,-2-1 3,-1 1 84</inkml:trace>
  <inkml:trace contextRef="#ctx0" brushRef="#br2" timeOffset="140115.2957">6602 8962 0,'-4'1'54,"2"0"245,-2-1-22,2 1-54,-2 1-73,0-1-44,3-1-33,-1 0-16,-1 0-8,2 2-2,-2-1-3,1 0 1,-1-1 1,2 1 0,0 1 2,1-1 0,-1-1 0,-1 1 0,1 1-1,1-1 0,-1 0-1,0-1 2,-1 1 0,1 0 1,1 0 3,0 0 2,0 2 0,0-2 3,0 0 2,0 2 6,0-3 5,0 3 5,0-3 7,0 1 3,1 0 6,1 1 2,-1-1 2,0-1-1,2 1 1,-1 1-1,2-1 1,2 0-3,-2-1-2,1 1-4,2 1-3,-2-1-5,3-1-5,-1 0-7,2 2-7,-1-1-3,1-1-3,1 0-4,0 0-1,1 0-4,-1 0 0,3 0-4,-1 0 0,-2 0-5,2 0-4,1 0-2,-2 0-2,0 0-2,0-1-3,-1-1-1,1 2-1,-1 0-3,0-1-1,-1-1-4,1 1-1,-4 1-2,3-1 1,-3 0 0,-1 1 1,1 0 0,-1 0 0,-1 0 1,-1 0 1,-1 0 1,2 0 0,-2 0-1,-1 0 0,2 0 1,-2 0-1,-1 0 0,0 0-1,1 0 0,-1 0 0,2 0-2,-2 0-1,0 0-1,0 0-3,0 0-1,0 0 1,0 0-3,0 0 0,0 0-4,0 0-6,0 0-9,0 0-9,0 0-14,0 0-15,0 0-25,0 0-31,-2 0-47,1-2-52,1 1-40,-1 1-36,1 0-65,0 0-79,0 0-53,0 0-43,0-3-13,1 1 0,-1-1 6,3-1 345</inkml:trace>
  <inkml:trace contextRef="#ctx0" brushRef="#br2" timeOffset="143416.3816">7600 9140 0,'0'-1'170,"0"0"73,0 1-36,0 0-33,0 0-32,0-1-26,0 1-21,0-1-14,-2 0-7,1-1-4,1 2 0,0 0 1,0 0 0,0 0 0,0-1 2,0 1-1,0 0-1,0 0 1,0 0 1,0 0-2,0 0 0,0 0-1,0 0-1,0 0 0,0 0-1,0 0-3,0 0-2,0 0-3,0 0-2,0 0-4,0 0-2,0 0-3,0 0-4,0 0-2,0 0-3,0 0-1,0 0-4,0 0-2,0 0-3,0 0-1,0 0-1,0 0 0,0 0-1,0 0-1,0 0 0,0 0 0,0 0 1,3 0-3,-1 0 0,2 0-1,-1 0 1,2 0 0,1 0-1,1 0 1,-1 0 0,4 0 1,-3 0 0,2 0 0,1 0-2,1 0-1,-1 0 2,1 0 0,1 0 4,0 0-1,0 0 1,2 0 1,-3-1-1,4 0 1,-1-1-1,-2 2-1,3-1 1,-1 0-1,-1-1-1,0 1-1,1 1-2,-1 0-2,-2-1-3,1-1-3,-1 2-2,-1-1 0,0 0-5,-3-1 0,3 1-2,-4 1-1,2-1-2,-2 0 1,-1-1 0,-1 2 1,0 0-2,-1 0-1,1 0-1,-2 0-3,1 0-1,-2-1-5,0 0-8,2 0-12,-2 1-15,0-1-26,-1 1-31,0-1-34,0-2-34,-1 2-27,0-2-22,-2 1-26,2 0-28,0-2-51,-2 2-59,1-2-47,-2 0-42,1 1-10,-1-2 5</inkml:trace>
  <inkml:trace contextRef="#ctx0" brushRef="#br2" timeOffset="143790.4165">7813 8968 0,'0'0'279,"0"0"10,0 0-52,0 0-46,0 0-44,0 0-27,0 0-20,0 0-8,0 0-2,0 0 2,0 0 3,0 0 5,0 0 4,0 0 4,0 0 3,0 0 2,0 0 0,0 0 0,0 0-3,0 0-5,0 0-5,0 0-6,0 0-8,0 0-9,0 0-7,0 0-7,0 0-6,0 0-7,0 0-7,0 3-6,0-2-6,0 2-4,0-1-3,0 2-2,0-2-2,0 2 1,0-1 2,0 1 0,0 0 4,0 2-2,0 0-1,0-2-2,0 4-3,0-3 1,0 3 0,1-1 1,1 0 0,-1 0 1,0 2 1,-1-1-1,1 0-1,1 2-1,-1 0-4,-1-1 0,2 1-2,1-2 0,-2 2 2,2 0-2,-1-1-1,-1-1-1,2 2 0,-2 0-4,3-1-1,-2 0-1,-1-1-3,2 1 1,-2-2-2,2 0 1,-2 0-1,1 1-2,0-3 1,-1 2-2,-1-2-1,2 0-1,0 0 1,-1 0 2,0-2 1,-1 1 0,0 0 0,0-2 0,0 0 0,0 0-1,1 0-1,-1-1 0,0 1 0,0-1-1,0-1-2,0 0-10,0 0-15,0 0-25,0 0-33,0 0-33,0 0-39,0-1-33,0-1-33,0-1-53,0 0-64,0 0-62,2-3-64,-1-1-27,0-1-11,0 1 6,2-1 338</inkml:trace>
  <inkml:trace contextRef="#ctx0" brushRef="#br2" timeOffset="144428.4312">8905 8598 65,'0'-4'223,"0"2"-58,0-1-74,0 2-47,0-1-34,0 1-16,0-2-8,0 2-4,-1 0-1,1 0 2,0-1 2,0 1 4,0 1 6,0 0 6,0 0 7,0 0 6,0 0 7,0 0 7,0 0 7,0 0 7,0 0 4,0 0 6,0 0 4,0 0 4,0 0 4,0 0 3,0 0 3,0 0 2,0 0 3,0 0 2,0 0 5,0 0 1,1 0 1,-1 0 3,0 0 4,0 1 4,0-1 6,0 0 4,0 0 6,0 0 3,0 0 6,0 0 5,0 0 5,0 0 1,0 0-1,0 0 0,0 0-1,0 0-2,0 0-2,0 0-6,0 0-6,0 0-4,0 0-7,0 0-4,0 0-5,0 0-7,0 2-9,-1-1-6,-2 0-3,2-1-4,-2 1-4,2 1-2,-4-1-4,3-1-3,-2 2-5,2 0-4,-1-2-5,-1 3-5,-1-2-3,2 2-1,-1-1 0,0 1 0,-2 0 1,1 0 0,0 3-1,-1-2-1,0 2-2,-2-1 1,1 2-1,-1-1 1,1 1 1,-2 2 0,2-2 0,-2 1-3,3 1-1,-3-1-3,3 2-1,-3-2-3,3 1-1,-2 3 1,1-3 0,1 2-1,0-1 2,-2 2 0,3 0-2,0-2-1,-1 2-1,2-1-3,1 1 1,0 1-2,-2-2 1,3 1 0,-1 0-1,2 1 0,0-1-1,-1 1-1,2-1-1,0 2 0,0-2-1,2 1 1,-1 0 0,0-1-1,2 0-1,-1 1 2,3-1-1,-2 0-1,0 1 1,1-1-2,2-2 1,-2 2-1,1-1-1,1 0 0,2 0-1,-2-1 1,1-1 0,1 1 0,-1-2-1,3 1 0,-2-3-2,0 3 1,1-3 1,0 0 0,-2 0 0,3 0-1,-2-2-1,0 1 0,1-1 1,-2 0 1,1-1-1,-2-1 0,1 2 0,0-1 0,-1-2 1,0 2-2,-1-2 0,0-1-1,0 2 0,-1-1-3,-1 0-2,1-1-5,0 0-4,1 0-5,-3 0-8,2 0-10,-1 0-9,-1 0-12,1-1-16,0 0-15,-2-1-19,2 2-34,-2-1-41,2 1-45,-2-3-46,2 2-52,-1-2-50,-1-1-70,3 1-78,-3-2-32,0 0-7,1 0 4,-2 0 12</inkml:trace>
  <inkml:trace contextRef="#ctx0" brushRef="#br2" timeOffset="145875.4833">9460 8806 0,'-1'2'6,"0"-1"338,-2 2 12,2-3-47,1 0-76,-1 2-46,0-1-38,-1 0-13,1-1-4,1 0 4,-1 0 4,-1 0 4,1 0 2,1 0 0,0 0 1,0 0-3,0 0-8,0 0-6,0 0-10,0 0-8,0 0-12,0 0-10,0 0-7,0 0-10,0 0-6,0 0-6,0 0-5,0 0-4,0 0-4,0 0-1,0 0-3,0 0 1,0 0 0,0 0-2,0 0-1,0 0-1,0 0-2,-1 0-2,-2 0-3,2 0-3,-2 1-2,0 1-2,2-1-2,-3 0-1,2 1-3,-1 0-3,-3-1-1,2 1-3,0 1 0,1-1 0,-2 2-1,-1-1-1,1-1-1,0 2 1,-3 0-2,3 1 1,-1-2-3,-1 2 1,0 0 0,0 0-1,2 1-1,-1-2 1,-2 3 0,2-1-1,1-2-1,-1 2 1,1 0 0,0 0 0,0 1 0,0-1 0,0 2-1,1-2 0,0 1-1,2 0 1,-3 2 0,3-2-1,-1 0-1,1 1 1,-1 0 0,2 1 1,-3-1-1,3 1 0,0-1 0,0 0-1,1 1 1,0 1 0,0-1 0,1 1 0,0-2 0,0 1-1,4-1 0,-2 0 2,0 1-2,1-1 2,2 1 0,-2-1 0,2 0 1,2 0 1,-1-3 1,-1 3 0,3-2 0,-1 0-1,0-1 2,1-1 1,1 1 1,-1-1-1,2-1 0,-1 1 1,2-3-2,-1 2 0,1-2 0,1-1-1,-1 0 3,1-1-3,2-2 1,-1 2-1,-1-3-2,2 3 0,-2-3 0,0 0 0,2 0-1,-1 0 0,-2-1 0,1-1-1,-1 0 0,-1-2-1,-1 3 1,0-3 0,1 0 1,-3 0-1,-1-2 0,-1 0 1,2 1 0,-3-2 1,-2 1 0,0-2-1,0 2 0,-1-2 0,-2 0-1,0 2 0,0-2-1,-2 1-1,-1 0 0,0-1 0,0 1-1,-1 1 0,-2-2-1,0 0-2,-1 3 0,0-1 0,-2-1 0,1 2-2,0 0 1,-2 1 0,0 0-1,0 0-1,0 2 1,-1 0-1,0 0 0,1 1 0,-1 1-1,0 0 0,-2 1-3,2-1-1,1 3-5,-1 0-5,1 0-7,-1 1-6,0 0-5,2 0-10,-1 1-13,1 0-11,1 0-13,0 1-19,2 0-20,-1-1-25,2 2-28,0-2-25,0 2-22,1-3-17,0 3-16,3-1-18,0 0-19,1 0-38,1-1-48,0 2-47,2-2-46,0 0-9,4 0 7</inkml:trace>
  <inkml:trace contextRef="#ctx0" brushRef="#br2" timeOffset="146276.4803">10039 8959 87,'-4'3'329,"3"-1"-36,-1-1-53,-1 2-48,2-3-44,0 2-22,-1-1-11,1 0-4,1-1 1,-1 1 4,-1 1 3,1-1 4,1-1 3,-1 1 1,-1 1 1,0-1-4,1 0-6,1-1-5,0 0-5,0 0-4,0 0-2,0 0-4,1 1-4,1 0-3,1 0-2,-2-1-3,2 0-4,1 0-5,0 1-5,-1 1 0,3-1 1,1-1-1,1 1-2,-1-1-3,0 0-3,4 1-5,-2 1-4,3-1-5,1-1-6,-2 0-5,3 1-4,-1-1-4,2 2-3,-1-2-3,-2 0-4,3 0-3,-1 1-3,-2-1-3,3 0-1,-1 0-3,-2 0 0,1 0 0,-1 0 0,-1 0-2,-1 0-2,0 0-1,-2 0-1,0 0 0,-3 0-2,1 0 1,1 0 0,-4 0 0,1 0 0,1 0-2,-1 0-2,-2 0-5,1 0-5,-1 0-5,-1 0-8,1 0-16,-2 0-18,0 0-30,0 0-35,0 0-40,0 0-44,-2-1-32,1 1-29,0-3-34,-3 2-40,2-2-64,-2 1-77,-1-2-32,0 1-12,-1-2 8,1 0 136</inkml:trace>
  <inkml:trace contextRef="#ctx0" brushRef="#br2" timeOffset="146666.4844">10224 8820 185,'0'0'358,"0"0"-31,0 0-49,0 0-50,0 0-48,0 0-21,0 0-8,0 0-1,0 0 4,0 0 3,0 0 3,0 0 2,0 0 1,0 0-4,0 0-4,0 0-6,0 0-8,0 0-8,0 0-9,0 0-9,0 0-8,0 0-8,0 0-10,0 0-7,0 0-6,0 0-8,0 0-6,0 0-4,0 0-4,0 1-3,0-1-4,0 3-2,0-2-4,0 2-4,0 0-2,-1-1-5,-1 3-3,1-2 0,1 2-2,-1-1-1,-1 1-1,0 1 0,1 0 0,1-2-1,-1 3-1,0-2-1,-1 2-2,1 0 0,1-1-2,-1 0 1,0 1-1,-2-1 0,3 1 0,-2-1-1,-1 1 0,2-1-2,0 1-1,0 0-1,-1-1 1,1 1-2,1-1 0,-1 1-1,-1 1-1,1-2-1,1 2 1,0 0 0,0-1-2,0 0 0,0 0-1,0 2-1,0-2 1,0 1-1,0-2-1,0 3-2,0-2 1,0 1 0,0-3 0,0 3-1,0-3 0,0 2-2,0-2 1,0 0 0,0-1 1,0 1-2,0-2 0,0 1 1,0-1-1,0-1 0,0 0 2,0 0-4,1 0-4,-1-1-4,0 0-5,0-1-7,0 1-7,0-1-10,0 0-12,0 0-17,0 0-19,0 0-37,0 0-46,0 0-47,0 0-50,0 0-49,0 0-49,2-1-69,-1-3-76,0 1-34,2 0-15,-2-3-1,3 2 6</inkml:trace>
  <inkml:trace contextRef="#ctx0" brushRef="#br2" timeOffset="147536.5409">10957 8641 0,'1'-1'144,"-1"-1"206,1-1-5,1 2-43,0-2-58,-1 2-34,-1 0-20,1 0-5,1 0 1,-2 1 4,0-1 3,0-1 0,0 1 2,0 1-2,0-1-6,0 0-8,0-1-11,0 1-16,0 1-20,0 0-17,0 0-19,0 0-16,0 0-15,0 0-10,0 0-8,0 0-6,0 0-7,1 0-5,-1 1-6,0 2-3,0-1-4,0 1 1,0 1 0,0 0 1,0 2-2,0 1 1,0 1 4,0 0 0,0 1 0,0 1-1,0 1-1,0 2 1,-1-1-1,-1 1 2,2 0 0,-1 2-2,1-1-1,-1 2-2,-1-2 2,0 2-1,2 0 0,0-1 0,0 1-1,0 0 1,0-2-1,0 1-1,0-1-2,0 2 0,0-3-1,0 2 0,0-2 0,0 0-3,0 1 0,0-2-1,0 0-1,0-2-1,-1 2 0,1-2-2,-1 0 0,0-1-1,-1 0-1,1-1-1,1-1-2,-1 0 1,0 0 1,-1-2-3,1 2-1,1-3-4,0 1-5,0-1-4,0-1-7,-1-1-5,0 2-6,-1-3-9,0 2-9,2-2-17,-1 1-16,0-1-32,-1-1-38,1 0-37,1 0-38,0 0-29,0 0-27,0 0-41,1-3-47,1-2-61,-1 0-65,0-2-24,3 0-5,-2-1 7,-1 0 212</inkml:trace>
  <inkml:trace contextRef="#ctx0" brushRef="#br2" timeOffset="148040.5506">11225 8725 284,'0'-1'395,"0"1"-15,-1 0-30,0-1-51,1 1-62,0 0-29,0 0-13,-2-1-9,1-1-4,1 1-6,0 1-7,0 0-10,-1 0-12,1 0-12,-1-1-14,1 1-15,0 0-15,0 0-12,0 0-12,-3 1-6,2-1-4,1 1-3,-2 2-2,-1-1-2,2 1-3,-2 1-1,-1 0-2,2 1-1,-3 1-4,3 0 1,-2 1-1,0 0-2,0 0-4,1 2-6,0-1-5,-1 0-3,2 2-2,-2 0-1,2 0-1,-2 1-1,2-1-2,-1-1 1,2 3 1,0 0-2,-1-2 0,1 2-3,1-1 1,0-1 0,0 3-1,1-2 0,1-1 0,0 2-1,-1-1 2,3-1 0,0 1-2,-1-1 0,1 0 0,1 0 0,1-1-1,-1 0 1,2 0 0,0-2 0,-1 1-1,2-2 1,0 2-1,1-3 1,0 1 0,-2-1 0,3-2 0,-1 1 0,1-2-2,-1 1 0,0-2 1,0 0 0,1-1-2,0 0 1,0-1 0,-1-2-1,-1 2-1,1-3 0,0 2-2,-2-1 1,2-1 0,-3-1 0,3 1 2,-3-3-1,0 1 0,-2-1 0,2 0-1,-1-2 0,0 0 0,0-1-2,-3-2 1,2 0 1,-3-1-1,2 0 1,-2-2 0,-1 1-1,0-2 0,0 1 0,0-1-1,-1 1 1,-2 0 0,1 0 0,-2 1-1,-1 1 1,2-1 0,-2 2 0,0 1-1,-2 0 0,1 2 0,1 0-2,-2 1 0,1-1-2,-1 4 1,1-3 0,1 4 1,0-1-2,-1 1-1,1 1-4,-1 0-4,-2 2-7,2 0-7,0 1-11,-3 0-12,2 1-14,-2-1-15,-1 3-25,0-2-28,1 3-40,0-1-41,0-1-32,-1 2-29,1-2-29,1 0-28,0 2-71,1-1-88,-1-2-34,3 2-7,-2-2 5,1 0 12</inkml:trace>
  <inkml:trace contextRef="#ctx0" brushRef="#br2" timeOffset="150649.6035">12072 8812 0,'0'-3'93,"0"2"237,0 0-17,0 0-44,0-1-56,0 2-42,0 0-34,0 0-14,0 0-5,0 0-1,0 0 2,0 0-1,0 0 1,0 0-6,0 0-2,0 0-6,0 0-6,0 0-5,0-1-7,0 1-3,0 0-6,-1 0-2,-3 0-4,3 1-4,-1-1-6,-1 3-5,2-2-6,-3 3-3,1-2 0,1 1-2,-3 1 0,4 1 0,-2 1-2,2 0-4,-3 0-3,3 1-4,-1 0-5,-2 2-4,3-1-2,-2 0-2,2 1 0,-1-1-1,0 1-3,0-1-2,-1 0-6,2 1-1,-3-1-2,3 1-1,-1-1 0,-1 1-2,3-1 1,-1 0-1,0 1 0,-1-2 0,1 0 0,1 0-1,-1 1-2,0-3 0,-2 2 1,2-2-2,1 0-1,0-1-5,0 0-9,0 0-9,0 1-12,0-1-19,0-2-21,0 0-24,0 1-27,0-2-24,0 0-24,0-1-25,0 0-24,0 0-34,0 0-40,0 0-62,0 0-72,0-1-24,0-1-6,0-1 11,0 0 414</inkml:trace>
  <inkml:trace contextRef="#ctx0" brushRef="#br2" timeOffset="151096.3349">11908 8893 136,'0'3'322,"0"-2"-46,0 1-69,1-1-52,1 2-47,-1-1-23,0-1-11,2 2-4,-1-3 0,2 1 2,0 0 4,-1 0 2,2 0 5,0-1 1,3 1 0,-1-1 0,1 0-1,-1 0-3,4 0-3,-2 0-5,1-1-6,0 1-7,1-1-5,-1 0-5,2-1-6,1 1-6,-2-2-7,0 2-4,0-2-4,-1 2-4,1-2-4,-1 1-2,2-1-4,-1-1-1,-3 2 0,2-1 0,-1 0 0,0-1-1,-2 1 1,0-1 0,0 1 0,-1-1 2,-1 0 5,0 1 4,-1-2 1,-1 1 3,1 0 3,-1 2 3,-1-1 4,2-1 3,-3 2 4,2-1 3,-2 1 4,0 1 1,-1-1 3,1 0-2,-1 0-4,0-1-2,0 2 0,0 0-3,0-1-4,-1 2-3,1 0-4,-2-1-6,-1 1-4,1 0-4,-2 0-3,0 0-3,0 0-3,1 1 0,-2-1-1,-1 0 1,-1 2 1,0 0-1,2-1 1,-1 2 0,-2-2 1,2 3 2,0-2 0,-3 2 2,3-1-1,-3 1 2,3-1 1,-1 2 0,-1 0 0,-1 1-1,1 0 0,-1-1-1,0 2 1,2 0-1,-3-1 1,4 1-1,-2-2-3,1 3-1,-1-3 0,1 3-4,0-4 0,0 2-2,-1 1 1,0-3-1,2 2 0,0 0-2,-1-1 0,1 0-2,1-1-3,2 0-7,-1 0-5,-1 0-12,1-1-13,2-1-17,-1 2-21,-1-3-19,3 2-24,-1-2-21,-2 1-21,3-2-19,0 1-16,-1-1-15,1 0-14,1 0-21,0 0-25,0 0-38,-1-1-46,-2-1-24,2 0-14</inkml:trace>
  <inkml:trace contextRef="#ctx0" brushRef="#br2" timeOffset="151440.6286">11960 8770 161,'0'0'317,"0"0"-44,0 0-61,2 0-51,-1 0-46,0 0-23,-1 2-10,1-1-2,1 0 4,-1-1 7,0 1 11,-1 2 11,1-2 12,2 2 12,-2-1 12,2 1 7,0 1 4,-2 0 2,2-1 0,-2 2-2,2 0-6,-1-1-8,2 3-11,0-1-8,-2 0-8,3 1-11,-1-1-12,0 1-11,2 0-13,-1 2-8,0-2-8,1 1-3,0 0-5,-1-1-3,2 1-3,0 0-3,-1 1 0,1-2-4,1 1-2,-1-2-3,1 2-4,-1 0-2,3 0 0,-2-2-1,0 2-2,1 0-2,0-1-1,-2-2 0,3 3-2,-2-3-1,0 0-1,1 0-1,-2 0-4,1 0 0,-2-1-1,1-2-1,0 2-2,-1 0 0,0-1 1,-1-2-1,0 3-2,0-3-1,-1 2-1,-2-2-1,2 2 1,-1-2-2,-1-1 0,-1 1-1,3 0 0,-3 0-2,0 0-2,1-1-4,-1 0-6,-1 0-8,0 0-8,0 0-15,0 0-16,0 0-30,0 0-33,0 0-40,0 0-43,0 0-33,0-2-31,0 2-40,0 0-44,0-2-65,0-2-72,0-1-31,0 0-13,0-2 9,0 2 112</inkml:trace>
  <inkml:trace contextRef="#ctx0" brushRef="#br2" timeOffset="152243.6688">12878 8521 0,'0'0'37,"0"0"298,0 0-14,0 0-39,0 0-48,0 0-31,0 0-24,0 0-6,0 0-1,0 0 4,0 0 5,0 0 4,0 0 3,0 0 2,0 0 0,0 0 0,0 0-3,0 0-7,0 0-10,0-1-15,0 1-14,-1-2-17,1 1-17,0 1-13,-1 0-11,1 0-10,0 0-8,0 0-7,0 0-8,-1 0-7,-1 1-8,1 1-3,1-1-3,-1 1-2,0 1-1,-1 1 1,2 0 0,-2 1-1,1-1 1,-1 1-1,1 3 1,1-2-4,-1 1 0,0 0-2,-1 2-2,1-1 0,1 1-2,-1 2 0,0-1-2,-1-1-1,1 2 0,1 2 0,-1-3 1,0 2 0,-2 0 0,2 0 1,1 1 0,-1 0-1,0 0 1,-1 0-2,1 0 1,1 1-1,-1-1 1,0 0-1,-1 0-1,1 0-1,1 0 0,-1-1-3,-1 1 0,1 0-1,1 0 0,-1-1 0,-1 1-1,0-1-1,1-1-1,1-1-1,-1 3-1,0-4 0,-1 2-1,1-2 1,1 0-1,-1-1 1,0 0 0,-1-1-1,1 0 0,1-1-1,-1 0-1,0-2 1,-2 1 0,2-1 0,1 0-1,-1 0 1,1-1 0,0-1 0,0 1-2,0-2-1,0 1 0,0-1-4,0 0-3,0 1-5,0-2-7,0 0-12,0 0-15,0 0-17,0 0-18,0 0-20,0 0-21,0-2-37,0 1-45,0 0-40,0-2-39,0-1-32,0 0-31,0 0-63,-1-2-81,-1-1-40,2 2-21,0-3 0,0 0 10</inkml:trace>
  <inkml:trace contextRef="#ctx0" brushRef="#br2" timeOffset="152886.7017">13092 8232 0,'0'0'312,"0"0"-35,0 0-49,0 0-51,0 0-48,0 0-28,0 0-19,0 0-9,0 0-6,0 0-1,0 1 3,0 0 2,0 0 4,0 0 3,0 2 4,0-2 5,0 2 9,0-1 8,1 1 10,-1 1 7,1 0 9,2 0 3,-2-2 2,4 4 2,-3-1-2,2-1-1,0 1-2,1 1-3,1 0 0,0-1-6,1 2-6,0-1-6,-1 1-8,3 2-9,-3-2-10,2 0-6,-1 1-5,1 1-6,0-1-5,1 0-6,-2 1-7,1-1-7,-2 1-6,3-1-3,-2 0-4,1 3-1,-1-2-3,-1-1-1,2 2 0,-2-1-2,-1 1-2,2 0-1,0-2 1,0 2 0,-1 0 2,-1-1-1,0 1 1,1 2 0,-1-3-1,0 2 0,0-1-1,0 2 0,-1 0 1,0-2-2,-2 1 0,3 2 0,-2-1 0,-1 1-2,-1 0 0,2 0-3,-2-1-1,0 1-1,1 0 0,-1 0-3,1 2-1,-2-2-2,0 1 0,0 1 0,0-1-2,-2-2 0,1 3 0,-2-2-2,2 0 1,-2 0-1,1 0 0,-2 1-1,-1-2 1,2 1 0,-1 0 0,-1 0-1,-1 1 2,-1-1-1,1 0 0,0 0 1,-1 0-1,0-1-1,-1 1 0,0 0 0,-2 0 1,3 0 0,-2-1-1,0 0-1,1 0 2,0-2-1,-2 3-2,3-2 0,-3-2 0,2 2-1,1-1-1,-3-1 0,4-1-3,-3 0-4,3-1-6,0-1-5,-2 1-6,2-1-7,2-2-7,-2 0-9,1 0-10,0 0-15,-1-1-15,2-1-21,1-2-24,-1 2-33,0-2-38,-1 0-32,0-2-29,1 2-25,1-2-23,-1-1-55,0-1-66,2 0-47,-1 0-36,3-2-8,0 0 8</inkml:trace>
  <inkml:trace contextRef="#ctx0" brushRef="#br2" timeOffset="153292.7421">13698 8192 155,'0'-3'351,"0"-1"-21,0 0-32,0 2-65,0 0-76,0 1-33,0-2-14,0 2-5,0 1-3,0 0-2,0 0-2,0 0-4,0 0-5,0 0-4,0 0-3,0 0 0,0 0 3,0 0 0,0 0-1,0 0 0,-1 1-1,0 2 1,-1-2 3,1 3 1,0 1-2,-2 1 2,2 0 2,-1 2 4,-2 0 1,0 0-5,2 2-10,-1 1-9,1-1-7,-1 2-6,2 0-6,-3 1-3,3 1-3,-1-1-2,0 2-4,1-2-2,1 1-4,-1 1-4,0-2-3,-1 1-4,1 2 0,1-3-1,-1 2-1,1-1-2,0-1-1,0 0-4,0 0-5,0-1-1,-1 0-2,-1 0-2,2-1-2,0 0 1,0-3 1,0 1-3,0 0-2,0-2-2,0 2-6,0-3-7,-2 0-9,1-1-10,-1 1-13,1-1-12,1-2-14,-1 0-25,0 0-33,-1 0-34,1-1-36,1-2-27,-1 1-23,1-1-22,0 0-25,0 0-44,-1-1-53,-1-3-43,1 2-34,1-2-10,-1 0 1</inkml:trace>
  <inkml:trace contextRef="#ctx0" brushRef="#br2" timeOffset="153729.7096">13585 8387 53,'-2'0'330,"0"0"-40,0 0-58,-1 0-51,2 0-46,-1 0-24,0 0-11,1 0-2,1 0 2,-1 0 3,1 0 6,0 0 9,0 0 7,0 0 8,0 0 6,1 1 3,-1 0 2,3 0-1,0 0 1,0-1-3,-1 1-2,2 1-3,1-1-4,1-1-7,-1 0-6,0 1-12,2-1-10,1 1-12,-2 1-9,4-2-8,-2 0-8,0 0-7,1 0-9,1 0-5,-1-2-7,2 1-4,0 0-5,-1 0-4,1-2-3,-1 2-4,2-1-2,1 0-3,-2-1-2,0-1-1,2 0-1,-2 1 1,1 0-1,-2-1 0,3 0-1,-2-2 1,-1 1-1,1 0 0,-1 0 1,0-2 0,0 2-1,-3 0 1,2-1 0,-2 1-1,1 0 1,-1 1 1,-2 0 3,0 0 1,-1 0 0,1 3 1,-3-3 0,2 3 1,-3-2 1,2 2 0,-2-2-2,0 2 2,2 1-1,-3-1 1,0 0-2,-3 0-1,2 0-3,0 1-1,-2 0 1,1 0-3,-2 1 0,0 0-3,-1 0-1,2 0 0,-1 0 0,0 2 1,-2-2 1,1 2 0,0-1 0,-2 1 0,0 1 0,1 0 0,-2 1 0,0-1 1,-2 2 0,3 0 0,-3 2 0,1-2 2,-1 2-1,0 0 0,-1 0-1,1-2 1,-1 2-1,0-1 1,2 2 0,-1-2 0,0 0-1,0 0 0,1 2 1,1-2-1,-1-1 0,1 1 0,0-1-1,-1 1-2,3-2-2,-1 1-7,-1-1-7,3 0-12,0-1-12,-1 0-11,1 0-12,0-2-21,1 1-25,-1 0-33,2-2-37,0 2-31,-1-2-29,3-1-23,-1 1-24,2-1-38,0 0-45,-4-1-51,4 0-51,-1-2-17,0-1-2</inkml:trace>
  <inkml:trace contextRef="#ctx0" brushRef="#br2" timeOffset="154175.914">13617 8279 142,'2'-1'357,"-1"0"-27,-1 1-42,0 0-50,0 0-53,0 0-24,0 0-7,0 0-2,0 0 3,1 0 1,-1 0 5,1 0 1,-1 0-1,0 0-1,0 0 0,0 0-6,0 0-8,0 0-6,0 0-8,0 0-9,0 0-12,0 0-9,2 0-9,-1 1-8,0 0-5,-1 1-6,1-2-5,2 2-3,-1 1-5,-1-2-3,2 2-5,-2-2-4,2 2-5,-1 1-3,1 0-1,0-2-2,1 2-1,-1 0-3,-1 1-2,3-1-4,0 2 0,-1 0 0,-1-2-5,1 3 1,2-2-1,-2 0-2,1 2 0,0-2-2,1-1-2,-1 1 0,0-1-1,-1 1-2,2 0 0,-1 0-1,0 1 0,2-3 0,0 2 1,-1 0 0,0-1-1,2 1 0,0 1 0,-2-1 0,2 0-2,1 0 0,-2-1-1,3 2 0,-2-1-2,0-1 0,1 1 0,-1-1-2,0 0-1,2 1-2,-4 0 1,2-1-2,-1 2-1,1-3 1,0 1 0,-2-1-1,1 1-1,0 0 0,-2 0 1,0-1-1,1-1 0,-2 2 1,0-1 0,-1-2 0,0 2-1,2-2 1,-3 2 0,1-1-1,-2-1 0,2 2 0,-1-2-1,-1 0 1,3 0-1,-3 0 1,-1-1 1,1 1-2,1 1 0,-1-1 0,0-1 1,-1 1 0,1 1 0,1-1-1,-2-1 0,0 0 1,0 0-2,0 0-2,0 0-3,0 0-5,0 0-7,0 0-9,0 0-9,0 0-11,0 0-11,0 0-16,0 0-21,0 0-33,0 0-37,-2-1-42,1-1-46,1 1-34,-1 0-27,0-2-44,-2 2-49,2-1-58,-3 0-59,3-1-22,-1-2-3,-1 1 9,2 1 196</inkml:trace>
  <inkml:trace contextRef="#ctx0" brushRef="#br2" timeOffset="157089.8135">15078 8265 245,'0'0'241,"0"0"-41,0 0-45,0 0-33,0 0-28,0 0-14,0 0-6,0 0 0,0 0-1,0 0 4,0 0 3,0 0 4,0 0 5,0 0 4,0 0 2,0 0 5,0 0 5,0 0 1,0 0 2,0 0-2,0 0-1,0 0 0,0 0 0,0 0-4,0 0-3,0 0-5,0 0-5,0 0-5,0 0-5,0 0-7,0 0-6,0 0-7,0 0-2,0 0-6,-1 0-2,-2 0-6,2 0-3,-1 0-1,0 0-2,0 1 1,-1 1 0,2-1-2,-4 0 0,3 2 1,-1-1 1,-2 0 4,0 2 4,2 0 1,-3-1 3,1 0-1,-2 2 0,2 1-2,-1-2-3,-1 1-2,0 1-1,0 0-2,-2 0-1,3 1-3,-3-1-3,2 1-4,-2 2-5,2-2-2,0 0-2,-1 0-1,0 1-2,1 0 0,-1 0 1,1 1 0,-1-1 0,2 2 1,-1-1 1,1 1 0,-1 0 0,1 1 0,0-2-1,0 3 1,-2-1 0,3 0 1,0 2-1,-1-1 0,2 0 1,1 1-1,-1 0 0,-1 0-1,3 2-2,-1-1 0,0 0 1,2 2-2,0-1 0,0-1 0,-1 3 0,2-1-1,0-1 0,0 1 1,2 0 0,-1 0 0,0 0-2,2-1 0,-1 2 2,2-2 0,0-1-1,-1 2 0,1-2-1,1 2 0,1-2 0,1 1 1,-1-1-3,1-1 0,-2 0-1,3 1-2,0-1 0,-1-1 0,1-1-3,-2 0-1,2 1 1,-1-2-1,1-2-1,-1 2 0,-2-2 0,1-1-2,2 2-2,-2-3-2,-1 0-4,1-1-6,-1-1-6,0 0-11,1 1-11,-1-2-17,0-3-17,0 3-25,1-2-30,-1 0-45,1-1-56,0-1-45,0-2-39,-1 2-63,1-2-77,-1-1-53,0-1-43,-1 1-14,1-2-1,-2 0 11,1-3 248</inkml:trace>
  <inkml:trace contextRef="#ctx0" brushRef="#br2" timeOffset="157690.8448">15505 8601 0,'0'-2'340,"1"1"35,1 1 12,-1-1-67,0 0-102,-1-1-46,2 1-23,-1 0-6,0-1-1,-1 1 2,2 1 4,0-1 2,-1 0 2,0 0-3,-1 0-3,1 0-6,-1-1-6,0 1-7,2 1-9,-2-1-7,0 0-11,0-1-6,0 2-9,0 0-6,0 0-9,0 0-4,0 0-6,0 0-5,-2 0-4,1 0-3,-1 2-4,-2-1-2,0 0-3,0 2-4,1-1-6,-1 1-1,-2 1 0,1 0-4,0 0-1,-1 0-1,1 1-1,-2 0-1,1 1-2,1 0 0,0-1-3,0 3-1,-1-1-1,1 1 0,0 0 2,-1 0-1,1 1-1,1 0 0,-1 1 0,0-2 0,2 3-1,-1-1 2,0 1-1,2-1 0,-2 1 0,2-1-1,-1 3 0,3-2-2,-1-1 0,0 2 0,1-1 2,0 0-3,1 1 1,0-3-1,0 2 0,2-1-1,-2 1-2,4-2 0,-3 2 0,2 0-1,1-3 0,-1 1-1,2 2 1,-1-3-2,0 1 1,2-1-2,1-1 1,-1 0 0,2 0 0,0-1 0,-2 1-1,4-2 1,-2-1-1,1 1 0,-1-2 0,2 1 0,-1-2 0,1 1-1,-1-2 1,1 1 0,0-2-2,-1 0-1,0 0 0,0 0 0,1-2 0,-1 1 1,1-2 0,0 1 0,-2-2 0,1 1-1,0-2 1,-1 1-1,-2-1 0,3-3 0,-4 3-1,2-3 1,-2 0 0,-1-2-1,0 0-1,1 1 1,-2-3-1,-2-1 1,2 0 1,-2 0-1,-1-1 0,-1-1 0,0 0 1,-1 0-1,-1 0 1,1 1 0,-3-2 0,2 2 0,-2-1 0,-1 1 1,0 1 0,0 0-1,-1 0-1,0 0 0,-2 1 0,1 0 1,-2 3-1,0-2 0,1 2 0,-2 1 2,0-1-1,-1 2 0,1 1 0,0 1 0,1-1-1,-1 1-1,-1 2-2,4 0-4,-1 0-4,-1-1-6,3 3-3,-1-1-8,0 1-7,1 0-10,0-1-11,1 1-13,1 1-15,1 0-18,-2 0-19,2 0-26,-1 0-27,3 1-26,-1 1-25,0-1-23,1-1-18,1 0-32,0 0-39,1 2-60,1-1-69,0 0-27,1-1-4,-1 1 10,2 1 182</inkml:trace>
  <inkml:trace contextRef="#ctx0" brushRef="#br2" timeOffset="158709.8674">16166 8778 0,'-2'3'283,"-1"-1"-13,3-1-38,-2 1-39,0-1-42,2 2-19,-1-2-10,0 2 0,-1-2 4,1 0 8,1-1 8,-1 2 5,-1-2 7,0 1 2,1-1 0,1 0 0,0 0-4,0 0-4,0 0-6,0 0-10,0 0-8,0 0-13,1 0-12,1 0-9,0 1-6,-1 1-6,2-1-8,-1-1-1,1 1-3,1-1-3,-1 0-3,3 0-3,-1 2-1,2-2-2,0 1-2,2-1-2,-1 1-2,1-1-5,2 0-6,-1 0-6,3 1-5,-1-1-4,-2 0-5,2 0-3,2 0-2,-4 0-3,2 0-1,1 0-1,-2 0-3,0 0 0,-2 0-1,2 0 0,-1 0-1,-2 0-1,-1 0 0,2 0-1,-3 0 1,1 0 0,-2 0 0,-1 0-2,1 0-1,1 0 2,-2 0 0,0 0 0,-2 0-1,2 0-1,-2 0-2,1 0-3,-2 0-4,-1 0-7,0 0-9,0 0-9,0 0-14,0 0-22,0 0-27,0 0-35,0-1-41,-1 1-33,0-2-32,-1 0-27,-1 0-27,0-1-49,2 0-58,-2-1-51,1 1-46,-2-2-13,-1 0 3</inkml:trace>
  <inkml:trace contextRef="#ctx0" brushRef="#br2" timeOffset="159070.5411">16326 8615 158,'0'0'350,"0"0"-33,0 2-55,0-1-47,0-1-47,0 1-21,0 1-9,0-1-1,0 0 3,0-1 4,0 0 1,0 1 1,0 1-2,0-1-3,0-1-2,0 0-6,0 0-6,0 0-6,0 0-7,0 0-11,0 1-9,0 1-10,0-1-9,0 2-7,0-1-7,0 2-4,0-1-4,0 1-3,0 1-2,0 0-4,0-1-3,0 3-3,0-2 0,0 2-2,0-2-2,0 4-1,0-2-1,0 2 0,-1-1-2,0 1-1,-1 0-2,2-1-1,-1 2-2,1 1-3,-1-2 1,0 2-2,-1 0-1,1 1-2,1-1 1,-1-1-2,-1 2 1,0 0 0,1-2-2,1 1-1,-1-2 0,0 3 0,-1-2-1,1-1-4,1 2-1,0-2-1,0-1-1,0 2 0,0-2-1,0 0-1,0 1-1,0-2-1,0 1-1,0-3 0,0 2-2,0-1 0,0-2 0,0 0-1,0 1 0,0-2-2,0 0-6,0-1-6,0 1-8,0-1-11,0 0-15,0-2-23,0 1-25,0-1-42,0 0-46,0 0-40,0 0-34,0-1-52,3-1-60,-1-2-64,1 1-67,0-2-26,2-1-10,-1 0 4,0-1 58</inkml:trace>
  <inkml:trace contextRef="#ctx0" brushRef="#br2" timeOffset="159542.3151">17055 8474 266,'2'0'356,"0"0"-31,-1 0-46,0 0-58,1 0-66,-1 0-29,0 0-13,-1 0-3,1 0 2,1 0 3,-2 0 6,0 0 4,0 0 4,0 0-1,0 0-1,1 0-3,0 0-5,-1-1-6,0 1-3,0 0-5,0 0-5,0 0-5,0 0-3,0 0-7,0 0-7,0 1-6,-2 0-4,-1 0-4,2 2-5,-3-1-3,1 2-2,0-1-2,-1 1-3,2 1-3,-2 1-3,2 0-4,-2 0-4,0 1-1,2 1-2,-1 1-2,1-1-2,-1 2-1,2 1 0,-3-2-1,3 3 1,-1 0-3,-1 0-1,2-1 0,0 1-1,-1 0 3,1 1 0,1 0 0,-1 1-2,0-1-1,-1 0-2,2 1-1,-2-1-2,2-1 1,0 0-1,0 0 0,0 0-1,0-2-1,0 3-1,0-2-1,0-1 0,0 1-2,0 0-1,0-3-1,2 2 1,-2-1 0,0-3-3,2 3 0,-2-3-2,0 0-1,1-1 0,-1 2-2,0-3-1,0 1-1,0-1-1,0 0 0,0-3 0,0 2-1,0 1-2,1-3-4,-1 2-5,0-2-5,0 0-5,0 0-6,0 0-9,0 0-10,0-1-13,0 0-16,0 0-17,0 0-36,0 0-45,0 0-39,1 0-38,1-1-25,-1 0-22,0-1-38,-1 1-48,3-2-58,-1-2-61,-1 2-23,3-3-3,-3-2 9,3 3 365</inkml:trace>
  <inkml:trace contextRef="#ctx0" brushRef="#br2" timeOffset="160281.3625">17337 8643 223,'0'0'379,"0"0"-17,0 0-33,0 0-49,0 0-57,0 0-28,0 0-16,0 0-7,0 0-2,0 0-3,0 0-3,0 0-4,0 0-6,0 0-9,0 0-9,0 0-10,0 0-12,0 0-13,0 0-14,0 0-10,0 0-9,0 0-5,0 0-3,0 0-5,0 0-4,-1 1-3,0 1-3,-1-1-1,1 0-1,0 0-1,-3 2-3,3-2 0,-1 3-3,-1-2-2,2 2-1,-3-1-1,2 1-3,-2 0-1,0 2-3,2-1-1,-1 0-2,-1 3-1,2-3-2,-3 3-2,3 0 1,-1 0-1,-2 0 1,1 0-1,0 2-1,0-2-2,1 1-1,-2 3 1,3-3 3,-2 2-2,0-1-1,2 1 0,-2-1 0,2-1 0,0 3-4,-1-3-1,0 2-2,3-2 0,-1 1 2,0 0-1,1-1 0,0 0-2,0-1-2,1 1-1,0-1 1,0-1-1,2 0 1,1 1-1,-2-1 1,3-1-1,-1 1 0,1-1-1,0 0-1,0 0-1,1-2-1,0 0 0,2 0 0,0 1 0,1-2-2,0 0 1,-2-1 1,4-1 0,-2 2 0,1-2 1,-1-1 1,0 0 1,0 0 0,1 0 0,0 0 2,0-1-1,-1-2 1,-1 2 0,1-1 2,0-1-1,-2 0-1,3-1-1,-2 0-1,0 1 0,-1-2 0,-1 0-1,1 0 1,-2 0-1,0-3-1,1 1-1,-2 0 0,1-1 0,-2-2 1,-1 0-1,3 1-1,-4-2 1,0-1 0,1-1 0,-1 2 0,-1-1-1,0 0 0,0 0 0,-1 0 0,-1-1 0,1 0 1,1 3 1,-2-1 1,-2 2-1,3-1-1,-2 2 1,2 0 1,-1 1 0,-1 1 0,2 0 0,-2 1-2,1 1 1,-2 0 1,2 0-1,-1 2-1,-2-1-1,0 0-1,2 2 1,-2-2 0,0 2 0,-2 0 0,2 0-1,0-1 0,2 1 1,-2 1-1,1 0 1,0 0 1,-1 0-1,0 0 0,2 0 0,0 0 1,-1 1 1,2 1-1,-3-1-1,3 0 1,-1-1 2,-1 3-1,2-2 1,-1 2-1,2-2 0,-3 0-1,3 2 0,-1-3 0,-1 1 0,2 1 0,0-1 0,-1 0 0,1-1 0,1 1 0,-1 1-1,0-1 1,-2-1 1,2 0-1,1 2 0,0 0 1,0-1 0,-1 2 0,0-2 0,-1 1 0,2 0-1,-1-1 0,1 1 0,-1-1 0,1 2 0,-1-2 1,1 2 0,0-2-1,0 2 0,0-2 0,-2 0 0,2 1 0,0-1 0,0-1 0,-1 1 0,1 1 0,0-1-1,0 0 0,0-1 0,0 0 0,0 0 0,0 0 0,0 0-2,0 0 1,0 0-1,0 0 0,0 0-2,0 0 0,0 0 0,0 0-1,0 0-1,0 0-1,0 0-4,0 0-1,0 0-4,0 0-2,0 0-4,0 0-3,0 0-7,0 0-7,0 0-11,0 0-10,0 0-15,0 0-14,0 0-29,0 0-34,0 0-37,0 0-40,0 0-36,0 0-36,0 0-73,0 0-91,0 0-41,0 0-17,0 0-3,1-2 3</inkml:trace>
  <inkml:trace contextRef="#ctx0" brushRef="#br2" timeOffset="162746.789">18008 8232 0,'0'-1'295,"0"-2"-6,0 2-52,0-2-57,0 1-59,0 1-32,0 0-21,0 0-8,0 1 0,0 0 0,0-1 2,0 1 3,0 0 3,0 0 3,0 0 3,0 0 5,0-2 3,0 2 3,0 0 5,0 0 1,0 0 2,0 0-1,0 0-3,0 0-3,0 0-4,0 0-6,0 0-6,0 0-5,0 0-6,0 0-4,0 0-3,0 0-3,0 0-2,0 0-3,-1 2-2,-1-1-1,1 0-4,0 1 0,-3 0 1,3 2-1,-1 0 2,-1 0 0,-1 1 3,2 2 0,-1-3 0,-2 4-2,4-3-2,-1 3-1,-1 0 0,2 1 0,-2-1 1,2 1 0,-1 0-1,-2 0 1,3 1 0,-2 0-1,2-2-3,1 1-3,-1 0-4,0-1-4,-1 1 0,2-1-4,-1-1-2,0 2-4,0-4-2,-1 3-2,2-2-1,-2 0-1,1-1-2,-1-1-2,1 1 1,1 0-1,-1-1 1,0-1-2,-1 1-1,2 0 0,0-1 1,0-1-3,-1 1-1,1 1-4,0-2-5,0 1-7,-1-3-8,0 3-11,-1-2-11,1 2-20,1-2-24,-1 0-26,0 0-27,-2 1-23,2-1-21,1-1-19,0 0-18,0 0-15,0 0-16,0 0-27,0 0-34,0 0-52,0 0-59,0-3-13,0 1 9</inkml:trace>
  <inkml:trace contextRef="#ctx0" brushRef="#br2" timeOffset="163210.0019">17865 8337 90,'0'-1'253,"-1"1"-34,0 0-35,1 0-35,0 0-35,0 0-22,0 0-17,-2 0-7,1 0-5,1 0-2,0 0-1,0 1 1,0-1-1,0 0 1,0 0 1,0 0-1,0 0 0,0 1 0,0 1 2,0-1-1,1-1-2,2 1-1,-2 1-4,3-1-3,0-1-3,0 0-3,2 0-4,0 0-4,1 0-3,2 0-4,-1 0-5,1 0-5,2 0-4,-1 0-4,3 0-3,-1 0-2,-1 0-2,3 0-2,-2-1 0,1-1 1,-1 1-1,1 1 2,-2-1 1,0-1 2,0 1 2,-2 0 2,1 1 3,-3-1 1,2-1-1,-3 2-1,1-3 3,0 1 0,-2 1 3,0-2 1,-1 0 0,0 1 2,0-1 4,-1-1 2,-1 0 0,1 0 2,-2 3 2,3-3 3,-3 1 3,0 1 4,-1-2 1,1 4-1,-1-3 0,0 2 1,0-2-1,0 1-2,0 0-2,0 0-4,0 1-4,-1 0-3,1 0-4,-1 0-3,0 1-4,-3-2-3,3 1 1,-2 0-2,1 1-1,-1 0 0,-1 0-2,2 1-1,-3 0 0,0 1 1,1-1 0,-2 1 0,1 0 0,0 1 1,0 1 4,-1-1 0,0 0-1,0 2-1,-2 1 1,2-1-1,-3 0-2,3 1 1,-1 0-2,-1-1 0,1 2-3,-2-1 0,0 1 1,2-1-3,-2 0-2,3 0-3,-3 1-1,3-3 0,-3 2 1,3 0 0,-1-1 1,-1 0-1,3-2-2,-2 2-2,1 0-2,1-1-6,0-1-8,-1 2-14,1-1-16,-1-2-22,2 0-23,0 1-25,0-2-25,0 1-22,2 0-21,-3-1-20,4-1-20,1 0-31,0 0-39,0 0-56,-3 0-62,1-1-21,-1-1-4</inkml:trace>
  <inkml:trace contextRef="#ctx0" brushRef="#br2" timeOffset="163601.0121">17921 8232 0,'1'-1'280,"1"-2"-13,-1 2-49,0 0-45,-1-1-44,1 1-25,2 0-17,-2 1-8,0 0 0,-1 0 3,1 0 2,2 0 6,-2 1 5,2 0 5,-1 1 3,-1-1 4,2 2 3,1-2 5,-1 2 3,0-1 2,-1 1 0,2 2-1,0-1-4,-2-1-6,2 1-6,-2-1-7,2 1-6,-1 0-4,2 1-3,-2 0-4,1 0-6,1 1-5,1 0-8,0 0-6,1 1-5,0-1-2,-1 1-3,3 2 0,-3-2-1,2 0 0,-1 0-1,2 2-1,-1-2-2,1 0 1,0 0-3,-2 1 0,3-1 0,-2-1-3,-1 1-2,3-1-1,-2 1-2,0-1-3,0 0-3,-1-1-2,1 1-3,-1-2-4,-1 2-3,-1-1-3,0-1-2,1 0-3,-2 0 0,1-2-1,-2 1-1,0 0 1,1-2-1,-3 1-1,2 1-1,-2-2-1,0 1 1,1-1-3,-1-1 0,0 0-5,-1 1-5,1 1-8,-1-2-8,0 0-12,0 0-13,0 0-30,0 0-39,0 0-41,0 0-44,0 0-36,0-2-33,-1 1-58,1 0-70,-2-2-52,-1 0-45,2 0-15,-2-1-4,0 1 8,-1-1 458</inkml:trace>
  <inkml:trace contextRef="#ctx0" brushRef="#br2" timeOffset="164228.0351">18578 8281 0,'0'-2'117,"0"0"163,0 1-40,0 0-35,0 0-36,0 0-25,0 1-23,0 0-1,0 0 4,0 0 8,0 0 9,0-2 9,0 1 7,0 0 6,0 1 5,0 0 2,0 0-1,0 0-5,0 0-4,0 0-10,0 0-6,0 0-13,0 0-11,0 0-9,0-1-9,0 1-8,0 0-9,0 0-8,-2 1-8,-1 0-4,2 2-5,-3-1-2,2 1-2,-2 1-2,0 1-2,0 1-5,1 0-3,-1 1-5,-1 0-6,0 0-3,1 2-2,1 0-2,-2 1 0,1 0-1,0-1-1,-1 2-2,0 0-1,2 0 0,-1 1 0,0 0 0,0 0 1,-2 1 0,2 0 0,1 0-1,-1 0 0,-1 2-1,0-1-1,3-1 1,-1 2-2,-1-1 0,1-1 1,0 2-1,-1-1 0,2 0-2,-2 2 1,2-1-1,-2-1 0,3-1 1,-2 2-1,2-1-1,-1-1-1,0 2-1,0-1 0,-1-1-2,2 0 0,-1 0-3,0 0 0,1-1-1,1-1-2,0-1 0,0 2-3,0-2 1,0 1-1,0-2-1,0 0 0,0-1-1,0 1 1,0-1 1,0-1-1,0 1 1,0-3-1,0 3 1,0-2 0,-1-2 0,1 1-1,-1 0-1,-1-2 1,1 1 1,1 0 0,-1 0 0,0-2-2,-1 0 1,2 1 0,0-2-1,0 2-1,0-1 0,0-2-4,0 1-3,0-1-4,0 0-5,0 0-4,0 0-9,0 0-10,0 0-13,0 0-16,0 0-21,0 0-23,0 0-38,2-1-45,-1 1-46,0-2-45,0-1-50,2 0-52,-2 0-66,2-2-74,0-1-28,-2 0-9,2-1 6,-2-2 12</inkml:trace>
  <inkml:trace contextRef="#ctx0" brushRef="#br2" timeOffset="165286.0446">19015 8046 84,'-1'0'333,"1"1"-39,0 0-58,-1 1-51,0-2-50,1 0-25,0 1-15,0-1-6,-2 2-2,2-2-1,0 0 1,0 0 3,0 0 5,0 0 3,0 0 2,0 0 0,0 0 2,0 1-1,0-1-1,0 0-1,0 0-3,0 0 0,-1 1 0,1-1-2,0 0-1,0 0-4,0 0-4,0 0-3,0 0-4,0 0-1,0 0-3,0 0-3,0 0-4,0 0-2,0 0-2,0 0-4,0 0-2,0 0-3,0 0-1,0 0-3,0 0-3,0 0-2,0 0-2,0 0-4,0 0-2,0 0-3,0 0-3,0 0-2,0 0-2,0 0-3,0 0-1,0 0-2,0 0-2,0 0-1,0 0 2,0 0-2,0 0 1,0 0 0,0 0-1,0 0 0,0 0 0,0 0 0,1 0 1,1 0 0,-2 0 0,0 0-1,0 0 1,0 0-2,1 0 0,-1 0-1,1 0-2,-1 0 0,0 0 1,0 0-1,0 0-1,0 0-1,0 0-2,0 0-2,0 0 0,0 0-1,0 0 1,0 0-2,0 0-1,0 0 0,0 0-2,0 0 0,0 0-1,0 0-1,0 0-1,0 0 1,0 0 1,0 0-1,0 0 0,0 1-1,0-1-1,1 2 0,-1-2 1,3 1 0,-2-1 2,0 1-1,-1 1 0,1-1 1,1-1 0,-1 1 0,0 2-1,-1 0 3,1-1 1,1 2 2,-1-1 1,0 2 1,2 0 0,0 1 1,-1 0 1,0 0 1,1 0 0,-1 2 1,2-3 0,-2 4 1,3-2 0,-2 0 0,-1 0-1,2 0 1,-1 2 0,1-1 0,-1 1 0,-2-1 1,2 1 0,-1-1 1,-1 0 0,2 1 1,-1-1 2,2 1 2,-3 1 0,2 1 0,-1-2 0,-1 3 0,3-2 2,-2 1 0,0 2 1,-1-1-1,3 0 1,-3 1-1,2 1-2,-1-2 1,-2 1 0,1 1 0,1 1 0,-1-2-1,-1 3-1,0-2-1,0 2-1,-1-1-1,-1 0 0,1 1 0,-1 1-2,-1 0 1,-2 0-1,0-1-1,1 2-2,-1 1 0,-1-1-3,0-1 2,1 0 0,-2 0 0,-1 0 1,2 0-1,-4-1 0,3 1-2,-2-1 0,0 0 0,-2-1 0,2 1-1,-2-2 0,0 2 0,0-3-1,-2 2 0,1-1 0,-1-1-1,1-1 0,-1 1 0,1-1 1,-1-1 0,0 0-1,0 0-1,0-2-1,1 0 2,-2 0 0,3-1 0,-2 1-1,1-2 0,3-1 1,-2 1-2,2-2-1,1 0 1,0 0-1,0-2 0,1 1-1,1-1 0,0 1 1,1-1 1,1-1-2,-1 1 2,0-1 0,2-1 1,-1 1 1,0-2 0,2 1 0,-2 1 0,3-1 1,-2 0 0,2-1 2,0 2-1,0-2 2,-1 0 0,2 0-2,-1 0 1,1 0-1,0 0 0,0 0 0,0 0-1,0 0 0,0 0 0,0 0-1,0 0-1,0 0 0,0 0-2,0 0 0,0 0-2,0 0 1,0 0 0,0 0-1,0 0-1,0 0-1,0 0-3,0 0-4,0 0-8,0 0-10,0 0-14,0 0-15,0 0-18,1-2-20,-1 2-23,3-1-25,-1-2-49,0 2-57,0-1-61,2 0-62,-2-2-96,2 0-111,0-1-47,-1 1-18,2-1 0,0-1 12,-1 0 14,-1-2 70</inkml:trace>
  <inkml:trace contextRef="#ctx0" brushRef="#br0" timeOffset="175503.4968">10497 9237 0,'-12'-6'14,"1"-1"190,-1 0-53,3 2-51,1 0-47,-1-2-24,2 2-13,-1 1-5,1 0-3,2-1-3,0 2-1,1-1-1,-1 2-1,2-1 0,0-1-1,-1 3 1,2-2 2,-2 2 0,3-2-1,-1 2 1,0-1-1,1 0 0,1 0-1,-1 0 0,0 1-1,1-2 2,0 2 0,0-2 0,0 2 0,0-1-1,0 1 1,-2-1-1,1-1 0,1 2 1,-1-2 0,0 2 2,-1 0-1,0-1 1,2 1-2,-1 1 1,-1 0 1,1-1-1,1-1 1,-1 2 0,-2 0-2,2 0 1,-1 0 0,-1 0 0,2 0-2,-4 0 1,3 0 0,-1 0 0,-2 2-1,1-1-1,-1-1 0,0 0-1,-1 1 0,0 2-1,-1-2 1,0 2 1,-3-2-1,3 3 1,-3-2-2,0 0 1,-1 2-2,0 0-2,-1-1-1,0 1-5,0-1-5,-1 1-12,1-1-10,-2 2-28,-1-1-32,3 1-43,-2-2-46</inkml:trace>
  <inkml:trace contextRef="#ctx0" brushRef="#br0" timeOffset="177082.5253">9152 9653 242,'-1'1'269,"0"-1"-51,1 2-65,0-2-44,0 0-35,0 0-16,0 0-8,0 0-1,0 0 3,0 0 3,0 0 2,0 0 6,0 0 2,0 0 6,0 0 4,0 0 4,0 0 2,0 0 2,0 0 1,0 0 2,0 0 3,0 0 1,0 0 2,0 0 1,0 0 3,0 0-1,0 0-1,0 0-2,0 0-3,0 0-3,0 0-2,0 0-5,0 0-2,0 0-4,0 0-5,1 0-4,0 0-5,-1-2-3,3 2-5,-1-1-4,-1 0-5,3-1-2,0 2-3,-2-1 0,3 0 1,-1 0-2,0-1-2,1 2-2,-2 0 1,2-1-4,0-1-1,1 2-2,-1-1-4,1 0 1,0 0 0,-1 1-1,1 0-1,1 0 2,-2 0 1,2-2 1,1 2 3,-2-1-1,3 0 1,-1-1 1,-1 2 1,4-1 0,-2 0 0,1 1-2,1-2-2,-1 2 0,1-1 0,-1 0-4,2-1-3,1 2-4,-2-1 0,1 0-2,2 0-1,-3-1-3,3 2 0,0-1-1,-1 0 1,1 0 0,1 0-1,0-1 1,1 0 0,0 0 0,0 0-1,2 0 2,-1-1-1,0 3 0,2-3 1,0 2 0,-1-3-1,2 2 1,1 0-1,-1-1 1,1 2-1,0-3 0,3 2 0,-3-1 0,1 1-2,1 0 0,-2 1 0,2-2 1,0 2 0,-1-2 0,3 2-1,-3-1 1,2 0-1,-2 2 0,3-1-1,-2 1 1,0-2-1,1 2 1,-2-1 0,2 0 0,-2 0-2,-1-1-1,3 2 1,-2-1-2,-1 0 0,2-1 0,0 2 2,-3-1-2,1 0 1,0 0-1,1 0 1,-1 1 0,0-1 0,-2 0 0,1-1 0,0 2 1,0-1 1,0 0 0,1 0 1,-1-1-1,0 2 0,1-1 1,-1 0 1,0-1 1,0 2-1,-1 0-2,1-1-1,0 0 1,0-1 0,0 2 0,2 0-3,-2 0 1,0 0-1,0 0 0,-1-1 0,-1 1 1,2-1-3,-1 0 1,-1-1 1,1 2-1,1-1 0,-1 0 0,-1-1 0,1 2-1,-2-1 1,2 1 0,-2 0 1,2 0-1,-2-1 0,2 1-1,-3-2 0,1 2 0,1-1-1,-1 0 2,-1-1 0,2 2 0,-1-1-1,-1 0 2,2 0-1,-1-1 0,-2 2-2,2 0 0,1-1 0,-1 1 0,-1-1 0,0 1 1,0 0 0,1-1-2,-1 1 0,-1 0 1,-2 0-1,2 0 0,0 0-1,0 0 0,-1 0 1,-2 0 0,3 0-1,-1 0 1,-1 0 0,0 0 1,0 0 0,1 0 0,-3 0 0,3 0 0,-2 0-1,2 0 0,-3 0 1,3 0-1,-2 0 1,1 0 0,-1 0 0,2 0-1,-3 0-1,3 0-1,-2 0 2,2 0-2,-2 0 0,1 0 2,0 0-1,-2 0 1,3 0 0,1 0 0,-1 0 0,-2 0-1,2 0 1,-1 0 0,1 1 2,-1 0 0,0 0 0,1-1 0,-2 2-1,3-1 2,-1 0-1,-1 0 1,2-1 0,-2 2-1,0-2 2,1 0-1,2 0-1,-2 1 1,1 0 0,0-1 0,0 0-1,-1 0 0,0 0 1,1 2-1,0-1 1,0-1-1,-2 1 0,0-1 0,2 0-1,-1 0 0,-1 2 1,-2-1 0,3-1 0,-2 0 0,1 1 0,-1-1 0,2 0-1,-2 0 0,1 2 1,-1-1 0,2 0-2,-3-1 1,3 1 1,-2-1-1,1 0 0,-1 2 0,2-2-1,-1 1 1,-1 0 0,1-1 1,1 0 0,-2 0 0,3 0-2,-1 2 1,-1-1-1,0-1 1,-1 0 0,2 0 0,-3 0 0,2 0 1,-2 0-1,-1 0 0,0 0-1,-3 0 0,3 1 0,-4-1 1,2 0 0,-3 2 0,0-2-1,-2 0 1,2 0 0,-1 0 0,-1 0-1,-1 0 0,2 0 1,-3 0-1,4 0 1,-3 0-1,2 0 1,-1 0 0,-1 0-1,2 0 1,1 0 0,-1 0 1,-1 0 0,2 0 0,1 0 1,1 0-2,-1 0 1,0 0-1,2 0 0,0 0 1,-2 0 0,2 0 0,-1 0-1,0 0-1,0 0 0,-1 0-1,-1 0 1,1 1-1,-2-1 0,1 0 0,-1 0-1,-2 0-3,3 0-3,-4 0-4,2 0-6,-2 0-7,2 0-7,-2 0-10,-1 0-10,1 0-15,1 0-17,-1 1-30,0 0-35,-1-1-47,1 0-54,-1 0-66,0 0-73,0 0-66,0 0-62,0 0-27,0 0-8,0 0 1,-1 0 9</inkml:trace>
  <inkml:trace contextRef="#ctx0" brushRef="#br0" timeOffset="178506.4847">14991 9572 0,'-4'1'175,"3"0"108,-1-1-48,-1 0-51,3 2-52,-1-1-29,0-1-21,1 0-9,0 0-5,0 0 1,0 0 1,0 0 3,0 0 5,0 0 5,0 0 4,0 0 4,1 0 3,0 0-1,2 0-2,-1 0-2,2 0-4,-2 0-4,2 0-3,-2 0-3,2 0-1,0 0-4,2 0-2,-2 0-4,1 0-4,1 1-3,-1-1-4,0 2-1,0-1-2,2 0 0,0 0 0,0-1-1,-1 2 1,2-1-2,-1 0-1,2-1-4,-1 2-5,0 0 0,2 0-3,-1-1 0,0 0-2,0-1 0,2 2-1,-1-1-2,2 0 0,0 0-1,-1-1-1,0 2-1,2-1-1,-2-1-1,0 0 0,3 2-1,-2 0-4,1-1-2,0-1-4,-1 2-2,1-1-1,-1 0 0,1-1-1,2 2 2,-1-1 0,-1 0 2,1 0 2,0-1 1,-1 1 4,2 0 3,0 0 2,-1-1 3,1 2 1,1-1 2,0 0 0,1 0 1,-1-1-1,3 2 0,-2-2 1,3 0-2,-1 0-1,1 0-2,0 0-2,1 0-3,0 0-2,1 0-3,1 0 1,-1 0-1,0 0 0,3 0-1,-2 0 1,0 0-1,3 0 0,-2 0-3,-1 0-1,3 0 0,-1 0-1,1 0 1,-1 0-1,0 0 1,1 0 0,-1 0-1,2 0 1,-2 0-1,0 0 0,1-2-1,0 2-3,1-1 1,1 0 2,-1 1-1,2 0 0,2-1-1,1 1 0,0 0 0,-1 0-2,3 0 0,-2 1 1,3 0-1,-2 0 0,2-1-1,-1 2 1,1-1-1,0 0-1,-1 1 0,2 0-2,-1 0 0,-1 0-1,0 0 0,0 0 0,-1-1-1,0 2 0,0-3-2,-2 3-1,1-1 2,-2 0 2,1 0-1,-1-2 1,0 2 1,-1-1 0,-2 0 2,3 0-1,-2-1 0,-2 1 1,3-1-1,-3 0 1,1 0-1,-2 0 2,1 0-1,0 0-1,-1 0-1,1-1 0,-1 1 0,0-1-2,0 0 1,-3 0-1,1-1 0,-1 2 0,0-1-1,-2 0 0,-1-1 1,-2 2-1,0-1 0,1 0 0,-2 0 0,-2-1 1,1 1 0,-2-1 0,2 0-1,-4-1 0,3 2 0,-2-2 0,1 2 1,-1-2 0,3 1-1,-1-1-1,-2-1 0,3 2 0,-1 0 0,-1-2 0,1 2 1,1-1-1,1-1 0,-1 3 1,0-2-1,0-1 0,-1 2 0,1 0 0,-1 0 1,1 0-1,0 1 2,1-2 0,-2 3 0,1-1-2,-1 0 0,-1 0 1,0-1 0,-1 2-1,0-1 1,0 0 1,-1-1-2,0 2 1,-2 0 0,1-1 0,-3 0-1,3 1 0,-2-2 0,-1 2 0,3 0 1,-3-1-1,3 0 0,-2-1 1,0 2-1,1-1 0,0 0-1,-2 0 1,3-1-1,-2 2 1,2-1-1,-2 1 1,2 0-1,0 0 0,0-2 0,0 2-1,1 0 1,-1 0 1,0 0-1,2-1 0,0 0 0,-1 1 1,1 0-1,-2-1 0,0 1 0,0 0 1,1-2-1,-2 2 0,2 0 1,-2 0 0,0 0 2,-2 0-1,2 0 1,-2 0-2,1 0 1,-2 0 1,0 0 0,0 0 0,-1 0 0,0 0 1,1 0-1,-1-1 0,0 1 0,0 0 0,0 0 0,0 0 0,0 0 0,0 0 0,0 0 0,0 0 0,-1 0 0,0 0 0,0 0 0,0 0-2,1 0 0,-1 0 1,0 0-1,-2 0 0,2 0-1,-2 0-1,1 0-5,-2 0-5,2 0-6,0 0-8,-2 0-10,1 0-11,-1-1-13,-1 1-12,0 0-19,0 0-23,0 0-34,1 0-44,-1 0-35,3-2-35,-1 2-42,1 0-48,2-1-65,0 0-75,1-1-30,1 1-8,1-2 3,-1 0 10</inkml:trace>
  <inkml:trace contextRef="#ctx0" brushRef="#br0" timeOffset="182146.5425">19599 9662 102,'1'-1'313,"3"0"-45,-2 0-70,2-2-56,1 0-48,0-1-23,0 0-10,0 1-2,1-2 1,1-1 2,-1 0 1,1 1-1,-1-1-1,3-1-3,-3 0-3,1-2-3,1 3-5,-2-3-3,1 1-4,0-2-5,-1 0-5,-1-2-4,3 2-5,-2-2-4,1-1-5,-2 0-3,0-2-2,0 2-3,1-3 0,-1 2-2,0-2-1,0 2 0,0-1 0,-1 2 0,0-1 1,-2 1 1,3 1 3,-2 0 4,-1 0 3,1 3 3,-1 0 2,0 0 1,0 2 2,0-1 1,-2 4 1,2-1-1,-1 0-1,-1 2 0,0-1 0,0 2-3,0-1-2,0 2-4,0-2-3,0 3-4,0-1-2,0 1-2,0 0 0,0 0-2,0 0 0,0 0 1,1 1 1,-1-1 0,3 3 0,-1-2 2,1 2 0,0-1 0,2 0 1,0 0 1,2-2 1,0 3-1,-1-2 0,4 2-1,-3-2 1,2 0 0,1 1-2,0-1 1,-1 0 0,1-1 0,-2 1-1,2-1 0,0 0-2,-1 0 0,-2 0 1,1 0-1,-1 0-1,0 0 1,0 0 0,-2 0 0,-1 0-1,-1 0 0,2 0-1,-2 0 0,-1 0 2,0 0-2,-1 0 0,-1 0 0,0 0 0,-1 0-1,-1 0 2,1 0-2,-3-1 0,1 1 0,-1 0 1,0 0 0,-1 0-2,-1 1 0,1 0 0,1 0 0,-3 0 2,1 2 0,-1-2 0,0 3 0,1-1 0,-2-2 0,1 4-1,1-1 1,-2 0-1,3 0 1,-1 1-1,1-1 1,-1 2 2,1 0-1,1 0 0,-1 1 0,2-1 1,0 1 1,0 0 1,2 1 0,0-1 1,0 0 0,1 1 0,0 0 1,1-1 2,0 0 0,2 1-1,-1 0 0,1-2 1,-1 1 0,3-1 0,0 0-1,0-2-2,1 3 1,-1-2-1,2-1 0,1 0-2,-2 0 1,3-2 0,-1 1-1,-1 0 1,4-1-1,-2-2 0,1 2 0,0-2 0,0 0-1,1 0 1,-1-2 1,1 2 1,-1-2 1,1 0 1,0 0-2,-1-1-1,0-1-2,-1 0 0,1 1-1,-1-2 2,0 0 0,0 0 0,1-2-2,-2 2 0,0-2-2,-2 1-3,3-1 1,-3-2 0,-1 3 1,-1-2 1,2 1 1,-2 0 2,-2-2-2,1 3-1,-2-1-1,0 1 1,1 0 2,-2 0 0,0 2 0,-2-1 2,1 1 0,0 0 0,-2 1-1,1-1-2,-2 2 0,-1 0 0,2 0 1,-1 1 1,-1 0-2,-1 1-1,1 0 0,-2 0-2,0 1 1,2 0-1,-1 1 1,-2 1-1,2 0 1,1 0-1,-2 0 1,2 2 1,0 1-1,-1-1 0,2 1 0,0 0 1,0-1 1,2 1 1,-1 1 1,1 0 0,1-1 0,0 1-1,1-1 1,0 3 2,1-2-2,0 0 0,1-1 2,2 2 3,-1-3 0,0 3 0,1-2 0,2 1 0,0-2-3,1 1 0,0 0 0,1-2 2,0 0-1,1 1-1,1-1 0,-1 0-1,2-1-1,0 0-2,0-1-2,3-1 0,-3 0-1,4-1 1,0 0 0,0 0 0,0-1-1,1 1 0,-1-2 0,1-1 2,0 1-1,0-1 0,0 0 0,-1-1-1,1-1 2,-2 1 0,1 0 0,-1-2 1,-1 0 1,-2 1-1,2-1 1,-2 0-1,-2-1 0,-1 0-1,1-1 1,-3 0 0,2-1 0,-3 1 1,-2 0 0,2-1 0,-1 0 1,-3 1 0,2-1 0,-2 1 2,-1-1 1,0 2 4,0 0 1,0 1 1,0 0 2,0 0 1,-1 2 0,0-1-1,-1 1 0,2 0 0,-1 2 0,0-1-1,-2 1 1,1 0-4,-1 1 0,2 1-2,-1 0-3,-1 0-2,2 1 0,-3 3 0,2 0 0,-2 1 2,0-1 0,2 4 0,-1-1 1,2 0-2,-1 1 2,0 2 0,-1 1 2,0-1 0,2 1 1,0 0 1,-1 1-1,1 2-1,1-1-2,-1 0 0,0 2 0,-1 0-1,2 0 0,0 0 0,0 0 0,0 2-2,0 0 0,0 0-2,0 0 0,0-1-2,0 1 1,0-1 1,2 0 0,-1-1-1,0 2 0,-1-1 0,0-2 0,1 1 0,1-1 1,-2 0 0,1 0 0,-1-2 0,0 0 0,1-1 2,-1-1-2,0 0-1,0-1 0,0-1 1,0 0 0,0-3 0,0 3 1,0-2 1,0-3 0,0 3-1,1-3 0,1 0-1,-2 0 0,1-1 0,1 0 1,-2-1 1,0-1 0,2-1 1,-1-1-1,0-1 0,0 0-1,-1-1 1,2-1 0,-1-1 0,0-1 1,-1-1 0,0-1-1,0-2-1,0 0 1,0 0 1,0-3 1,0 0-2,0-2 2,0 1 0,1-2-1,1-2 0,-1 2-1,0-3-1,-1 1-1,4 0 0,-2-2 0,-1 0 2,2 0-2,-1 2-1,2 0-1,-1 0-1,0 0-1,1 2-1,0 0 0,0 2 1,-1 1-1,2 1 2,0 1 0,-1 1 0,1 0 1,1 2-1,-1 1 0,0 0-1,1 2 1,-1 0 1,0 0 0,0 2 0,0 0 2,0 0 0,0 0 0,1 3 0,-1-1-1,0 2 0,3-1 1,-2 1 0,0 1 0,0-1 1,1 2-1,-1 1-1,1 0 1,-2 1 1,1 0 0,2 0-1,-2 3 0,-1-2-1,2 0 0,-2 3 1,0-3-1,2 3 0,-4-2 0,1 1 1,-1-1-1,-1 1 3,-1-1-2,2 0 0,-3 1-1,-3-1 1,2 1 0,0-2 1,-3 2-1,0-2 2,-1 0-1,-1 0 0,1-2-1,-1 2 1,-3-1-2,3-1 0,-3 1-1,3-1-1,-1 0-2,-1 0-1,1-1-1,-2 0 0,3-1 0,-3 2-2,3-2 0,-2-1 2,1 2-1,2-1 0,0-1 0,-1 0-1,2 0-1,-1 0 2,3 0-1,-1 0 0,0 0 0,0-1-1,3-1 0,-1 2 0,1 0-2,0 0 0,1-1-1,-1 0 0,3-1 0,0 2 1,2-1 1,-1 0 0,1 0 0,1 0 2,2 0-2,0-2 1,0 2-2,2-1-2,-2 0-1,3 0 1,0 0-1,1 1 0,0-2 0,0 2 1,1-2-1,0 2 1,-1-1 0,2-1 0,-1 1 2,1 0 1,-3-1 2,3-1 4,-2 2 2,1-1 0,-1 0 2,-1 1-1,1-1 1,-1-1 1,-3 2 0,2 0 1,-1-2-1,0-1 1,-2 2 0,-1 0 1,1-1-1,-2 0 0,-2 1 1,2-1 0,0 0 0,-2 0 0,-1 0 0,-1 0 0,1 1 0,-1 0 0,1 1 1,-2-1 0,0 0 0,0 0-1,-2 0 1,1 1-1,-1-1 1,1 2-1,0-1 2,-2 0 0,2 1-2,-1 0 1,-1 1-2,-2 0-1,3 0 0,-1 1 1,0 0-1,0 1 2,-1 0-1,1 1 1,0-2 0,-1 4 0,2-1-1,-1 1 0,2-2 1,-1 4 1,-1-2 0,2 0 2,1 3 0,0-3 0,1 3-1,2-2 2,-1 1-1,-1 0 0,3-1 1,-1 1-2,0 0 1,2-1 0,0-1 0,0 2 0,3-3-1,-2 1 1,0-1-1,3-1-1,-2 1 1,3-2-2,-1 1 0,1-1-1,-1-2 1,0 1 0,0-1 0,2 0-2,-1-1 0,1 0 1,1-1 0,-4-1 0,2 0 0,0-1-1,0 0 1,-1-1 1,-1 1 0,1-1 0,-1-3-1,-1 2-1,-2-2 2,2 0 0,-1-1 0,-1-2 0,-2 1 0,2-1-1,-1-1 1,-2-1 0,1-1-2,-2-1 0,2 0 1,-1-1-1,-1-1-1,-1-1 0,1 0 0,1 0 1,-1-2-2,0 2 0,-1-2 1,2 1-2,-1 0 3,-1 1 1,0 0 2,0 1 2,0 1 0,0 1 2,-1 2 2,-1 0 1,2 1 0,-1 3-2,1 0 2,0 0 1,0 2-1,0-1-1,0 4 0,0-1-1,0 0 0,-1 2-1,-1-1-1,1 3-3,1-2-1,-1 2 0,1 1 0,-2 1 2,0 1-2,1 0-1,1 1 0,-1 0 1,0 2 0,-1 1 0,1 0 0,1 1 0,-1 1-1,0 0-1,-1 3 1,2-1 0,0-1 0,-1 3 0,1 0 2,0 0 1,0 1 1,0 0 0,0 0 0,0 0 1,-1 2-1,1-1 1,0-1 1,0 3 1,-1-3 1,1 3 0,0-2 0,0 1 0,0-1-1,0-1-1,0 2 0,0-1-1,0-1 0,0 0-1,1 1 1,0-3-1,-1 1 0,1 1 1,1-2-2,-1-1 0,0-2 0,2 3 1,-1-3-1,1-1 0,0 1 0,1-1-1,-1-1 2,0 0 0,1-2 0,2 0-1,-1-1 1,1 1-2,2-2 0,-2-1 0,3 0-1,-2-1 1,1 0 0,0 0 0,1-1-1,1 0 0,-1-2-1,1 0-1,-2-2 1,2 2 0,-1-2-1,0 1 0,-2-1 1,3-1 1,-2 0 0,0 0-1,-2-1 0,3 2 0,-3-2 0,-1 2 0,3 0 0,-3-2 1,0 3 0,-2-2-1,2 1 0,-1 1-1,-1 0 1,0 0-1,-1 1 1,0 0-1,-1 0 0,2 0-1,-2 0 0,0 2 1,-1 0 0,1-1-1,1 2 1,-1-1 0,-1 1 1,0 0-1,0 0 1,0 1 0,0 1-1,0-1 1,0 2-1,1-1-2,-1 3 1,1-2 1,1 2-1,-1-1-1,0 1 1,2 0-1,0 0 1,-1-1 0,1 1 1,0 0 0,-1-1 0,2 1 0,0-1 1,-2 1 1,3 0-1,-1-2 0,0 1 1,1 0-1,-2-1 1,1 0 0,1 0-1,0-1 1,-1-1-1,1 1 0,0-1-1,1 0 1,-1-1-1,0 0 0,1 0 0,-1 0 0,0-1 0,0 0 1,1-1-1,-2 2 0,0-3-1,-1 1 0,2-1 0,0-1 1,-1 0-1,0 0 0,1-1 0,-2 0 1,1-2-1,0 2 0,-2-3 0,3 2 0,-2-1-2,-1 0 0,1-2 0,-1 3 1,0-2-1,0 1 1,-1 1 0,3-1 1,-3 3 1,0-1 1,1 1-1,-1 1-1,0-2 1,-1 3 0,1-1 0,-1 1 1,0 1 1,0-1 0,0 0 0,0 2-1,0-1-1,0 0 0,0 1 0,0 0-3,0 0 2,0 0 1,0 0 1,0 0 1,0 0-1,0 0-1,0 0 1,0 0-1,0 0 0,0 0 0,0 0 1,0 0 0,0 0 1,0 0 0,0 0 0,0 0-1,0 0 0,0 0 1,0 0 0,0 0 0,0 0 0,0 0-1,0 0 0,0 0 0,0 0 0,0 0 0,0 0-1,0 0 1,0 0 1,0 0-1,0 0 0,2 1-1,-1 0 1,0-1 0,-1 2 1,1-1 0,1 0 0,0-1 0,-1 2-1,-1 0 2,1 0-1,1 0 0,-1 0 0,-1 0-1,0 1-1,0-2 1,0 3 0,0-1 0,0-1 1,0 2 0,0 0 0,0 0-1,0 0 1,0-1 0,0 1 1,0 0 1,0 1-1,0-1 0,0 1 0,0 0 0,0-1 1,0 1 0,0-1 0,0 2 1,0 0-2,0-2 1,0 3-1,0-1 0,0-2-1,0 3 0,0-2-1,1 0 1,-1 2 0,2-2 0,-1 0-1,1 1 0,0 0 0,0-1-1,2 1 1,-2 0-1,3-1 1,-1 1 1,2-1 0,-1-1 0,1 1 0,-1 0 0,3-2-1,-1 1 0,1-1 0,-1 0 1,2 0 1,-2-2-1,2 2 0,0-2-2,-2 2 1,4-2-1,-2 0 0,1-1 1,0 0 1,-2 0 0,1 0-1,1 0 1,-2-1 0,0 0 0,1-2-1,-2 2 0,1-2 0,-1 2 1,-2-2 0,0 0 0,-1-1-1,1 1-1,-3-2-1,1 0 0,-2 0 1,-1-2 0,0 1 0,0-3 0,-2 3 0,-1-2 0,-2 0 0,2-1 0,-2 0 1,-1-1-1,-1 1-1,2 0 1,-2 0 0,-1-2 1,1 3-1,-2-1 0,0 0 0,1 1-1,0 0 1,-2 0 0,3 2 0,-1-1 0,-2 2-2,3 0 1,-3 0 0,4 1 0,-3 0 0,3 2 0,-3-2 1,4 3 1,-1-1-2,-1 0 1,2 2-1,0 0 0,1 0-1,-1 0 1,1 2 1,2 0 1,-1-1 0,2 3-1,0-2 1,1 0 0,1 2 0,0 0-1,2-1 2,-1 1-1,2 0 1,2 0 1,0-2 0,1 2-1,1 1-1,0-2-1,0 0 0,1-1 0,2 1-1,-2-2 1,2 2 1,0-1-2,1-2 1,0 2-1,-1-1 0,0-1-1,2 0 0,-2 0 2,0-1-1,0-1 0,-1 2-1,0-1 1,0-1 0,1 0 0,-2 0 1,2 0-1,-2 0 1,1-1 0,0 0 0,-3 0-1,2 0 1,0 0-1,-2 1 0,3-1 0,-3 0 2,2 0 0,-3 0 1,3 1-2,-3-1 0,-1 0-1,3 0 0,-3 0 0,0 2 1,-2-1-1,2 0 0,0 0 1,-2-1 0,-1 3 1,2-1 0,0 0-2,-2-1 1,-1 2 2,2 0 0,-2 0 0,-1 2 0,1-1 2,1 0 0,-1 2 1,-1-1 0,0 2 1,0 0 1,0 0 1,0 3 2,0-2-1,0 2 2,0-1 0,-1 2-1,-1-1 3,1 2 0,1-1 0,-1 0 0,0 1 1,-1-1 1,1 1-1,1-1-1,-1 0-1,0 1-1,-2-3 0,3 3-2,0-3 0,-1 0 0,0 0 0,1-1-1,-1 0 0,1-1-1,0-1-1,0-1 1,0 2-2,0-1 1,0-1 1,0-1 0,0 1 0,0-1-1,0-1-1,0 0 1,0 0-2,0 0 0,0 0-2,0-1 0,0-1 0,1 1 1,0-3 0,0 1-1,-1-1 0,3 0-1,-2-2 0,0 0-1,2-1 0,-1 1-1,-1-1-1,2-2 0,-1 1-1,3-1-2,-2-1-1,1 0-1,-1 0-4,2 0-1,0-1-3,0 2 0,0-1 0,1 1 0,-1 1 3,0-1 0,3 3 0,-2-1 1,0 2 0,0-2 2,2 3 0,-2 0 3,3 2 2,-3 0 2,1 0 2,-2 1 2,2 1 0,0 1-1,-1 1-1,-1 0 2,1 0 1,-1 2 0,0 0 0,0 1 1,1-1 0,-2 0 1,1 3-1,-1-2 0,1 0 0,-3 2 1,2-2 0,-1 0 0,-1 1 0,-1 0 0,3-1-2,-3 1 0,-1 0-1,1-1-5,-1 0-8,0 0-11,0-1-13,0 0-17,-1 0-17,1-1-19,-1 0-20,-3 2-30,3-2-33,-1 0-67,-1-1-81,-1-1-42,1 0-24,-2-1-6,0 0 309</inkml:trace>
  <inkml:trace contextRef="#ctx0" brushRef="#br0" timeOffset="182536.509">21091 9228 55,'2'1'301,"3"-1"-56,-1 0-83,2 0-55,-1 0-42,3 0-19,0 0-9,0-1-5,0 0-1,1-1-2,1 1-1,-1-1-1,1 1-1,-2-1-2,4-1-3,-1 2-2,-1-2-1,1 2-3,-1-2-1,1 2-5,-1 0-4,1-1-6,0 0-11,-1-1-12,1 2-16,-2 0-30,2-1-40,0 2-65,-1-2-77,1 0-39,-2 1-20</inkml:trace>
  <inkml:trace contextRef="#ctx0" brushRef="#br0" timeOffset="182917.6185">21606 9122 318,'0'0'327,"0"0"-51,0 0-76,0 1-49,0-1-38,0 0-20,0 0-9,0 0-7,0 0-5,0 0-5,0 0-4,0 0-7,0 0-4,0 0-6,0 0-8,0 0-8,0 0-9,0 0-15,0 0-18,0 0-22,0 0-21,0 0-22,0 0-21,0 0-42,0 0-50,0 0-63,0 0-70,-1-1-32,-2-1-17</inkml:trace>
  <inkml:trace contextRef="#ctx0" brushRef="#br0" timeOffset="182935.5454">20832 9071 77,'-6'2'323,"0"-1"-38,1 2-54,0-2-65,1-1-70,2 2-36,-1-2-22,2 1-12,0-1-9,0 1-10,1-1-12,0 0-15,1 2-16,-1-2-32,2 1-39,1 0-66,1-1-76,-1 0-38,3 0-21</inkml:trace>
  <inkml:trace contextRef="#ctx0" brushRef="#br0" timeOffset="183748.6174">22884 9066 98,'0'-2'273,"-2"-1"-37,-2-1-45,3 2-41,-2-1-36,2 3-19,-1-3-11,0 2-4,0-1-4,-1 0-1,1 0 2,1-1 3,-2 2 5,3-1 4,-1 1 5,0-2 3,-1 2 3,1 0 0,1 0-1,-1-1 0,0 1-1,-1 1-1,1-1 0,1 0-2,0 0-5,0 1-6,0-1-10,0 0-8,-1-1-11,1 2-9,0 0-9,0 0-7,0 0-5,0 0-6,0 0-5,0 0-4,-1 0-4,-2 2-2,2-1-1,1 0 0,-1 2-1,-2 0 0,2 0-2,1 1 0,-2 0 1,0 3 0,2-2-1,-1 2-1,0-1 0,0 2 0,-1-1 1,2 2 0,-2 0-1,1 0 0,-1 0 1,1 2 0,1-1 3,0 1 0,0-2-1,0 3 1,0-1 0,0 0 0,0 1 1,0-1 2,0-1-1,0 2 0,0 0 0,1-2-1,1 2 1,-1-3 0,1 3-3,-2-2 1,2 0 1,-1-1 1,0 1-2,-1-2-1,0 1-1,0-1-1,0 0-1,0 0 1,0-2 1,0 0 0,0 0-1,0-2 1,1 0 1,-1 1 0,2-2 0,-2 1-2,0-1 1,0-1 0,1 1 0,-1-1 1,0-1-1,0 0 0,0 0-1,0-1 1,0 0-2,0 0 1,0-1-2,1 0-2,-1 0 1,1-2-2,1-1 1,-1 0-2,0 0-1,0-3-2,3 2-2,-2-2-5,2 1-4,-1-1-4,1-2-3,0 3-2,1-2 0,-1 0-3,1 0-2,1 0-3,0 1-1,1-2 0,1 3 0,-1-1 3,1 1 3,1 0 4,0 0 4,-1 2 2,2-1 2,0 1 3,0 1 1,-1-1 2,1 2 4,-1 0 1,-1 0 2,1 0 2,0 2 1,-1 0 1,1 0-1,-3 0 0,0 3-1,2-2 1,-2 3 1,-1-1 1,1 0 1,-2 0 1,0 1-1,-1 0 1,2 0 0,-2 1 0,-1 1-1,2-2 1,-3 2 0,2-1 1,-2 1 1,0 0 0,2-2 0,-2 3 1,-1-1-1,0-2-1,0 3 1,-1-2 2,-2 0-1,2 2 1,-1-2 1,-1 0-1,-1 1 1,2 0 0,-3-1 0,0-1 1,0 0-1,0 1 1,-2-2 0,0 2-1,0-1 0,-1-1 0,1-1-1,-2 0 0,1-1-1,-1 2-1,0-1-3,1-2-3,0 2-6,-2-1-9,3-1-13,-2 0-12,0 0-17,3 0-14,-3-1-14,3-1-15,-2 1-16,1-1-16,2 0-15,-1 0-30,1 1-37,1-2-64,1 0-74,-1-1-27,2 0-7</inkml:trace>
  <inkml:trace contextRef="#ctx0" brushRef="#br0" timeOffset="184546.6852">23308 9231 163,'2'-2'310,"0"2"-47,0-1-63,-1 0-48,2-1-38,-2 1-21,0 1-9,-1-1-9,1 0-4,-1 1-3,0 0-2,0 0-2,0 0 0,0 0 0,0 0 0,0 1-3,0 0-2,0 0-4,0 2-3,0 0-3,0-1 0,0 2-1,0 0 1,0 1-1,0-1-2,0 2-4,0 0-3,0-1-7,0 3-6,2-1-4,-1 1-4,0 0-3,-1 0-1,1 1-1,1-1 0,0 1-1,-1-3-2,2 3-2,1-2 1,-1 1-1,0-2 0,-1 2 0,2-2 1,2 1-2,-2-1 1,1 0 0,0-2-1,1 1-1,-1 1-2,0-3 0,2 0 1,0 2 1,0-2-2,1 0 0,-1-1-1,0 0-1,1 0-1,-2-2-1,3 2-2,-3-2 1,3 0 3,-2-2-2,1 2-1,-2-2-1,0 0-1,0 0 0,1 0 0,-1-2 1,0 1 0,-1-1-1,0 0-1,0-2 1,0 1 0,-1 1-1,-1-4-3,1 3 0,0-3 0,-2 2 0,-1-2 1,2 1 0,-2-1-1,-1 0 0,1-1 1,-1 3 2,0-2-1,0 1 1,0 0-2,0 1 0,0-2 2,0 4 0,0-1-1,-1 0 1,1 2-2,0-1 2,0 0-1,0 3 0,-1-1 1,0 1-1,-1 1 1,2 0 0,0 0 3,-1 0-1,1 2 0,-1-1 1,0 3 1,-2-1 1,3 0 0,0 0 0,0 2 1,0 2 0,0-2 1,3 0 0,-2 2 1,0 0-1,-1-1 1,3 1-1,-1-1 2,1 1 0,-1-1 1,4 1 0,-2-1 0,0 1 0,0 0 1,2-2-1,-1 1 1,1 0-1,1-2-1,-2 1 0,3-1 1,-1-1 0,1 0-2,0 0 0,-1-2 1,0 2-1,0-1 1,1-2-2,-2 0 1,3 0-2,-3 0 0,3 0-1,-2-1 0,1-1 0,-1-1-1,-2 0 2,2-2-1,0 2 0,-2-3 0,1 1-1,-1-2-1,0 0-1,-1-2 0,0 0 1,0-1-1,1-2 0,-2 1 0,-1-2 1,2 1-4,-3-2 1,2-2 0,-1 2 1,-2-2-1,1-1 1,1 0 0,-1 0 2,0-1 1,-1-1 2,0 3 6,0-1 5,0 0 6,0 2 2,0 0 5,0 1 1,0 1 0,-1 1 1,0 1 2,1 0-1,-2 3-1,1 0-1,1 1 0,0 0-4,0 2-5,-1 1-4,0 1-6,1 1-4,-2-1 0,2 3-2,-1 2-2,1-1 0,-1 2-1,0 1 2,-2 1-1,2-1 0,1 4 1,0-2 1,0 3 0,0 1 1,-1-1 3,1 3 1,0 1 1,0-1 1,0 1 0,0 0 1,0 0 2,-1 0-1,-1 2 1,2-1 1,-1-1 1,0 2-1,0-1-1,-1-1-1,2 0 0,-1 0-2,0 1 2,-1-1-1,1-1-2,1 0 0,-1 0-2,1 0 0,0-1-3,0-1 1,0 2 1,0-2-1,0-2 1,0 3-2,1-3-1,-1 0 0,1-1-1,1 1 1,-1 0 0,0-2 0,2 1-1,-1-1 2,2 0 0,0-1 0,-1-1-2,1 2-1,1-3 0,1 0-1,1 2-1,-1-2-7,1-2-13,-1 2-11,2-1-14,-1-2-11,1 1-12,-1-1-14,1 0-16,0-1-17,0 1-16,-2-2-15,4-1-13,-4 2-13,3-2-14,-3 0-21,2 1-24,-1-2-56,-1 0-69,-1-1-26,0 1-6</inkml:trace>
  <inkml:trace contextRef="#ctx0" brushRef="#br0" timeOffset="184957.6159">23708 9177 0,'0'1'209,"0"0"94,0-1-28,1 1-59,0 0-72,1 0-38,0-1-22,2 1-7,-2 1-3,3-1 1,0 0 5,1-1 5,-1 0 5,2 0 6,1 0 5,0 0 3,0 0 1,1 0-2,1-1-2,-1 0-3,2-1-4,-1 1-4,1 1-5,-1-1-6,1 0-6,0 0-5,-2 1-5,1-2-5,-1-1-9,0 2-5,0 0-4,0-1-3,-2 1-3,2 0-1,-3-1-4,1 1-3,0 1-3,-2-1 0,0-1-2,1 2-3,-2-1-6,0 0-2,-1-1-2,0 1 1,-1 1-2,2-1-2,-3 1-2,2 0-6,-2 0-5,0 0-12,-1 0-12,0 0-19,0 0-19,0 0-24,0 0-26,0 0-25,0-1-23,0-1-30,-1 2-31,1 0-75,0 0-97,-3-1-40,2 0-16,-4 1-1,3 0 90</inkml:trace>
  <inkml:trace contextRef="#ctx0" brushRef="#br0" timeOffset="186708.735">13832 8794 94,'-6'0'78,"2"0"-16,1 0-13,-1 0-8,0 1-5,-1 0-4,0-1 0,1 0-1,1 2 3,-2-2 2,1 0 2,0 0 1,-1 0 2,0 1-1,2-1 0,0 0 1,-1 0 0,2 0 0,-3 0-2,3 0 0,0 0-1,0 1-1,-1 1-4,2-1-1,0-1-2,-1 1-1,1-1-2,1 0 0,-1 0 0,0 0 1,1 0 0,0 0 0,0 0 0,0 0 1,0 0 2,0 0 0,0 0 2,0 0 0,0 0 2,0 0 2,0 0 0,0 0 2,0 0-1,0 0 0,0 0 0,1 2-2,0-2-2,-1 0-2,1 0-1,2 0-2,-2 0-2,2 0-4,-1 0-3,2 0-2,2 0-2,-1 0-2,0 0-2,1 0-2,0 0-2,1 1-2,0-1 1,1 0-4,0 1 0,0-1-2,-1 0 1,3 0 1,-2 0 0,2 0 1,-2 0-2,2 0-1,1 0-1,-2 0-1,1 0 1,-1 0 0,1 0 1,-2 0 0,2 0 0,-2 0 0,0 0 1,0 0-1,-2 0-2,1 0 1,0 0 1,-2 0 3,0 0 2,-2 0 3,1 0 4,-1 0 3,-1 0 1,1 0 2,0 0 2,-3 0 1,1 0 1,-1 0 1,0 0-1,0 0 0,0 0-2,-1 1-3,0-1-1,-3 2-3,2-1-3,-2-1-3,-1 0-2,-1 2-2,1-1-2,-3 0-1,1-1-2,-2 0 0,1 1 2,-1 1 0,-1-1 1,0 0 0,-1-1 0,1 0-1,-2 2 1,-1-1 1,3 0-1,-2-1 1,-1 1 1,3 0-2,-1-1 0,1 0-1,0 0-1,3 1 1,-3-1 0,4 0-1,-3 0 0,4 0 0,0 0 1,-1 0-1,2 0 0,2 0 0,-1 0 0,1 0 1,-1 0 1,2 0 0,-3 0-1,3 0-1,1 0 0,0 0 0,0 0 2,-1 0-1,0 0-1,1 0-1,0 0 0,-2 0 0,1 0-1,1 0 0,0 0-1,0 0 3,0 0 0,0 0 1,0 0 1,0 0 1,0 0 0,0 0 1,0 0 1,0 0 1,0 0 2,0 0 0,0 0 1,1 0-1,2 0 1,-2 0 0,4 0 0,-1 0-2,-1 0 2,3 0-2,1 0-2,-1 0-2,4 0 1,-3 0-2,2 0 1,2 0-1,2 0-1,-2 0 1,3 0-2,-1 0 0,1-1 1,0 0 2,1 0 3,-1 1 2,3-1 2,-1 0 2,0-1 3,0 2 2,-2-1 1,1 0 1,-1-1 2,1 1 0,0 1 1,-3-1 4,1 0 3,-2-1 4,-1 2 5,0 0 7,-1-1 5,-2-1 4,0 1 5,-2 1 0,-2-1 2,2 0-1,-1-1 0,-3 2 1,0-1-1,-1 1-2,0 0-5,-1-1-7,-3 1-10,1 0-7,-5 0-8,2 0-5,-4 0-6,0 1-4,-1 0-4,-3-1 0,2 2 0,-3 0-1,-1-1 0,0 2-1,-2-3 0,2 3-1,-1-2 1,-1 2 0,1-1 1,1 0-2,0 0 0,-2-1 0,2 1 2,1-1 1,-1 2 0,1-2 0,2 0-3,0 1 0,2-1 1,1 0 0,0-1 1,0 2-2,4-1-1,0-1-1,1 0 0,0 1 0,1 1-1,2-2-1,-1 0 0,2 0 1,0 0-1,1 0 2,0 0-1,1 1 2,0-1 0,2 0 1,-1 0 2,3 1 0,1-1-1,-1 0 1,0 0 0,4 0 0,-2 0-1,3 0-1,-1 0 0,2 0 1,-1 0-1,1 0-1,-1 0-1,3 0 1,-1 0 1,-2 0 0,1 0 0,0 0 0,-2 0 0,2 0 0,-1 0 1,0 0 1,-2 0 1,0 0 0,0 0 0,-2 0-1,1 0 2,-2 0 0,-1 0 0,2 0 1,-3-1-1,-1 1 1,-1-1-2,-1 1 0,0 0 0,-1 0-1,0 0-1,-3 0 1,-1 0 0,0 0 0,-1 0 1,-1 0-1,-1 0-2,-3 0-1,2 0-1,-1 1 1,0 0 1,-1-1 0,3 0 2,-2 2-4,1-1-5,-1 0-15,1-1-21,1 1-27,0-1-31,0 0-29,1 2-28,1-2-25,0 1-26,1 0-71,1-1-91,-1 0-53,5 0-35,0 0-14,0 0-4</inkml:trace>
  <inkml:trace contextRef="#ctx0" brushRef="#br0" timeOffset="187955.7763">24427 9177 0,'1'-4'33,"0"0"203,1 0-50,0 1-46,-1-2-45,2 3-28,-2-1-20,2 0-11,0 1-6,-2-1-2,2-1 0,-2 2-1,2 0 1,-1-1 0,0 2 0,0-1 1,-1 0 1,3 0 1,-3-1 3,2 3 2,-1-3 3,-1 2 4,2-2 5,-2 2 4,2 0 4,0 0 6,-2-1 3,2 2 5,-2-1 6,1 0 3,-1 0 4,0 0 4,0 1 4,-1-1 2,2 0 0,-1-1 3,0 2 0,-1 0 3,0 0 1,0 0-1,0 0 0,0 0 0,0 0-2,0 0-2,0 0-4,0 0-6,0 0-4,0 0-7,0 0-5,0 0-6,0 0-9,0 0-7,0 0-8,0 0-6,0 0-8,0 0-4,0 0-4,0 0-5,0 0-3,0 0-2,0 0-1,0 0 0,0 3 0,0-2 3,0 1 2,0 0 2,0 2 3,1 0 0,-1 0 1,0 0 1,3 1-1,-2 0 1,0-1 0,-1 3 3,0-2 1,0 0 0,0 2 1,0 0 0,0 0 2,0-1-1,0 1 3,0 0-1,0 1-2,0 0 1,0-1-1,0 0-1,0 1 0,0 0 0,0-1-2,0 0-3,0 0-1,0 2-4,0-3-3,0 1-2,0-1-1,0 1-2,0-1 0,0 0-1,0 1 0,0-1-1,0 2 1,0-2-2,0 0 0,0-1 0,0 1-1,0-1 0,0-1 1,0 1 0,0-1 1,0-1-1,0 1 1,0-1-2,0 1-3,0-2-5,0 0-6,0 0-7,0 0-9,-1 0-8,0-1-9,-2 0-17,3 0-21,-1-1-32,1 2-36,0-2-30,0 0-27,0 0-21,-1 0-17,0 0-18,-1-2-20,1 2-38,-1-2-46,-1-1-46,-1 1-47,-1-1-9,2 0 8</inkml:trace>
  <inkml:trace contextRef="#ctx0" brushRef="#br0" timeOffset="188432.802">24367 9254 0,'-2'0'118,"-1"0"119,0 0-41,0 0-34,-1 0-34,1 0-23,0 0-20,2 0-7,-2 0-4,2 0 2,-1 0 2,0 0 3,2 0 2,0 0 2,0 0 0,0 0 0,0 0-2,0 0-3,0 0-1,0 0-3,0 0-3,0 0-4,0 0-3,0 0-3,0 0-5,2 0-5,0 0-6,-1 0-5,3 0-4,-1 0-4,2 0-3,-2 0-3,2 0-2,3 0-3,-2 0-2,0 0-2,3 0-5,-2 2-1,3-2-4,-1 0 0,1 0 0,0 0-1,1 0-1,-1 0 0,1 0 0,0 0 0,-1 0-1,0 0-1,0-2 1,0 2-1,-1-1-3,1 0 1,-2-1-1,2 2 1,-2 0 0,0-1-1,1 0 1,-1-1 0,-1 1 2,-2-2 2,2 2 4,-2 1 4,0-1 4,0 0 5,0-1 5,-2 2 5,-1-1 4,1 1 2,-2-2 3,3 1 2,-3 1 2,0-1 0,-1 1 2,0 0-1,0 0-2,0-1-4,-1-1-4,0 2-5,-2-1-4,2 0-5,0-1-5,-2 1-3,2 1-5,-1-1-1,0 0-1,0 0-1,-1 1-2,-2-1-2,3 0-2,-2-1-2,2 1 3,-1 1 0,-2 0-2,2 0 2,-1 0 0,0 0-2,-2 0 1,1 1-1,0 1-2,0-1 0,-2 0 2,0 1 0,2-1 0,-2 2 0,1-1-2,-2 2 0,1-1 1,-1-2 1,1 3-1,-1-1 2,1-1 0,0 2 1,0-1-1,1 1-1,0 0-1,0-2 0,-2 1-2,3 0 0,0-1 1,-1 2-1,1-1-4,0-2-5,-1 3-7,2-1-12,-1-1-13,1 1-16,2-2-15,-3 1-18,3 0-18,-1 0-18,-1 0-17,3-1-16,-1-1-14,0 2-12,-2 0-10,1-1-9,-1 1-7,3-1-11,-3 2-16,2-2-31,-2-1-37,0 2-25,3-2-21</inkml:trace>
  <inkml:trace contextRef="#ctx0" brushRef="#br0" timeOffset="188972.7762">24416 9164 0,'0'1'210,"0"-1"74,1 0-50,-1 0-47,0 0-45,0 0-24,0 0-14,0 0-4,0 0 1,0 0 8,0 0 9,0 0 9,0 0 9,0 0 9,0 0 9,0 0 3,0 0 0,0 0 0,0 0-3,0 0-3,0 0-6,0 0-4,0 0-6,0 0-8,0 0-10,0 0-12,0 0-11,0 0-10,0 0-11,0 0-10,0 0-8,0 0-6,0 0-6,0 0-6,0 0-3,0 0-6,1 1-2,-1 1-3,0-1 0,2 0-2,-1 1-3,0 0-2,-1-1-2,1 2 2,-1-2 0,3 2 1,-2 0 2,0-1 0,0 2 0,-1-1 1,3 1 0,-2 0-1,2 0-3,-1-2-2,-1 4 0,4-1 0,-2-1 1,-1 1-1,2 0 0,-1-1-1,0 0-1,2 3-3,0-2 0,-1 0-2,0 1-2,0 0 0,0-1 1,1 1-1,0 0 1,1-1-1,-1 1-1,0 0 0,1-1 0,0 1-1,-1-1 0,1 1 1,-1-2-1,0 0 1,0 2 0,0-1-1,-2-1 0,2 1 0,-1-1-2,1 0 1,-3-1 1,2 0-1,-1 1 0,-1-1 1,2-1 1,-2 1 1,1-1 2,-1 0 0,0-1 0,0 2 2,-1-2 1,2 1-1,-2 0 3,4 0-1,-3 0 1,1 0 0,-1 0 1,1-1 0,-2 2-1,2-3 1,0 3-2,-1-1-1,0 0-3,-1-1 0,2 0 0,-1-1 0,0 2-1,-1-1-2,0 0 0,-1 0 0,1-1-1,2 1-2,-2 0 0,0 0-4,-1-1-5,0 0-5,0 0-8,0 0-11,0 0-12,0 0-20,0 0-24,0 0-47,0 2-62,-1-1-58,1-1-58,0 0-84,-4-3-97,3 2-47,-3-1-26,2-1-6,-2-1 1,0 0 8,-2 0 298</inkml:trace>
  <inkml:trace contextRef="#ctx0" brushRef="#br1" timeOffset="206542.3443">3168 10127 0,'4'-1'208,"-1"-1"80,1 1-51,0-2-45,-2 1-39,2 0-23,-1 0-13,-1 0-1,2 1 3,-2 1 7,-1-1 9,2 1 10,-2-2 8,2 1 6,-2 0 4,-1 1 2,1-2 1,0 0 0,1 1-3,-1-1-2,-1 1 0,0 0-4,0-1-8,0 0-11,0 2-12,0-3-11,0 2-11,0 1-11,-1-2-11,-1 1-10,0 0-8,1 0-9,-2 1-7,1-2-11,-2 2-11,-1-1-9,0 1-5,0-2-4,-2 1-2,0 1-3,1 0-1,-2 0 0,0 0-2,-2 1-1,1 1-1,0-1 0,0 1 1,-2 0 1,1 1 1,-2 1-2,1-1 0,1 0-1,-2 2 1,2 1 0,-1-1-1,0 3 1,1-3 0,-1 2 0,2-1 1,-1 1-1,1-1-2,1 2 2,0-3 0,3 3 0,-1-2 0,2 1-1,-1 0 0,3-1 0,-2 1-2,4 0 0,-1-1-1,1-1-1,1 2-1,0-2 0,3 0 0,-2 2 0,2-2-2,1 0 2,2 1 1,1-2 1,-2 0 0,4 1 1,-2-2-1,2 0 2,-2 0 0,2 0 1,-1-1 1,2 0 1,-1-1 1,-1 2 0,1-3 0,-2 1-2,2 0 0,-2 0 1,-2-1 2,1 0 0,0 0 1,-2 0-1,-1 0 1,0 0 0,0 0 2,-1 0-1,-1 0 0,-1 0 2,3 0 1,-3 0 0,-1 0 0,0 0 1,0 0-1,0 0-1,0 0 0,-1 0-1,-3 0 1,2 0-1,-2-1-2,0 1 0,0 0-1,-2 0 1,0 0-1,1 0-1,-3 0-1,0 1-1,-2 1-1,1-1 0,0 2 0,-2-3 1,0 4-1,-1-2 0,2 2 1,-2 0 1,-2 0-1,3 3 0,-3-3-3,2 3 2,-1-1-1,2 2 1,-1 0 0,0 1 1,0-1-1,2 1 0,0 0 0,-1 0 0,3 1-1,1 0 0,-2 0-1,3 0 2,-1 1-1,2-2 0,0 1 1,1-1-1,-1 0 0,3 0 1,-1 2-1,3-3 0,-1 0-1,1 1 1,0-3 0,0 2 1,1-1 1,0 2 0,2-4 2,-1 3 0,3-3 0,-1 2 1,1-1 0,2 1-1,1-2 2,-2 0 1,4 1 2,-2-1 0,1-1-1,1 0 1,2 0 1,-1-2-1,0 0 0,0 0 1,0 1 0,3-3-1,-2 1 0,2 0-1,-3-1-1,3 0 1,-2 0-2,1 0 1,-1-1-2,2 0 1,-3 1 0,1-1-2,1-1 0,-2 1 0,0 0-1,-1 1 0,0-2 0,-1 1-1,-2 0-1,3-1-2,-4 1-3,1 0-4,0-2-8,-2 2-12,-1 1-15,-1-1-22,2-1-22,-1 1-37,-1-1-42,-1 0-35,2-1-34,-2 1-32,3-2-30,-2 2-58,-1-2-72,2 1-45,-2-3-36,3 2-7,-1-1 5</inkml:trace>
  <inkml:trace contextRef="#ctx0" brushRef="#br1" timeOffset="206991.3195">3532 10472 0,'-3'0'34,"2"0"355,-1 0 14,0 1-28,0 0-47,2-1-58,-1 0-62,1 0-32,0 0-20,0 0-10,0 0-11,0 0-8,0 0-8,0 0-9,0 0-7,0 0-8,0 0-7,1 0-5,1 0-5,1 0-4,-1 0-7,2 0-2,1 0 0,1 0 0,-1 0-1,3 2 2,-1-2 2,2 1 2,1-1 1,-1 0-1,2 0-2,1 0-4,-2 0-4,4 0-5,-2 0-4,2 0-2,-1 0-3,1 0-4,2 0-4,-2 0-4,1 0-7,0 0-5,-2 0-5,2-1-5,-2 1-3,-1-2-3,2 1-1,-3 0 0,0 1 0,0-2 0,-1 1-2,0 0 0,0 0-2,-1-2 1,-3 2-2,3 0-2,-3 0-3,0 0-4,-1 0-5,0 1-10,-1-2-9,-2 1-16,2 0-19,-3 1-28,3-2-35,-3 1-38,0 0-37,1 0-28,-2 0-27,0 1-33,0 0-37,-2-2-64,1-2-78,0 0-32,-4 0-13,1 1 6,1-1 44</inkml:trace>
  <inkml:trace contextRef="#ctx0" brushRef="#br1" timeOffset="207419.3733">3707 10324 0,'-4'0'163,"3"-2"232,1 2 19,-1-1-42,0 1-68,1 0-47,0 0-34,0 0-19,0 0-9,0-2-6,0 1-6,0 1-6,0 0-9,0-1-12,0 1-13,0 0-14,0 0-14,0 0-14,0 0-11,0 0-8,0 0-9,-2 1-6,1 0-4,1 1-5,-1-1-3,0 1-1,-1 1-1,2 1 0,0 1-2,0 0-2,0 0-2,0 0-7,0 2-4,0 1-3,0-1-1,0 1-1,0 1-2,0 1 0,0-2-1,0 3-2,0 0-2,0-1-3,0 1 0,0 1-2,0-1-1,0 0-1,2 1-1,-2-2-3,0 2-4,0 0 0,0-2-2,0 1-2,0 1 0,0-2-2,1 1 2,-1-2-2,1 0-1,-1-1-1,1 0-1,1 0-2,-1-2-2,0 1-3,-1-1-7,1 0-7,2-1-7,-2-1-10,0 0-12,-1 1-14,1-1-14,1-1-22,-1-1-26,-1 1-46,0 1-51,1-3-46,-1 1-43,0-2-83,0 0-102,0 0-41,0 0-10,0 0-2,0 0 6,0-2 10,0-1 483</inkml:trace>
  <inkml:trace contextRef="#ctx0" brushRef="#br1" timeOffset="208928.4165">4614 10304 0,'0'-2'101,"-3"0"206,3 1-23,-1-2-45,1 2-52,-1-1-31,1 0-19,0 0-3,-1 0 2,1 0 8,-2 0 8,2 1 6,-1 1 4,1-2 4,0 2 0,0-1-3,0 1-6,0-2-7,0 1-10,0 0-10,0 0-11,0 1-10,0-2-11,0 1-12,0 1-10,0 0-11,0 0-7,0 0-5,0 0-3,0 0 0,0 0 1,0 1-2,-1 1-3,-1-1-2,1 1-3,0 1-2,0-1-3,-2 3-2,2-1 0,-3 0-4,3 1-2,-3 1-2,2 0-4,-2 1-4,2 0-4,-2 1-2,0 0 0,2 0 0,-2 2 0,1 1-1,1-2 0,-3 3 0,3-1 1,-1 1-1,-1 1-1,2 1-2,-3-1 0,2 0-2,1 1 0,1 1-2,-2-2 0,2 3-2,-2-2 0,2 2 0,-1-2-1,-2 2 1,4-3-1,-1 1 0,0 1 0,-1-2 0,1 0 0,1 0-1,-1-1 1,0 0 1,1 0 0,0-1-1,0-1 0,0-1-1,0 0 0,0-2 1,0 2 0,0-4 0,0 2-1,0-3 0,0 1 1,0-1 1,0 0 1,0-3 2,0 3 0,0-3 2,0 2 1,0-3 0,0 0 1,0 0 0,1 0-1,0-1 1,-1-2-1,1 0 1,1 1 0,-1-5-1,0 1-2,-1-1-1,4-2-1,-2 0 1,-1-2-1,2 1 0,-2-4-2,2 0 1,-2 0 0,3-2-1,-1-1 1,1-1 0,-1 0 0,-1-1 0,2 0-1,-2 1 1,3-3-1,-2 1 0,-1 1-2,2 0 0,-1 0 0,-1 3 1,3-1 0,-3 0 0,2 1-2,-1 2 2,-1-1 0,3 2-2,-1 1 0,-1 2 0,1-1 1,0 1 1,2 2 0,-2-1 0,0 2 0,1-1-1,1 2 1,-1-1 0,1 0-2,0 2 1,2 0-1,-1-2 1,2 4 0,-2-2 0,3 0 1,-2 0-2,0 2 1,1-1-1,0 1 1,-2-1-1,3 2-1,-2 0 0,0 0 1,-2 0-1,2 0 0,-1 2 0,0 0 1,0 0-1,-1 0 0,-2 0-1,1 0 2,1 2-1,-1-1 1,-1 2 0,1-2 0,-2 0 0,0 1 1,1 2 0,-2-2 0,1 1 0,-2 0 1,3 0 0,-3 1 0,0 0 0,-1 0-2,0 1 0,0 1 2,0-3 0,-1 3 0,0 0 0,-3-2 0,3 3-1,-3-2 0,0 2 0,0 0-1,-2-1-1,1 2 1,-1-3 0,0 3 2,-2-3-2,1 2-1,-3-1-1,3 1-1,-3-2-1,1 2-1,-1-2-1,-1 0-1,1 2-1,-1-3-3,1 2 1,-1-1-1,1-1 0,-1 2-2,-1-1 0,2-2 0,1 0 1,0 1 2,0 0 0,0-2 2,2 2 0,1-2 0,-1 1 1,1-1 2,1 0 0,2-1 0,-1 0 1,-1 1 2,3-2-1,-1 1 1,2 0-1,-1 1 1,1-2-1,0 1 0,1-1 1,0 0 0,0 1 1,1 0 0,0 1 0,2-1 2,-2 1 1,3 0-1,0 1 0,-1 1 1,1-1-1,1 0-1,1 1 1,-2 1 1,2-1 0,2 2 3,-1 0 0,-1-1 2,3 2 0,0 0 1,1 0 0,-2 0 1,4 1 2,-1 0 2,0 1 2,0-1 2,3 0 1,-3 1-1,3 0 0,-1 0 0,1 2-1,0-3-1,-1 1 0,0-1 0,-1 0 0,0 1-3,2-3-2,-4 2-1,2-1-2,0 0-1,-4-1-1,2 0 0,-1 0-2,-3-1 0,3 0 0,-3-1 0,0 1-1,-1 0-1,0-2 0,0 1 0,0 0 1,0 0-1,-2-1 0,-1 1-1,3-2 0,-3 1-3,1 1-3,-2-3-4,2 2-7,-2-1-4,0 1-10,1-2-10,-1 2-10,0-2-12,-1 1-12,1-1-14,2 0-19,-2 0-24,0 1-30,-1-1-32,0-1-26,0 0-24,0 0-22,0 0-19,0 0-40,0 0-47,0 0-49,0-3-49,1 1-15,1-2 3</inkml:trace>
  <inkml:trace contextRef="#ctx0" brushRef="#br1" timeOffset="209377.6441">5209 10246 119,'2'-6'358,"-2"-1"-23,0 0-41,0 1-47,0 1-48,0-1-16,0 0-1,0 1 3,0 0 5,0 2 7,0-3 9,0 3 4,0 0 5,0-1-5,0 0-9,0 1-13,0 1-15,0-1-19,0 1-20,0 0-18,0 0-20,-2 2-13,2-2-12,-2 1-13,2 1-14,0 0-11,0 0-11,-1 1-7,1 1-6,-1 0 0,0 1 1,-1 1-2,1-2 1,1 4 0,-1 0 0,0-1 3,-1 3-1,1-1 1,1 1 2,0 0-2,0 0-1,0 2 1,0-1-3,0 1 0,0-2-2,0 2-1,1 0 1,1-1-1,-1 1-1,0-1 0,-1 0-3,1-1 0,1 1 0,-1-1-2,-1 0-2,1 0-2,-1-1-3,0 0-5,1 0-3,-1-1-8,2 1-9,-2-2-15,0 1-14,0-1-17,0 0-18,0 0-28,0-2-30,2 1-29,-2-1-29,0 0-21,0 0-19,0-2-16,0 2-16,0-3-30,0 0-37,0 0-50,0 0-55,0 0-17,0 0 1</inkml:trace>
  <inkml:trace contextRef="#ctx0" brushRef="#br1" timeOffset="209833.4278">5099 10294 0,'-1'0'7,"1"0"352,0 0 10,0 0-42,0 0-68,0 0-51,0 0-42,0 0-21,0 0-12,0 0-7,0 0-6,0 0-3,0-1-4,4 0-4,-2 0-1,1 1-9,0-3-8,1 2-7,1-2-9,3 1-10,-1 0-12,2-1-7,-2 0-5,3 0-6,-1 0-6,1 1-2,0-1-6,1 0-6,0 0-7,-1 0-2,1 1 0,-1-1-2,0 0-1,0 0-3,0 0 1,-1 0-1,-1 0-1,1-1-1,0 0 1,-3 1 1,3 0-1,-3 0 2,0 1 2,0-2 1,-2 2-1,1 0-1,-1-2-1,-1 1 1,1 1 2,-3-1 2,2 0 0,-2 1 1,0-1 1,1 0 2,-1 2 0,-1-1 0,0 1-1,0-1 0,-1 0 1,-1 1 3,1 0 3,1 0 1,-2 1-3,-1-2 2,2 1 1,-2 0 1,0-1 1,-1 2 2,1 0 0,1 0 0,-2 2 2,-2-1 2,2 0 1,-1 1-2,0 0-2,-1 1 1,1 0 2,0-1 2,-2 2 2,1 0 3,-1 0 0,0 0 3,-1 1 5,1 0 1,0 1 2,-2-1 0,0 1-1,2 1 1,-2 0 3,0-1-2,1 0-2,0 1-4,1 0-4,-1-3-4,2 2-5,-1 0-4,0-1-7,0-1-3,2 0-4,-1 1-5,0 0-7,1-1-9,0 0-11,1 0-13,-1 0-12,0-1-18,2 2-20,1-1-27,-2-2-28,3 0-23,-3 2-22,3-3-18,-1 1-17,0 0-10,1-1-11,1 0-8,-1 1-8,1-2-26,0 0-32,0 0-43,0 0-46,0 0-7,0 0 13</inkml:trace>
  <inkml:trace contextRef="#ctx0" brushRef="#br1" timeOffset="210260.2562">5078 10217 105,'0'-2'340,"2"0"-37,-1 0-57,0 0-50,-1 2-49,2 0-24,0-1-13,-1 0 0,0 1 7,-1 0 11,0 0 13,0 0 10,0 0 4,1 0 3,1 1 2,0 0 1,-1-1 0,2 3 1,-2 0 1,4 0 0,-3 1 2,1-1-8,1 1-10,-2 1-14,2-1-21,2 1-11,-2 2-9,0 0-7,1-1-6,1 1-6,-1 2-6,1-3-9,0 2-9,2-1-7,-1 1-8,1 0-4,-1-2-3,3 2-1,-3-1 1,2-1-2,0 1-1,-1-1-3,1 1-5,1-3-1,-2 2-2,0-1 0,1 0 0,0 0-2,-2-1-2,2-2-2,-2 2-3,-2-1 0,3 1-2,-3-2-2,0-1-2,-2 1-3,2 1-2,-1-2-5,0 0-5,-2 1-7,1-2-6,-2 1-12,3 0-15,-2-1-17,-2 0-21,1 0-33,-1 0-39,0 0-41,2 0-39,-1-1-32,0 0-25,2-1-47,-1 0-55,-1 0-54,3 0-55,-3 0-17,2 0 0,-1-2 13,2 3 351</inkml:trace>
  <inkml:trace contextRef="#ctx0" brushRef="#br1" timeOffset="210901.4649">5885 10279 0,'0'-2'94,"0"1"279,0 0 17,0 0-45,0 1-73,0 0-44,0-2-27,0 1-14,0 0-6,0-1-2,0 2-1,0-1-6,0 0-6,0 1-13,-1 0-15,1-2-16,0 1-17,0 0-16,0 1-15,0 0-9,0 0-8,0 0-5,-1 1-3,-1 2 0,0-2 1,1 3 2,1 0 5,-1 1 2,-2 0 4,2 2 2,-1 0 3,-1 2-1,2-1-3,-2 1-5,1 2-4,0-1-6,-1 2-2,2-1-8,-2 1-5,2 1-4,0 1-5,-1-1-3,1 1-3,0 0-4,0 0-1,-2 0-3,2 0-1,1 1-2,-1-2-1,0 1-1,1 1-3,0-2 1,0-1-1,0 1-1,0-1-1,0 1-2,0-1 2,0-2 0,0 2-1,0-3 0,1 0 0,-1 2 0,0-3 0,1-1 0,-1 0-1,0 0 0,0-2 0,0 1 1,0-1 2,0-2-1,0 1 2,0-1 0,0 0-1,0-1 1,0 1 0,0-2-1,0 0 1,0-1 0,0 0 1,0 0-1,0 0 0,0-1-1,0 0 0,0-4 1,0 2 0,0-2 0,0 0-1,0-2-1,0-2 0,0 0 1,0-2-1,0 0 0,0-2 1,0-1-1,0-1 1,0 0 0,0-2 0,0 0-1,0-2-2,1 1 1,2 0 1,-2-2-1,0 3 1,0-3-1,2 1 1,-2 1-1,2-1 0,-1 2 0,2-1 0,1 0-1,-1 1 0,-1 0-1,2 1-1,1 1 1,1 0 2,-1 1-1,0-1-1,2 1 0,0 0 1,-1 2 0,0 0 0,0 1 0,1 1 0,-1-1 0,1 4 0,-2 0 0,3 0 0,-2 0 1,-1 3-3,2-2 0,-2 3 1,0 0 0,0 1 1,1 0-1,0 1 0,-2 1 0,1 1 0,3 1 0,-3 0 2,3 1 0,-3 0 0,3 3 0,-3-2-1,-1 1 1,2 3 1,0-3-2,-1 3-1,1 0 0,-3-1 3,1 1-1,0 0 0,1 1 0,-3-1 0,-1 1 1,1-1 0,-2 0 1,-1 1-1,-1-1 1,-1 1 0,1-1 0,-3 0 3,1 1-2,-3-2 1,-1 1-2,1 0 0,-4-1 0,3 0 0,-3 1-1,0-1-1,-1 0 1,-1-1 1,2 1-1,-2-2-2,1 1 0,2 0 2,-2-1 0,1 0-1,-1-1 1,2-2-2,-2 1 1,2 0 0,1 0-1,0-1 0,0 0 0,0-1 0,3-1 0,-1 1 0,1-1-1,0 0 0,0 0 1,0 0-1,2 0 0,1 0 1,-2 0 0,3 0 0,-3 0 1,3 0-1,0 0-1,0 0 0,-1 0 0,2 0-2,0 0 0,0 0-2,0 0-1,0 0 2,0 0-1,0 0 0,0 1 0,2 0 1,-1 1-1,0 0 0,0 0 2,3 1 0,-2 0 1,1 1 1,2 1 0,-1 1 1,2-1 1,-1 2 0,0 0 0,2 0-1,-2 2 0,3 0 0,-1 1 0,1 1 2,0 0 0,1 1 1,0-2 3,-1 2 2,2 1 2,-1-1 3,2 1 2,-2-1 2,2 0 3,-1-1 4,2 1 4,1 0 2,-2 0 0,0-3 4,0 2 1,-1-1 1,1-2 1,0 0 0,0 1-1,-1-2-2,-1-1-2,0 1-2,1-2-3,0 0-3,-2-1-4,-1-1-1,2 2-1,-2-3-3,-1 1-2,1-1-3,-2-1-2,-2 1-4,2 0 0,0-1-3,-2-1-3,-1 1-4,2-1-5,-2 0-7,1 0-8,-2 0-9,2-1-13,-1 1-15,-1-1-19,2-2-20,-2 2-28,0-2-34,2 0-42,-2 1-47,0-3-33,-1 2-25,1-1-35,1-1-39,-1 0-61,0 1-67,-1-3-25,1 2-5,1 0 10,-1-2 82</inkml:trace>
  <inkml:trace contextRef="#ctx0" brushRef="#br1" timeOffset="211350.4305">6704 10426 0,'0'1'50,"0"0"301,1 1 11,-1 0-45,0 0-67,0-2-46,0 1-32,0-1-13,0 0-1,0 0 0,0 0 3,0 1 3,0-1 2,0 0 3,0 0 0,0 0-1,0 0-7,2 2-4,-1-2-6,0 0-11,-1 0-8,3 0-12,-1 0-13,-1 0-9,4 1-9,-2 0-9,0-1-4,1 2-6,2-2-4,1 0-7,-1 0-5,1 0-9,1 0-7,0 0-6,1 0-5,2 0-4,-2 0-5,2 0-1,-1 0-3,0 0-2,-1 0-2,1 0-2,-3 0-3,3 0-1,-4 0 0,3 0-1,-3 0-2,-1 0-2,1 0-2,-2 0-5,0 0-5,-2 0-8,2 0-8,-3 0-11,3 0-14,-3 0-13,0 0-13,-1 0-25,0 0-28,0 0-33,0 0-36,0 0-26,-1 0-23,-1 0-15,-2 0-13,0 1-14,2 0-15,-2 0-31,-1 1-40,-1-2-40,0 1-40,-3 1-3,3-1 68</inkml:trace>
  <inkml:trace contextRef="#ctx0" brushRef="#br1" timeOffset="211807.5064">6648 10562 281,'-2'2'246,"-2"2"-38,3-2-33,0 1-29,-1 0-23,1-1-7,1 1-2,-1-2 7,1 2 10,0-2 10,0 1 9,0 0 5,0-1 6,0 2 4,0-2 0,0 2 1,0-3-2,0 1 1,1 0 0,-1 1 0,1-1-3,2-1-7,-2 1-10,4-1-11,-3 2-12,2-2-9,1 1-8,1 0-9,-1 1-9,2-1-8,1-1-4,0 1-10,0 0-8,1-1-10,2 0-7,-1 0-6,0 0-3,1 0-1,2-1-1,-1 0-2,2 1-1,-3-1 0,3-1 0,-1 1 0,1 0-2,-2 1 0,2-2-3,-2 2 0,1-1-1,-1 1-1,2-1-1,-3-1 0,0 1-2,2 0-1,-3 1-1,1-2-1,-2 1-3,-1 0-1,1 1-1,-2-1-1,1 1-1,-2 0 0,0-2-1,-1 2 0,0-1-3,-1 1 0,2 0-1,-2 0 0,-2 0 0,2 0 0,-3 0 0,3 0 0,-3 0 0,0 0-1,1 0 1,-1 0-3,0 0-2,-1 0-5,0 0-4,0 0-6,0 0-9,0 0-9,0 0-12,0 0-17,0 0-18,0 0-23,0 0-22,0 0-48,-1 0-56,0 0-53,-1 0-47,2 0-78,-2 0-92,-3-2-43,1 2-21,1 0-1,-2 0 4,-2 0 14,1 2 384</inkml:trace>
  <inkml:trace contextRef="#ctx0" brushRef="#br1" timeOffset="213864.6209">7699 10348 0,'1'-1'329,"-1"0"-7,1 1-41,1-2-44,-1 1-48,0 0-24,-1 0-15,1 1-5,-1-2 2,0 2 2,0 0 5,0 0 2,0 0 2,0-1-3,0 0-1,0 1-7,0-1-8,0 0-11,0 1-8,0 0-11,0 0-13,0 0-10,0 0-11,0 0-11,0 0-11,0 0-5,0 0-4,0 0 0,0 0 0,-1 1 3,1 0-1,-1 0-2,0 2-2,-1 0-3,1 1 1,0 0-2,-3 2 0,3 0 0,-1 1 2,-1 0-2,2 1 0,-2 0-7,2 3-5,-2-2-5,2 2-6,-2 0-1,0 2 0,2 0-2,-2 1-1,2-1-1,-1 2-1,-1 0-1,2 0-2,-3 0 0,3 1-1,0 0-1,-2 1 0,2-2-1,0 1 1,-1 0-1,1 0 0,1-2-1,-1 1-1,0 0 1,-1 0 0,1-3 0,1 2-1,-1-2-1,0 0-1,-2-3 2,2 0-1,1 1 0,0-2 0,0 0-1,0-1 1,0-1 1,0 0 0,0-1 1,0 0 0,0-2 0,0 1 1,0-2 1,0 1 1,0 0 0,0-2 0,0 1 2,0 0 1,0-2 1,0 0 0,0 0-2,0 0-1,0-3 0,0 1 0,0-1-2,1-2 1,2-1-3,-2 0 0,0-2-1,-1-1 1,1 1-1,1-3 0,-1 0-1,0-1 1,-1-1 0,3-3 0,-2 0 0,2 1 1,-1-1-1,-1-3 2,3 0 1,-3 0-1,2 0 0,-1-2 0,2 1-1,-2-1-3,3 2-1,-1 0 1,0-2 0,0 2 2,2 0-1,-1 1-2,0-1 0,2 1-1,-2 1 0,1 1-1,2 1 0,-2 0 0,0 1-1,0 0 2,1 2-1,-1 1 1,1 1-2,-2 1-1,1 0 1,1 1 1,-2 0-1,0 2 1,1 0 0,-3 1 0,1 0 1,1 1-1,-1 0 1,0 2-1,-2-1 1,2 1 0,-3 0 1,2 1 0,-1 1 1,-1 0-1,4 1-1,-2 1 2,-1 1 0,2 0-1,0 1 1,1 1 0,-2 0 0,1 0 0,1 3-2,0-2 0,-1 3 1,-1-3 0,1 2 0,0 1 0,0-1 2,-2 1-2,1-1 1,-1 2 0,-1-1 0,1 0 0,-1 0 2,0 0 0,-1 0 0,0 0 0,-1-1 1,-2 0 0,2 1 0,-3-1 0,1 1 0,-2-1 1,0-1 0,-2 1-1,0-1 0,2 2 0,-2-4-1,-2 3-1,3-3-1,-3 2-2,0-2 0,1-1-3,0 1 0,-2 0 0,3-2-1,-3 1-1,2 0-1,1-2 1,-3 0 0,2 0 0,0-2 2,-1 2 1,2-2 0,-1 0 1,3 0 0,-2 0 0,2 0 0,0 0 0,-1-2 1,2 2 0,-1-1 1,2 0 0,1 1 1,-2-2-1,3 1-1,-1 0 0,-1 1 0,3-2 1,-1 2 0,0 0 1,1 0 0,0 0 2,0 0-2,0 0-2,0 0 1,0 0 0,0 0 0,0 0 1,0 0-1,0 0 1,0 0 0,0 0-1,0 2 1,1-1 1,0 2-1,-1-1-1,3 0 0,-1 3 3,-1-1 0,4 0-1,-2 2 0,-1 1-1,2-2 0,1 3 0,0 0 0,-1 0 1,1 1-1,0-1 2,2 2-1,-2-1 0,1 1 0,2 0 2,-1 2 1,0-3 1,1 2 1,2-1 0,-3 1 1,1-2 2,3 1 1,-1 1 3,-1-2-1,1 0 1,0 2 1,1-3 1,-1 0 0,1 1 0,0-3-2,-1 2 0,1-1 0,-1-1 1,0 1-1,0-2-2,1 1 0,-1 0-2,-1-1-1,1-1 1,-2 1-2,2 0-2,-2-1 1,-2-1-1,3 1 0,-3 0-2,0-1 0,-1-1-1,0 1 0,0-1-1,0 1-1,-1-2-1,-1 2-2,1-3-3,0 1-5,0-1-3,-2 2-6,2-1-9,-2-1-14,1 0-15,-2 0-25,3 0-29,-2 0-40,-1-1-42,2-1-36,-2-1-32,3 1-44,-2-3-49,1 1-65,2-2-72,-4-1-29,2 1-12,-1-1 6,-1-1 10</inkml:trace>
  <inkml:trace contextRef="#ctx0" brushRef="#br1" timeOffset="214336.8079">8397 10203 0,'0'0'308,"0"0"39,0 0 2,0 0-74,0 0-108,0 0-52,0 0-27,0 0-8,0 0 2,0 0 4,0 0 8,0 1 6,0 2 6,0-2 5,0 0 5,0 5 4,0-3 3,0 2 2,0 1-2,0 0-1,-1 0-3,-1 2-6,1 0-8,1 1-10,-1-1-8,0 0-10,-1 2-10,1-1-5,1 0-3,-1 2-4,0-2-4,-2 2-3,2-2-5,1 2-5,0-1-4,0-2-4,0 2-5,0-1-3,0 1-3,0-1-2,0-1-1,0 1-4,0-1-5,0 0-3,0-1-2,0-1-2,0 1-1,-1-1-2,0-1-3,-1 0-4,1 0-6,1-2-7,-1 1-11,0 0-15,-1 0-18,1-3-24,1 2-28,0-1-28,0 0-28,0 0-25,0 0-23,0-2-25,0 0-27,0 0-53,0 0-65,0 0-43,0-4-32,0 0-2,0 0 10</inkml:trace>
  <inkml:trace contextRef="#ctx0" brushRef="#br1" timeOffset="214807.5557">8303 10304 274,'-2'0'339,"1"0"-49,1 0-73,0 0-56,0 0-45,0 0-20,0 0-7,0 0-1,0 0 6,0 0 5,0 0 7,1 0 9,2 1 7,-2-1 4,3 0 1,1 0-2,-2 0-3,2 0-4,0 0-5,3 0-8,-2 0-8,0 0-11,3 0-13,-3 0-11,4 0-12,-2-1-10,0 1-12,1-2-7,0 1-7,-2 0-3,3 0-3,-3 1-4,1-2-1,2 1-3,-4 0-2,3 1 1,-3-1 3,-1 0-1,2 0-2,-2 0 2,0-2 1,0 2-1,-1-2 0,1 1 0,-2 0-2,-1 1 1,3-1 1,-4 0 2,2 1 0,-1-2 3,-1 0 1,2 2 0,-2 0 4,-1 1 1,1-2 0,1 1 2,0 0 4,-2-1 0,0 2 2,0-1 0,0 1 1,0 0 0,0 0-2,0 0 0,0 0 0,0 0-1,0 0-1,0 0-3,0 0-1,-2 0-2,-1 0-2,2 0 0,-2 0-1,1 1-1,-2-1-2,-1 2-1,2-1 2,-1 2 0,-1-3 0,-1 2 2,1 2 4,-2 0 2,0 0 3,2-1 5,-3 2 3,1 0 2,0 1 2,-2 0 2,0 1 3,1-1 0,0 1 0,-1 1-2,1 0 0,0-1-2,-2 0-3,3 1-3,-2 0-3,3-1-4,-3 0-3,3 1-2,0-1-4,-2 0-2,2-1-3,1 1-1,-1-1 0,1 0-7,1 0-6,1-2-7,-2 1-8,1-2-9,0 2-10,2-1-15,-1-1-15,-2-1-25,4 1-27,-1 0-28,-1-1-30,3 0-23,-1 0-22,0-2-18,-1 1-15,2-1-28,0 0-34,0 0-53,-1-1-63,-2-2-20,2 0 3</inkml:trace>
  <inkml:trace contextRef="#ctx0" brushRef="#br1" timeOffset="215253.8897">8280 10237 74,'0'-2'333,"0"2"-34,0-1-55,0 0-55,0 0-56,0 1-27,0 0-14,0 0 1,0 0 8,0 0 9,0 0 12,1 0 10,2 1 11,-2 0 9,2 0 7,-1-1 4,1 3 1,0-1 1,1 0 0,-1 1-1,0 1-2,1-1-7,2 0-11,-1 1-13,0 1-11,-1-1-13,3 2-13,0-1-11,0-1-12,-1 2-7,-1 0-5,3-1-5,-1 1-4,-2 0-6,4-1-9,-3 0-6,-1 2-4,2-2-3,0 0-3,0 2-2,-1-3-3,-1 2-1,3 1-3,-3-4-2,0 2-1,0 0-3,-1-1-2,0 1 0,0-1-1,1 0 0,-1-1 0,-2 1 1,2-1-1,-2 0 0,1-1-2,-2 1 0,2-1 1,0 0 1,-2 0 1,1 0 0,-1 0-2,-1-1-1,1 2 2,1-3-1,-1 2 0,0-1 0,-1 1 0,1-1 2,2 0 0,-2 1 0,3-2-1,-2 1-1,-1 2 0,3-2 1,-1 0 2,-1 1 0,3-2-2,-1 1 1,0 0-1,-1 0-2,1 1-2,2-2-4,-2 1-7,0 0-8,1 0-13,0-1-17,-2 1-18,1 0-38,1 0-46,0 1-45,-1-2-47,-1 0-58,1 0-66,0 0-67,0 0-71,-2-2-32,1 1-14,-1-1 2,-2 1 12</inkml:trace>
  <inkml:trace contextRef="#ctx0" brushRef="#br2" timeOffset="225189.9271">1912 11381 0,'0'0'140,"1"0"156,1 0-30,-1 0-50,0-1-59,-1-1-32,1 1-18,1 1-2,-1-1 5,-1-1 14,0 1 17,0 1 13,0-1 12,0 0 8,0-2 5,0 2 6,0-1 2,0 1 3,0-2-1,0 2-4,-1 0-4,-1-1-11,1 1-12,1 1-19,-1-1-23,0 0-17,-2-1-17,2 2-11,-4 0-10,3 0-10,-2 2-9,-1 0-9,-3-1-10,2 2-4,0 1-7,-4-1-3,2 2-1,-1 0 0,0 0-1,-2 3 1,0-1 1,1 1 0,-1 0-1,0 1 1,0 0-1,3 0 0,-2 1-1,1 1 1,-1-1 0,-1 1-1,2 1 0,2 2 0,-2-1 0,2 0-2,-2 2 0,3-1 1,-2 1-1,3-1 0,2 2-1,-1 1 1,0 0-1,2 0-1,0 1 1,2 0-1,2 0 3,0 0 0,2-2 2,0 2-1,1 1 0,1-1 0,0-1-2,0 0 0,4 0 0,-1 0 0,1-1-2,0 0 2,1-2 1,1 1-1,-2-1-1,3-1 0,-1 0-2,-2-1-1,2 0-1,0-1 0,-1-1 0,0 0-2,-1-2-1,0 0-3,-1-1-2,0-1-4,-1 0-6,2-1-10,-4 0-8,0-2-13,2 1-15,-3-2-25,0 2-32,1-3-41,-1 0-45,0-1-35,1-1-27,-1 1-38,0-2-38,0-1-66,1-2-76,-1 0-32,0-2-10,1-1 4,0 1 29</inkml:trace>
  <inkml:trace contextRef="#ctx0" brushRef="#br2" timeOffset="225730.8875">2451 11449 0,'3'-3'201,"-2"1"155,0-1 4,-1 2-57,0-2-84,0 2-54,0 0-41,0-1-14,0 1 2,0 1 3,0 0 6,0 0 5,0 0 6,1 0 2,1 1 1,-1 2 0,0-2-1,0 3 0,1 0-2,-1 1-5,0 1-8,0-1-9,1 2-12,-1 0-9,-1 1-7,2 2-7,0 0-5,-1 2-5,-1 0-4,0 1-3,0 1-4,0 1-5,0 0-6,0 1-1,0 1-1,0 0-4,0 0-4,0 2-3,0 0-4,0-2-5,0 3-4,0-2-4,0 1-1,0-1-3,0 2 0,1-3 0,-1 1-1,1-1 0,1 0-2,-1 0 1,0-1 0,-1-2 0,1 0-3,1 0-1,0-2 0,-2-2-1,1 1-2,2-2-2,-2 0-1,0-2-5,0-1-5,1 1-10,-1-2-10,-1 0-15,1 0-14,0-2-38,1 1-51,-1 0-45,-1-3-42,1 1-42,2-1-42,-2-2-73,3-1-85,-2-1-37,2-3-17,0 2 0,-1-3 7</inkml:trace>
  <inkml:trace contextRef="#ctx0" brushRef="#br2" timeOffset="226204.6009">2949 11798 201,'0'1'359,"0"1"-3,2-1-12,-1 0-57,0-1-74,-1 1-34,3 0-13,-1 0-6,2-1 1,-2 1 3,3 1 6,-1-1 2,3 0 1,1-1-2,-1 0-1,3 0-10,3 0-11,-1-1-18,2 0-20,-1-1-16,2 1-16,0-1-12,1 1-9,1-1-9,-1-1-10,0-1-6,-1 2-5,-1 0-7,-1-2-5,2 2-7,-3-1-6,1-1-3,-3 3-5,1-2-9,-2 2-9,-1-2-16,0 3-19,-2-1-31,0 0-40,-1-1-36,-1 1-36,-2 1-28,3-1-23,-4 0-42,1 0-48,-2 1-63,0-1-68,-2-3-29,1 2-12,-4-1 7,2-1 254</inkml:trace>
  <inkml:trace contextRef="#ctx0" brushRef="#br2" timeOffset="226223.392">3156 11621 0,'-2'-1'266,"1"-2"76,1 0-10,-1 2-57,0-1-78,-1-1-41,1 2-21,1-1-8,0 1-3,0 0 5,0-1 6,0 1 6,0 1 5,0 0 2,0 0 3,0 0-1,0 0-3,0 0-3,-1 0-4,-1 1-3,1 2-1,0-1-5,1 0-2,-2 3-6,0-1-6,1 0-10,1 0-10,-1 2-8,0 1-10,-1 0-7,1-1-8,1 3-6,-1-1-6,0 2-6,-1 1-9,1-2-4,1 2-5,-1 1-5,0 0-3,-2 1-1,3-2-2,-1 3 0,1-1-1,0 0-2,0 0 0,0 0-2,0 0-1,0-1-2,0 0-3,0 1 0,0-1 0,0 0-2,0-2 0,0 2 0,0 0-2,0-2-3,0-1-1,0 1-5,0 0-5,0-2-9,0 0-10,0-2-14,0 2-17,0-4-17,0 3-19,0-2-33,0 0-39,0 0-42,0-1-43,0-1-40,0 0-41,0-3-73,0 0-91,0 0-36,0 0-11,1-2 5,3-1 11</inkml:trace>
  <inkml:trace contextRef="#ctx0" brushRef="#br2" timeOffset="226736.9246">4040 11752 0,'5'-4'117,"0"2"249,-2-2 14,1 0-48,0 0-78,-1 1-38,-1 1-24,2-1-6,-2-1-1,-2 2 0,1 0-1,1-2-3,-1 2-5,-1-1-8,0 2-6,0-2-11,0 3-14,0-3-15,0 2-16,0-2-17,-1 2-16,-1 0-10,1 0-11,1-1-3,-1 1-3,-2 1-3,1 0-2,-2 1-3,0 1-2,1 0-2,-2-1-1,-1 2 0,-1 1-3,0 0 2,-1 2 0,2 0 0,-4 0-3,3 1-1,-3 2-4,2 0-3,0 1-3,-1 1 0,0 0-2,3-1-2,-1 2-1,-2 1 0,4 0 1,0 2-1,-1-1-2,2 2-2,0-2 1,3 2-1,0-1 1,0 0 0,1 1-1,1-2 0,0 2-1,3-3-1,0 2-1,1-1-1,2-1 0,-2-1-1,4 0 0,-2-2-1,3 2 1,-1-3 0,1-1-1,0 1 2,1-1-2,0-1 1,0-3-2,2 1 1,-1-1 1,0-2-2,2 1 1,-3-3-1,3 0 1,-2 0 0,2-3-2,-4 1 0,2-2-1,-2-1 0,2-1 0,-4 0-1,2-1 1,-2-2-2,-1 1-1,-1 0 1,-1-3-1,0 0 0,0-1 1,-2-1-1,-2-1 0,-1-1 1,0-2 0,0 2 0,-3-2 1,1 1-1,-2-1-1,-2 0 1,0 1 1,-1 0-1,0 1 1,-2 0 0,1 1 0,-1 1 0,-1 1 1,1 0-3,0 1-1,-2 1-1,0-1-3,0 3-1,1-1-4,-1 3-4,1-2-8,-1 4-10,0-3-11,-2 3-13,2 0-15,1 1-20,-1 0-24,0 0-30,2 2-34,-2 1-27,2-1-27,1 1-24,0 0-23,2 1-45,-1-1-51,2 3-52,1-2-49,0 2-15,0-1 1</inkml:trace>
  <inkml:trace contextRef="#ctx0" brushRef="#br2" timeOffset="227234.3922">4488 11780 272,'1'-3'391,"1"0"-11,-1 1-23,0-1-57,-1 2-72,1-2-33,-1 2-16,0-1-8,0 1 0,0 1-5,0-1-4,-1 0-8,1-1-12,-1 2-11,0 0-11,-2 0-11,2 0-10,-3 0-11,3 2-13,-1-1-7,-1 0-4,1 0-4,-1 1-1,-1-1-3,1 3-3,-1-1-3,0 1-2,-1-1-2,0 2-4,2 0-5,-1 0-2,0 0-4,-1 2-1,0 1-3,1-1-4,2 2-4,-2-1-2,2 1-3,-2 1 0,0 1 0,2-1 1,-1 2 0,2 1-1,-2-1 0,2 1-1,0 0 0,1 0-3,0-1 0,0 1-1,0 2 1,1-2 0,2 0-2,-2 0 0,3 0 0,-2-1-1,2 1 1,2-3 0,-1 2 1,0-2 0,1 0 1,2-2-1,-1 0 1,3 0 0,0-2-2,-1-1 1,2 1-1,-1-3 0,2 0-1,2 1-2,-3-3 0,4 1-2,-1-2 0,-1-2-1,1 1 0,1-3 0,-1 2 0,-1-1-2,1-2 1,-2-2 0,2 3 1,-4-4-1,2 2 0,-1-3 0,-2-1-1,1 1 0,-2-3 1,-2-1 1,0 0 1,-1 0-1,-1-2 2,-3 0 0,0 0 2,-1 0 2,-1 0 0,0 0 1,-2 0 1,1-1 2,-2 3 0,-2 0 1,1 0 0,-1 1-1,-2-1 1,2 1-1,-3 3-1,1-1-2,0-1-2,-3 3-2,2 1-2,-2 0-3,0 0-6,1 2-7,-1 0-9,0 1-9,-2 1-15,1 1-19,-1 0-24,1 1-27,-2 1-39,2 0-43,-1 1-37,1-1-32,-2 3-30,3-1-29,0 1-60,1 1-77,-1 1-43,1-1-29,1 0-2,3 3 10</inkml:trace>
  <inkml:trace contextRef="#ctx0" brushRef="#br2" timeOffset="227705.0708">5304 11494 8,'1'-4'354,"1"-1"-16,-1-1-31,-1 4-44,1-2-49,-1 0-23,0 0-11,1 2-5,1 0-1,-1-2-4,-1 3-3,0-2-6,0 2-6,0-1-9,0 1-11,0 0-12,0-1-15,0 2-15,0 0-16,0 0-13,0 0-13,0 2-6,0-1-6,-1 1 0,-1 0-1,1 2 3,1 1 5,-1 1 2,0 0 2,-1-1 0,1 3-1,1 0-2,-1 1-3,0 0-3,-2 1-2,2 0-4,1 1-4,-1-1-4,0 0-2,-1 1-6,1-2-5,1 2-4,-1-1-3,1 1 0,0-2-3,0 2-1,0 0-1,0-3-5,0 1-6,0 0-9,0-1-11,0 1-13,-1-2-15,-1 1-24,1 0-27,1-2-27,-1 1-25,0-2-24,-1-1-21,2 1-21,-2-1-17,2-1-26,-1 1-26,-1 0-48,0-3-57,-1 0-33,1-1-24,-2 0 6,-2-1 145</inkml:trace>
  <inkml:trace contextRef="#ctx0" brushRef="#br2" timeOffset="228217.9547">5072 11569 0,'-1'-3'221,"-1"2"104,1 0-19,1 0-59,0 1-74,0-1-44,0 0-29,0-1-11,1 1-3,2 1 2,-2-1 4,3-1 1,-1 1 0,1 1-3,1-1-4,2 0-3,1-1-3,-2 2-2,2 0-3,3-1-6,0-1-5,-2 1-8,3 0-8,0-2-11,0 2-9,0-2-5,2 2-5,-4 0-4,2-2 0,0 2-2,0-2-2,-1 2-1,-2-2-3,2 2-1,-3-1 1,0 1 2,0-1 7,-2-1 3,1 0 3,-2 1 2,0-1 5,0 2 5,-1-2 2,0 1 5,-2-1 6,2 2 4,-2-2 5,1 2 0,-2-1 0,-1 1-2,1-2-1,-1 1-3,0 1-2,0-2-3,0 2-4,0-1-4,-1 1-4,1 0-4,-1-1-3,-2 1-3,1 1-3,0-1-2,-1-1 0,0 2-1,1 0-3,-2 0-2,2 0-2,-2 0 1,-1 2 2,1-1 2,1 0 3,-4 2-1,2 0 0,-1 1 0,0-1-1,-1 2 2,-2 0-1,3 0 0,-2 0 1,-2 3 1,3-2 3,-2 1-3,2 0-1,-2-2-4,3 3-3,-2-3 0,1 3-1,1-3-2,-2 3-2,2-3-2,1 3-1,0-2-4,0 0-4,0-1-10,1 1-10,1 0-15,-1-2-18,0 0-23,2 1-26,-1-1-25,2-1-25,-2-1-19,2 1-16,-2 1-14,1-2-14,1 0-12,1-1-17,-1 2-18,0-2-20,-2 0-27,2 1-30,1-2-21,-4-2-18,2 1 4,-2 0 358</inkml:trace>
  <inkml:trace contextRef="#ctx0" brushRef="#br2" timeOffset="228234.9355">5091 11510 169,'2'-3'314,"-1"-1"-38,2 0-49,-2 1-48,-1 1-47,1 0-22,2 1-14,-2-2-2,0 1 3,-1 2 8,1-1 8,2-1 8,-2 2 5,2 0 6,-1 2 7,2-1 3,0 0 2,-1 2 0,1-1 1,1 0 1,1 2 0,-2 0-3,2-1-5,2 0-8,-1 2-9,-1 1-9,3-2-10,-1 2-12,0-1-10,1 1-9,1 0-8,-1-2-5,0 3-6,0-1-8,1-2-9,0 3-5,-1-2-6,-2 0-6,3 0-6,-2 0-3,0 0-3,0 0-2,-2-2-2,3 1-2,-3-1-3,1 1-4,-3-1-6,1 0-10,0-1-12,1 2-15,-2-1-15,0-1-22,-1 1-23,2 0-32,-1-1-33,1 2-30,-1-2-26,1 0-25,-2 2-26,1-1-48,1-1-60,0 1-46,-1-3-40,0 1-11,-1 2-1</inkml:trace>
  <inkml:trace contextRef="#ctx0" brushRef="#br2" timeOffset="228727.8248">5851 11493 0,'1'-2'325,"-1"1"-16,1-2-41,0 2-43,1-2-42,-1 2-16,-1-2-2,0 2 2,0 0 7,0-2 6,1 2 6,-1-2 6,0 2 4,0 0 6,0-1 2,0 1-3,0 1-6,0 0-10,2-2-14,-2 1-16,0 0-20,0 1-19,0-1-17,0 1-14,0 0-13,0 0-9,0 0-13,0 0-9,0 0-9,0 0-8,0 0-6,0 1-4,0 0-3,0 2-1,0-2 1,-2 2 2,2 2 1,0-1 0,-1 1 1,1 2 2,-1-2 0,-1 3 3,1 0 1,0 1 1,1 0 0,-1-1 1,-1 4 1,1-2-1,1 2 0,-1 0 0,0 1-1,-2-1 0,2 2-1,1 1 1,0-1-2,0 2-4,0 0-2,0-1-1,0 2 0,0 0-2,1-1-2,2 1-2,-2 2-1,0-1-1,-1-1-1,1 0 0,1 2-1,-1-1-1,-1-1 2,1 0 0,0 1 0,1 1-1,-1-3-1,-1 1 0,0-2-1,0 1 1,0-3 0,0 0 0,1 1-1,-1-3 1,0 0 0,0-2-1,0-1-2,2 0 0,-2-2 1,1 2-1,-1-3-1,0-1 0,1 0-2,-1 1-4,0-2-4,0 0-8,0-1-11,0 0-17,0-1-22,0-1-35,0 0-41,0 0-54,-1-1-59,0-1-65,-1-2-65,1 1-73,1-2-72,-1 0-35,-1-1-15,0-2-3,1 0 6</inkml:trace>
  <inkml:trace contextRef="#ctx0" brushRef="#br2" timeOffset="230906.0648">6170 11178 0,'0'0'221,"0"0"48,0 0-58,1 0-46,2 0-44,-2 0-23,0 0-12,0-2-4,1 1 2,-1 1 6,0 0 5,-1 0 5,1-1 3,1 1 4,-1 0 4,-1 0 2,0 0 1,0 0-4,0 0-5,0 0-6,0 0-8,0 0-7,0 0-8,0 0-7,0 0-7,0 0-5,0 0-5,0 0-3,0 0-4,0 1-2,1 0-3,-1 2 0,1-2 0,1 2 4,0 0 3,-1-1 2,-1 2 1,3 0 0,-2-1 2,2 1 0,-1 1 0,1-1-2,-1 1-3,3 0 1,-3 1 3,2 0 1,1 1-1,0-1-1,-1 1 0,0 2 2,-1-2 0,1 0 1,2 0-4,-1 2-1,0-1-2,-1 1-1,2-1 0,-1 0-2,0 1-2,1-1-2,0 1-5,1-1-4,-1 0-6,-1 1-2,0-1-4,1 1-3,-1 0 0,0 1-1,0 0-1,1-1 1,-2-1-2,0 2-3,-1 0 0,2-1-2,0 1 0,-2 1 0,-1-2 0,2 2 1,0 0 0,-2-2 0,-1 2 0,2 1 0,-2-1-1,0 0-1,1 1 1,-1 0 0,-1 0 0,0-1 0,-1 2 0,-1 0 0,1 1-1,-1-1-1,-1 1-1,-1-1-2,0 2 1,0-1 0,-1-1 1,0 3-1,-1-2 1,-1 2-2,0-1 1,1 1 1,-2-1-1,1 2 0,-1-1-1,0 0 1,0-1 0,-2 1 0,3 0 0,-3 0-1,2 0 0,2-1 1,-2 0-1,0 0 0,1-1 0,-1 0-1,2 0 0,-3-2 0,3 1 0,-3-1 0,3 1 0,-1-1 0,-2-2 0,3 1-2,-3-2 0,4 0 0,-1-1-1,-1 1 0,1-2-1,1-1-3,2 1-2,-2-2-4,1 0-4,-1 0-5,3-2-7,-2 1-7,0-1-9,3 0-13,-2-1-16,2 0-29,0 0-33,0-2-38,-1 1-37,1-1-32,1 0-25,0 0-33,0 0-37,0-1-64,0-3-80,0 0-32,0 0-10,0-1 4,0-1 56</inkml:trace>
  <inkml:trace contextRef="#ctx0" brushRef="#br2" timeOffset="232008.1044">7192 11378 25,'1'-2'226,"2"-1"-31,-2 2-32,2-3-31,-1 2-33,-1 0-24,3-2-21,-3 1-9,2 1-5,-2-1 2,-1 0 4,1 1 6,1-2 5,-1 1 3,0 1 3,-1-1 3,1 0 4,-1 2 6,0-1 6,0-1 4,0 2 5,0-1 3,0 1 1,0-2-1,0 2-1,0 1-4,0-1-4,0-1-6,0 1-6,-1 1-7,1 0-6,-1 0-8,0 0-7,-1 0-7,1 0-5,-2 0-6,2 0-6,-4 1-3,3 1 1,-2-1-1,-1 2 3,-1-1 3,1 0 6,0 0 3,-2 2 2,-1 0 3,2 0 6,-3 0 2,2 1 1,-2 1 2,-1 0 4,0 0-1,1 1-3,0 1 0,0-1-2,-2 0-3,1 1-4,0 2 0,0 0 0,1-1-2,-2 0-6,4 2 0,-1 0-2,-2 0-1,4 1 1,-3 0 1,3 0 0,1 1 1,-2 0-3,2 1 2,1 0 1,-1 1-3,1 0-1,2-1 1,-1 3 3,2-1-2,0-1 0,-1 1-3,2 1-3,0-1-2,2 1-3,-1 0-1,0 0-1,2 0 0,-1 0-2,2-2 0,2 1-1,-1-1-1,0 2-1,4-1-1,-3 0 0,4-1 1,-1 1 0,2 0-1,-1 0 2,2 0-2,1-1-1,-1 2-2,0-1-1,2 0-1,-3-1-1,3 0-2,-2-1 0,2 1 0,-3-1-2,2-1 1,-1 1 1,-2-2-2,1 0-2,-1-1 0,0-2 2,0 1 0,-1-2 0,-2 1-1,3-2 0,-4 0 0,3-1 3,-3 1 0,-1-3-2,1 1 0,-1-1-2,0-1 1,-1 1 1,2-2 0,-2 2-2,0-3 1,-1 1 1,2 0-2,-1 0-3,-1-1-7,-1 0-10,2-1-8,-2 2-12,2-1-15,-3 0-18,2 0-35,-1-1-44,-1 0-41,2 0-38,-3 0-42,0 0-43,1-1-69,2-1-81,-2-1-36,3 0-15,-2 1-1,-1-1 5</inkml:trace>
  <inkml:trace contextRef="#ctx0" brushRef="#br2" timeOffset="232800.1123">7946 11635 42,'0'-2'326,"1"-1"-34,-1 1-49,0-1-50,0-1-46,0 3-22,-1-2-9,1 0-1,-1 2 3,0-1 5,-1-1 4,1 2 4,1-1 5,-1 1 4,0-2 2,-1 2-1,1-2-5,1 2-5,-1 0-8,0 0-10,-3-1-13,3 2-10,-2-1-10,2-1-10,-2 1-5,1 1-8,-1-1-8,1 0-6,-3 1-8,1 0-4,1 0-5,-2 1-3,-1 0-5,-1 2 0,2-2 2,-3 3 1,0 0 1,1 0-1,-1 0-1,1 1 0,-2 2-2,0-2 0,1 4 1,0-2 0,-2 1 2,3 2 2,-2-2 0,2 3 1,-2 0 0,3-2-2,-2 2 1,2 1-2,0-1-2,1 1 1,-1 0-1,2 1 0,-1-1 0,2 0-1,2 0-1,-2 1-3,1-3 0,2 2-2,0-1-1,2-1 1,1 3 0,0-2-1,-1-1-1,2 1-1,1-1-2,1-1 0,0 1 0,3 0 0,-1-2-2,-1 0 1,4 0 0,-2-3-1,2 3-1,0-3-2,0-1 0,2 1 1,-1-1 0,-2 0 0,3-1 0,-1-1-1,-2 0 1,2 0 0,-2-2 0,1 0-1,-2 0-1,1 0 2,0 0 1,-2-2-1,-1-1 0,0-1-1,0 1 0,0-2 0,-2 0 1,0-2 1,0 1-1,0-1 1,-1-2 1,-1 0 0,1-2 0,-1 0-1,0 0 0,0-2 0,-2 1 0,0-1 2,-1-1 1,0-1-3,0 1-1,-1-2 1,0 2-1,-2-1 2,0 2-2,0-1 1,-1 1 0,1-1 1,-1 3 1,-1 0-2,0-2 0,0 4 0,-2 0 0,0-1 1,1 1 0,-1 3-2,-1-2 0,0 1-1,0 2 0,-2 0-3,3 1-2,-1 0-2,-3 0-4,2 0-8,1 3-6,0-2-11,-2 2-13,3-2-14,-2 3-17,4-1-27,-1 1-31,0 0-31,1 0-26,1 0-25,-2 1-21,3-1-22,2 1-23,-1 2-43,0-2-54,1 1-46,1-2-43,1 2-12,1 2 5</inkml:trace>
  <inkml:trace contextRef="#ctx0" brushRef="#br2" timeOffset="233271.5525">8317 11852 18,'-1'0'336,"-1"0"-24,-2 0-35,3 0-55,-2 0-60,2 0-34,0 0-22,1 0-10,0 0-3,0 0-1,0 0-1,0 0-1,0 0-1,0 0-2,0 0 0,0 0-2,1-1-2,-1-1-1,3 1 0,-1 1-2,3-1-5,-1 0-5,1 0-6,1 1-3,1-1-5,1-2-1,0 2-3,1-1 0,2 0-2,2 0-2,-2 0-3,1 1-4,2 0-7,-1-1-5,0 2-1,2-1-1,-1 0-4,-2-1-1,3 1-3,-1 1-2,-1-1-3,0 0-2,-1-1-2,1 2-3,-3-1-4,1-1 1,-3 1 1,1 1 0,-1-1 1,-1 0-2,-1-1 0,-2 1-1,1 0 3,0-1 0,-1 1 1,-2 1-2,2-1-3,-3 0-3,3 0-1,-2 1-10,-1 0-15,1 0-20,-1 0-26,-1 0-25,0 0-27,0 0-25,0 0-26,0 0-28,0 0-30,0 0-55,0 0-66,0 0-50,-3-1-44,1 0-13,-3-1 2</inkml:trace>
  <inkml:trace contextRef="#ctx0" brushRef="#br2" timeOffset="233743.2536">8479 11709 42,'-4'-4'350,"3"3"-23,1-2-41,-1-1-47,0 2-53,-1-1-30,1 2-24,1-1-12,0 1-9,0 0-6,0-1-7,0 1-6,0 1-7,0-1-8,0-1-9,0 2-8,0 0-10,0 0 0,0 0 2,0 0 3,0 0 4,0 2 6,0-1 4,0 2 5,0-1 5,0 1 3,-1 2 1,0 0 2,-1 1 1,1 0 0,1 1 2,0 1-6,0-2-7,0 3-8,0-1-10,0 2-8,0 0-7,0-1-6,0 0-3,0 2-5,1-1-3,1 0-2,-1 1-1,0-2-2,-1 2-4,1-2-2,1 0-6,-1 1-2,0-1 0,-1 1-2,1-2 0,2 1-2,-2-1 0,0 0-1,-1 0 1,1-3-2,1 3-1,-2-2-2,1 0 1,-1-1-5,0-1-7,0 0-9,0 0-13,0 0-17,0-1-19,0 0-24,0 1-25,0-1-28,1-1-26,-1 0-21,1-1-21,1 2-24,0-1-24,-1-2-52,-1 0-65,0 0-42,5 0-32,-2-1-3,-1 0 10</inkml:trace>
  <inkml:trace contextRef="#ctx0" brushRef="#br2" timeOffset="234240.9403">9168 11532 0,'1'-4'125,"2"0"166,-2 1-42,2-2-39,-2 1-36,0 0-29,1 1-23,-1 0-9,0-1 1,-1 0 2,0 2 6,0 0 5,0-2 5,0 1 4,0 2 0,0-2-1,0 2-6,0 0-9,0-2-12,0 3-12,0-1-10,0 1-6,0 0-3,0 0-4,0 0-7,0 0-7,0 1-5,0 0-5,-1 2-6,0 0 1,-1 1 2,1 1 5,1-1 6,0 1 3,0 3 2,-1-2-3,-1 2-4,2 0 0,0 0-2,0 2 0,0 1 2,0-2-2,-1 3 0,1 0-3,0-2-3,0 2-5,0 0-5,0 0-2,-1 0-1,1 1-3,0-2-4,0 1-3,0 0-5,0 0-2,0 1-6,0-1-1,0 1 0,0-1-1,0 0 0,0-1-2,0 1 0,0 0-1,0 0-2,0-2 0,-1 2-3,-1-3 1,1 2 1,1-1-1,-1 0 0,0-1 0,-2 0-1,2-1-1,1 0-1,-1-2-1,0 2 0,-1-3 0,1 3-2,1-4-2,-1 1-3,0 1-7,-1-2-9,2 0-9,0-1-11,0 1-10,0-1-10,0 0-19,0-1-20,-1 2-28,1-3-28,0 2-27,0-3-27,-1 2-18,0-1-17,-1 0-15,0-1-18,2 0-47,0 0-60,0 0-41,-1-1-31,0-2-2,-1 2 13</inkml:trace>
  <inkml:trace contextRef="#ctx0" brushRef="#br2" timeOffset="234741.1444">9501 11672 88,'0'-1'336,"0"0"-28,0-1-46,0 1-55,-1 1-63,1-1-29,0-1-15,-1 1-9,-1 1-6,1 0-1,1-1-3,0-1-1,0 1-3,0 1-2,0-1-3,0 1-2,0 0-5,0 0 1,0 0-1,0 0 3,-1 1 3,-3-1 3,3 3 3,-3-2 2,2 3 0,-2 0 3,0 0 1,-2-1 3,2 2 3,-1 0-1,-1-1-2,1 2-4,0 1-6,0 0-8,-1 0-9,1 0-6,0 1-7,-1 1-2,2-1-2,0 2-3,1-2 0,-1 2-4,-1 0-4,1-1-2,2 2-1,-2-1-2,3 3-1,-2-2-1,1-1 1,2 2-1,-1 0 0,1 0-2,0 1-2,0-1-1,1-2 0,-1 3 0,4-2 0,-2 1 0,2-1-1,0 1 1,-1-1 0,3-1 1,-1 2-2,2-2 0,0 0 0,-1-1-1,3 1 1,-3-2-1,3 0-2,0-1 0,-2 0-1,3-1 0,0 0 0,0-2-1,-1 1 0,1-1-3,-2 0 0,2 0-2,1-1-1,-2-2-1,1 2-2,-1-2 0,1 0-2,-3-1 1,3 0-1,-3-1-1,1 0-1,2-2 0,-4 1 1,3-1-2,-3 0 1,3-1-1,-3-1 1,0 0-1,0-2 0,0 1 0,0-1-1,0-1 0,-1-1 0,-2 1 0,1-3 0,2 0 1,-2-1 2,-2 0 0,1-1 0,0 0 0,-1 0 1,-2-1 1,1-1 2,-1 2 1,0-1-1,-1-1 0,1 3 1,-2-1 0,-1-1-1,0 2 0,1 0-1,-2 2 1,-2-1 0,1 2 0,0 0 0,-1 1-2,0 0-1,-2 0 0,1 2-1,-2 0-1,1 1 1,-1 0-1,-2 1-1,1 0-2,-3 0-1,1 2-2,-1-1-3,1 1-6,-3 1-5,1 0-8,2 0-9,-2-1-9,2 1-10,-2 1-14,3 0-15,-1 0-24,-1 0-25,3 0-24,0 0-27,2 1-23,-1 2-23,1-1-23,2 0-20,0 3-55,1-1-69,1 1-44,2 2-37,-1-1-5,1 2 7</inkml:trace>
  <inkml:trace contextRef="#ctx0" brushRef="#br2" timeOffset="236544.2267">10286 11714 0,'0'-5'49,"0"1"248,0 0-28,0 0-46,0 0-56,0 1-40,0 0-33,0-1-12,0 0-4,0 1 2,0-1 3,0 2 3,-1-1 4,0-1 4,-1 3 4,1-2 1,1 0-1,-1 2 1,0-1-1,-1-1-5,1 3-7,1-1-8,-1 0-9,1 0-8,0 1-8,0 0-10,0 0-8,0 0-7,0 0-6,0 0-6,-1 1-5,-2 0-3,2 0-1,1 2-2,-1-1 0,1 2-2,-1 0 1,1-1 0,-2 2 2,2 0 4,-1-1 5,1 3 4,0-2 5,0 4 4,-1-2 4,0 2 2,-1-1 2,1 1 1,1 0 0,-1 2 0,-1-1 2,1 0-2,1 2-2,0-1-3,0-2-6,0 3-5,0-2-3,0 0-6,0 0-3,0-1-3,-1 0-3,-1 1-1,0-1 0,1-1-1,1-1 0,-1 0-1,0 1-1,-1-3-1,1 2-2,1-3-8,-1 1-11,0-1-16,-1 0-20,1-1-21,1-1-23,-1 2-21,0-3-18,-2 2-18,3-2-15,0 1-17,0 0-20,0-2-42,-1 2-53,1-2-49,0 0-49,0 0-10,0 0 8</inkml:trace>
  <inkml:trace contextRef="#ctx0" brushRef="#br2" timeOffset="237060.8089">10106 11828 49,'-1'0'324,"0"2"-36,-1-2-55,1 0-56,1 0-53,0 0-30,0 0-16,0 0-9,0 0-4,0 0-2,0 0 0,0 0 1,0 0 1,1 0-1,2 0 1,-1 0-2,3 0-2,-1-2-3,1 2-4,0-1-4,4 0-3,-2-2-4,2 2-4,0-2-4,2 2-6,0-2-6,0 1-3,0-1-6,0-1-5,3 2-2,-2-1-2,2-1-2,-3 0-1,3 1-1,-2-1 1,-2-1-2,3 1 1,-3 1 1,1 0 0,-1-1 0,-2 0-2,0 1 1,2-1 1,-4-1 0,1 1 0,0 1 1,-2-1 1,1 1-3,-2-1-1,-1 2 0,1-2 1,0 2 0,-2-1 0,2 0 1,-3 1-1,2-1 2,-2 1 0,-1-1-2,1 2 1,1-2 0,-2 3 1,0-3 2,0 2 2,0-2 1,-2 2 0,1-1 0,1 0 0,-1 1 0,-2 1 0,2-1-1,-2 0-3,1 0 2,-3 1 1,1 0 2,1 0 5,-1 0 2,-2 1 0,1 0 1,0 0 2,-3 0 0,2 2 1,1-2 2,-2 3 1,-1-1 5,2-1 3,-3 2 1,3 1 1,-3 0-2,3 1 0,-1-1 0,-2 2 1,3-1 0,-3 1 2,3 2-2,-3-2 0,3 0-1,-2 1-1,1 0-3,0 1-3,-2-1-1,0 1-3,1-1-1,0 0-4,2 0-2,-3 0-6,3 0 0,-3-1-3,3 0-1,1-1 1,-2 0-3,2 1-6,1-2-11,0 0-11,-2-1-15,4 0-13,-1 0-17,1-1-17,-1-1-16,2 0-16,-2 0-14,1 0-12,2-1-13,-1 0-12,1-1-10,0 1-10,0-1-16,0 0-20,0 0-28,0 0-36,0 0-26,1-2-26</inkml:trace>
  <inkml:trace contextRef="#ctx0" brushRef="#br2" timeOffset="237544.1539">10168 11696 132,'0'-3'323,"1"2"-43,1 0-63,-1 0-57,0 0-56,-1 1-29,0-1-16,0 1-6,0 0 0,0 0 3,0 0 6,0 0 2,1 0 5,1 1 4,0-1 7,-1 1 5,3 1 5,-3-1 5,3 3 7,-2-1 5,1 1 6,2-2 2,0 2-1,-1 1-5,1 0-5,0 0-3,2 1-2,-2-2-7,4 3-5,-2-2-5,1 2-5,0 0-5,1-1-7,1 0-7,-1 1-6,1-1-7,-2 1-7,2-1-5,1 1-4,-2 0-3,1-1-1,-1 1-4,1-1-4,-2 0-4,2 0-5,-1-2-1,0 3-3,-2-2-1,-1-1-1,2 0 0,-3 0 0,0-2-1,0 2 1,-2 0-1,1-1-3,-1-1 1,-1 0 0,-1-1-1,3 0-1,-3 1-2,0-1-4,1 0-6,-1-1-9,0 2-18,-1-1-24,1 0-30,1-1-36,-2 0-31,0 0-27,0 0-30,1 0-32,-1 0-68,0-2-81,1-1-46,1-1-29,-1 1-6,0-1 1</inkml:trace>
  <inkml:trace contextRef="#ctx0" brushRef="#br2" timeOffset="238346.3175">10940 11436 21,'0'-3'228,"0"2"-26,0-1-27,0-1-26,0 2-28,0-2-23,0 3-23,0-3-11,0 2-4,-2 1 3,2-1 4,0-1 7,0 1 7,0 1 9,0-1 8,0 0 9,0-1 9,0 1 7,0 1 8,0-1 8,-1 0 6,1 1 2,0-1 2,-1 1-2,-1-1-4,1 0-4,1 1-5,0 0-5,0-2-8,0 2-5,0 0-9,0 0-6,0 0-8,0 0-9,0 0-7,0 0-7,0 0-6,0 0-6,0 0-4,0 0-5,0 0-5,0 0-4,0 0-6,0 0-5,0 0-5,0 0-4,0 0-3,-1 0-4,0 2-2,-1-1-2,1 0 0,-1 0 1,-2 1 1,2 1 0,-1-1 1,-1 2 0,1 0 1,-2 3 1,1-1 0,0-1 2,-1 3 0,0 0-1,2 0 2,-1 1-1,0 0-1,-2 2 0,2-1-2,0 2 1,1-1 0,-1 0 0,-1 1-1,0 2-1,1 0 0,1-1 0,-2 1-2,2-1 1,-1 3 1,2-2-3,-2 1 0,2 0-1,-2 0-2,2 1 0,-1 1 0,2-1 1,-2-1-2,2 1-1,-2 0 1,2-2 0,1 1 1,-1-1-2,-1 0 0,0 0 0,1-1 2,1-1 0,-1 0 0,0-2-2,-1 1-1,1 0-2,1-3 1,-1 2 0,0-1 1,-1-3-2,1 3 0,1-3 0,-1 0 0,0-2 0,-2 1-1,3 1 0,0-3-1,0 0 2,0 1-1,0-1 1,0-1-2,0 0 0,-1-1-1,1 0-1,0-1-2,0 2-3,0-1-3,0 0-5,0-1-3,0 0-5,0 0-6,0 0-9,0 0-11,0 0-14,0 0-19,0 0-29,0 0-35,0 0-40,0 0-45,-1-1-32,1 0-29,0 1-61,0-3-73,0 0-54,1-2-41,-1-1-13,1 0 1,2-1 12,-1 0 358</inkml:trace>
  <inkml:trace contextRef="#ctx0" brushRef="#br2" timeOffset="239293.3304">11313 11238 177,'-1'0'298,"0"0"-40,-2 0-53,2 0-44,-1 0-38,0 0-15,1 0-3,1 0 2,-1 0 6,0 0 4,-1 0 5,1 0 3,1 0 4,0 0-1,0 0 2,0 0-6,0 0-6,0 0-8,0 0-8,0 0-9,0 0-13,0 0-6,0 0-7,0 0-1,0 0 2,0 0-2,0 1-1,1-1-3,1 3-1,-1-2-3,0 2 1,0 2 0,3-2-2,-3 2 3,2 0 1,-1 1-1,2 0 0,-1 1-6,-1-1-8,3 2-6,-3 0-2,2 0-3,-1 1 0,-1-1 0,2 0 1,0 2 1,-2-2 1,2 2-2,-2 1-1,2-2-3,0 2-2,-2-1-1,2 2-2,-2-1-1,1-1-2,-2 2 0,2 1 0,-2-1-2,3-1 0,-3 1-2,0 1-3,-1 1 1,1-1-1,1 1 0,-1-1-1,0 2 1,-1-1-1,0 1-1,0-1 1,0 2-2,0-2-1,0 3-1,-1-1-4,0 0 1,-1-1 1,1 0-1,0 2 1,-2 0-1,1-1-1,-1-1 0,2 1 0,-3 1 0,2-2-1,-2 1-1,2-1 0,-2 2 1,-1-2 0,1-1 0,1 2-1,-4-2-2,2-1 0,0 2 0,-2-2 1,2 0 0,-1-1-1,-3 0-1,3-1 0,-3 1 0,2-1-1,-1-1 1,-2 0-2,2 0 0,-2-1 0,1 0-1,-1-1 0,-1 0 0,1 1-2,-1-2-1,1 1 1,-1-2-2,1 2 0,-1-3-4,-1 3-4,4-4-2,-2 3-5,1-2-4,-1-1-7,0 1-8,2-1-9,0-1-12,-2 1-13,4-2-21,-3 2-23,3-1-38,1-2-42,1-1-34,-2 2-28,2-2-25,2 0-24,-2 0-55,3-2-68,0 2-45,1-4-34,0 0-7,1 0 5</inkml:trace>
  <inkml:trace contextRef="#ctx0" brushRef="#br2" timeOffset="239808.2373">11922 11365 204,'2'-2'325,"1"-1"-40,-2 2-60,0-2-49,1 2-44,-1 0-19,0-1-8,-1 2-1,1 0 5,1-1 1,-1-1 3,0 1 0,-1 1-1,0 0-2,0 0-6,0 0-8,0 0-7,0 0-9,0 0-7,0 0-8,0 0-5,0 0-3,0 0 0,0 0-1,0 0 2,-1 1-1,0 1-3,-1-1 1,1 2 4,1-1 1,-1 2 3,0 1-1,-2 0 1,2 1 1,-2-1 4,1 3-4,-1-1-5,2 1-4,-1 0-5,-1 2-3,3-1-5,-2-1-2,-1 2-6,2 1-2,-3-2-2,3 2-1,0-1-1,-2 1-4,2-1-6,-1 0-4,-1 0-3,2-1-3,-2 0-2,1 0-1,-1 1-1,2-1 0,-1 1-1,-1-2 0,2 1-1,0-1 0,-2 0-2,3 0 0,-1-1 1,0-1-2,-2 1-2,2-1-5,1-1-9,-1 1-9,0-1-12,-1 0-15,2-1-17,0 0-25,0 1-27,0-2-27,0 0-27,0-1-24,0 1-22,0-2-22,0 0-19,0-1-41,0 0-47,0 0-48,-1-1-50,0 0-12,-2-2 6</inkml:trace>
  <inkml:trace contextRef="#ctx0" brushRef="#br2" timeOffset="240351.9947">11769 11491 43,'0'-1'325,"-1"-1"-34,1 1-51,0 0-57,0 1-60,0-1-27,0-1-17,1 1-6,-1 1-4,1-1-2,2-1 0,-2 2-1,4-1 1,-3 1-2,2-1-1,0-1-4,1 1-2,1 1-3,0-1-3,1-1-4,0 1-8,1 0-5,0 1-5,1-1-3,0-1-5,-2 1-4,4 1-3,-2 0-4,1-2-2,-1 1-2,0 0 0,0 1-1,1-1-2,-1-1 1,-1 1 1,1 1-1,0-1 0,-2-1 1,2 1-1,-3 0-1,1 0 0,0-1-1,-1 1 3,-1-2-1,1 2-1,-1-2 2,-1 2 0,0-2-1,1 1-2,-2-1 3,1-1 5,0 2 1,-2-1 1,3-1 1,-4 0 3,2-1 2,-2 2 5,2-1 2,-2 0 1,2 1 5,-2 0 5,0 0 8,-1-2 7,1 2 4,2 2 0,-2-3 3,0 1 3,-1 1 3,1-2 2,1 2 1,-1 0-3,0-1 1,-1 2 0,0-2-4,0 2-6,0-1-7,0 0-6,-1 2-7,0 0-3,-1-1-5,1 1-5,-1 0-1,-2 0-3,0 1 0,1-1 0,-1 0 0,-2 3 2,1-2 0,-2 2 2,0-1 2,1 2 3,-2-1 6,1 1 3,-1 1 4,1-1 1,-2 3 2,1-1 1,0-1-1,-1 3-2,1 0-2,0 0-3,0 0-2,0 0 0,1 1-6,-1 0-3,2-1-5,-3 2-6,3 0-4,0-2-2,0 1-2,-1-1-1,1 1-3,1-1 0,0 1-2,0-3-1,0 2-3,2-1-3,-1-1-6,0 1-9,-2-2-9,4 0-10,-1 1-14,-1-1-16,2-1-23,-1 0-29,2 0-29,-3-2-31,3 1-25,0-2-21,0 2-20,-1-2-16,1 0-25,-1 1-27,-1-1-53,3-1-62,-2 0-25,-2-1-8,0-2 13,2 2 340</inkml:trace>
  <inkml:trace contextRef="#ctx0" brushRef="#br2" timeOffset="240852.7786">11805 11415 0,'0'-2'111,"0"-1"203,1 1-23,1 1-39,-1-1-48,0-1-34,-1 2-28,1-2-8,1 2 0,0 0 4,-1 0 7,-1 0 4,1 1 5,1-1 1,-1-1 5,2 2 0,-1 0 2,-1 0-4,3 2-6,0-1-6,-1 0-7,1 1-8,1-1-10,1 3-11,-1 0-10,0-1-11,0 1-9,1 1-5,1 0-7,-1-1-8,0 1-6,0 0-6,2 2-6,-2-2-5,0 2-5,0-1-3,1 1-2,-1-1-2,1 1-1,-1-1-3,2 0-2,-2 2-1,0-2-3,1 1-1,0-1-3,-2 0-1,1 0-1,2-2-1,-2 3-2,1-2-2,-2-1-2,-1 1 1,1 0 0,1-2-1,-2 2 0,0-1 0,-2-1-1,3-1-1,-3 1 1,1 1-1,0-3 0,-1 2 1,-1-2 2,2 1-1,-2 0 0,3-2-1,-2 1 1,-1 1 0,1-1-1,-1-1 0,0 1 1,-1 1 0,1-1-1,1 0 1,-1-1 1,0 1-1,-1-1-2,0 0 1,0 0 1,0 0 1,0 0-2,0 0 1,0 0 0,0 0-1,0 0 0,0 0 0,0 0-1,0 0 2,0 0 0,0 0-2,0 0-1,0 0-2,1 0-4,1 0-6,0 0-5,-1 0-14,2 0-14,-2 0-18,2 0-19,-1 0-36,2 0-43,-2 0-43,3 0-40,0 0-54,-1 0-59,0 0-67,1-1-73,-3 1-31,2-1-15,-3-2 5,0 2 10</inkml:trace>
  <inkml:trace contextRef="#ctx0" brushRef="#br1" timeOffset="257316.8811">16294 12892 0,'1'0'173,"-1"0"59,3 2-26,-3-2-26,0 1-27,1 0-26,-1-1-23,0 0-17,0 0-12,0 0-3,0 0-2,0 0 1,0 0 1,1 0 0,-1-1 2,1 0 1,1-1 2,-1 2 2,0-1 1,-1 0 3,1-1 0,1 0 3,-2 0 4,0 0 1,0 1-2,0-2-2,0 1-3,0 1-2,-2-1-3,1 0-3,1 0-6,-1 0-6,-2 0-4,2 1-8,-1-1-5,-2-1-9,0 2-6,0-1-6,1 0-2,-1 0-2,-2 0-4,1 0-1,-1 2-4,-2-2-2,3 1-2,-2 0-1,-2-1-1,3 2 0,-3 0 0,2 0 0,-2 0 0,0 2-2,1-1-2,0 2-3,-3-3 0,2 2-2,-1 2 0,2 0 1,-2 0 0,1-1 1,-1 2-1,1 0 1,1 1 1,0-1-1,-2 1-1,3 1 0,-2 0 0,3 0 0,0 0 0,-2 2 1,2-1 0,1 2-1,-1 0 0,2-2 0,0 2 2,2 0 0,-2 0 0,3 0 1,0 1-1,-2-2 0,3 0 1,3 1-1,-2-2 0,0 0 0,3 1-1,0-2 0,0 1 0,2-1 0,-1-1 0,1-1-1,1 1 1,-2-1-1,3-2 0,-1-1-1,1 1 0,0-1 0,-1 0 1,0-2-1,3 0 1,-3 0-1,2-2 1,-3 0 1,4 0 0,-4-1-1,3 0 1,-3-1-1,2-1 0,-1 1 2,-1-2 1,1 0 0,0-2 0,-2 1-1,0-2 0,1 0 0,-1 0-3,-1-3 1,0 2 2,1-2 0,-3 1-2,2-1 2,-2-1 0,1 3 0,-2-1 0,3-1 1,-3 2 0,0 0 2,-1 2 0,1-1 3,1 1 2,-1 0-1,0 2-1,-1 0 0,0 1 0,0-1 1,0 3-1,0 0 1,0 0-2,0 1-1,0 0-2,0 1 1,0 1-1,0 0 0,-1 1-2,0 1 0,-1 1 0,1 0-1,1 0 1,-1 2 0,0 1-1,-2-1 0,2 2 1,1 0 0,0 1-2,0-2 0,0 3 1,0-1 0,0 0 0,1 1-2,2-1-2,-1 1-5,-1-1-6,3 0-14,0 1-17,0 1-19,1-3-24,0 0-19,0 1-22,2-1-19,-1-1-18,-1 1-19,4-2-20,-3 0-30,2 0-36,0 1-57,-1-4-66,1 2-21,1 0-1</inkml:trace>
  <inkml:trace contextRef="#ctx0" brushRef="#br1" timeOffset="257880.3894">16787 12978 128,'0'-4'330,"0"-3"-21,0 2-36,-1 1-52,-2-1-60,2 0-29,0 0-15,-2 0-7,2 0-1,-1 0 1,-1 0-1,-1 0 1,1 2 0,-1-3-4,0 2-7,-1-1-7,0 0-8,0 1-4,0 1-3,0-1-7,-2 1-7,1 0-6,-3 1-7,3 1-7,-2-1-5,-2 2-6,3-2-6,-3 2-2,1 2 0,-1-2-2,2 2 0,-3-1-3,-1 2-3,2 0-2,-1 1 0,1 0-1,0 0-1,2 2-1,-2 0-3,1 0-1,-1 0-1,3 2-1,-2-1 0,1 1 0,1 0 1,1 1 1,0 0-1,-1 0-1,4 0 1,-1 1-2,0-1 1,3 1-1,-3 0 3,3-2 0,1 1 1,1-1-1,3 1-1,-2-1-1,2-1 2,1 0-1,1 1 0,1-2-2,0 0 1,2-1-1,0 0 0,2-1 0,-1-1-2,2 1-2,-1-3 0,2 0-1,0 1 0,0-2 0,0-2 1,-1 0-1,1 0 1,-1-1 0,1 0 1,-2-2-1,2 1 0,-3-2 1,1-1 1,-3 0-1,2-2 0,-1 0 0,1-1 1,-4 0-1,3-4-2,-3 2 0,-1-3 0,1 0 0,-1 0-1,0-3 1,-1 1-2,0-3 1,-2 1 0,1-1 0,-2 0 0,0-1 1,-1 1 2,0-1 4,0 2 5,0 0 6,0-1 3,-1 3 4,0 0 2,-1 3 3,1 0 4,0 1 0,0 2 1,-2 0 2,2 3 1,1-1-1,-1 3-1,0 1-3,-1-2-6,2 3-3,-2 0-5,-1 2-3,2-2-2,-2 3-3,2 0-1,-1 1-3,-2 0-2,0 1-2,2 0 0,-2 3-2,2-1 0,-2 3-1,0-1 1,2 3 1,-1-2-1,-1 3-1,2 1 0,-2 0 0,3 1 1,-1 1 0,-1 2 2,2 0 0,-2-1 0,2 2 0,0-1 0,-2 3 1,3-1-1,-3 0 0,0 0-1,2 1 0,-2 0-1,2-3-2,1 2-4,-1 0-7,0-1-7,-1 2-12,1-2-14,1 1-22,0-3-27,0 1-28,0-1-27,0 0-23,1-1-20,1-1-23,0 2-22,1-4-41,-1 0-50,2 1-51,1-1-52,0-3-15,0 1 3</inkml:trace>
  <inkml:trace contextRef="#ctx0" brushRef="#br1" timeOffset="258451.8517">17289 13071 142,'2'-7'337,"3"2"-22,-4 0-35,1-3-52,-1 3-60,-1-3-31,0 2-17,-1-1-6,-1 1 2,1-1 0,-1 1 2,-2 0-1,2-1-4,-1 1 0,-2-1 1,1 0-1,0 1-4,0 1-6,0-1-4,-1 1-6,-1 0-5,1 0-8,-1 1-6,-2 0-9,3 0-10,-1 1-6,-3 0-6,3 1-8,-3 1-7,3-2-6,-4 2-3,3-1-3,-1 2-1,-2 0-3,3 0-5,-3 2-2,2-1-3,0 2 0,-1-2-2,1 1 0,0 3 1,-2-2 1,3 3-1,-2-4 0,0 5-1,1-1 1,0 0 1,-1 1-1,2 1 0,-1-1-1,1 2 1,1-1 0,0 1-1,-1-1 1,2 1-1,0 2 1,2-3 1,-1 1 0,0 1 0,3-2 1,0 1 0,0-1-1,1 0 2,1 0 0,0-1 0,3 0 0,1-1-1,0 0-1,1 1 2,1-4-2,2 2 0,0-1 0,-1 0 0,2-2-2,0 1 0,1-1 0,1 0 1,0-2 0,-1 0-1,1 0 1,0 0 0,0-3 0,-3 1 1,2-2 0,-1 1 2,1-2-2,-2 0 0,2-2 1,-2-1 0,0 1 1,-2-2-1,3-2 2,-4 0 1,3-1 1,-3-1 1,-1-1-1,1-1 0,-1-2 0,0-1 0,-1 1 1,0-2 2,-2-2 2,2 3 3,-3-2 3,2 0 4,-2 1 5,0 1 1,-1-1 6,0 1 2,0 1 4,-1 1 3,0 2 3,-1-1 4,1 2 2,1 1 2,-1 0 0,-2 2-1,2 1-1,0 1-5,-2 0-5,3 1-4,-3 1-4,0 1-2,3-1-4,-2 3-4,-1-1-4,2 1-4,-2 0-4,2-1-3,-1 3-2,-2 0-4,3 0 0,-2 1-2,2 0-1,-1 1-1,-1 1 0,-1 1-1,1 1 1,0 0-2,-1 2 0,2 2 1,-2 1-1,2-1 1,-2 3 1,2 1 0,-1-1-1,2 1 0,-2 1 1,2 0-2,0 2 0,0 1 1,-1-2-1,2 0 0,0 3 2,0-1-1,0-1 0,0 1-1,0 1-2,2-2 1,-1 1 0,0-2 1,0 2-3,2-1-4,-2-1-8,2 0-11,-1 0-12,3-1-13,-3-1-16,2 1-21,0-3-32,0 1-39,1-2-35,-2 0-33,2 0-31,0-2-29,1 1-60,-1-2-72,1 1-42,1-3-31,-1 1-7,-1 0 4,2-2 12,0 1 451</inkml:trace>
  <inkml:trace contextRef="#ctx0" brushRef="#br1" timeOffset="259667.6072">18038 12707 180,'1'-1'288,"0"-2"-27,-1 3-31,1-2-29,1 1-31,-1-2-15,0 2-11,-1-1-3,1 1 4,1 0 4,-1 1 5,0-2 2,-1 1 4,0-2-1,0 2 1,0-1-3,0 0-3,0 0-6,0 1-5,0 1-9,0-1-11,0 0-12,0 0-11,-1 1-11,0-2-8,-1 1-9,1 0-7,1-1-8,-2 2-10,-1-1-6,1 0-8,-2 1-7,-1 0-8,1 0-5,1 0-4,-4 0-2,2 0-2,-1 0-1,0 1 0,-1 0 1,0-1-1,-1 3 1,0 0 2,1-2-1,-1 1-1,-2 1 1,3 0 1,-3 1 0,3 0 1,-1-2 0,-2 4 1,4-1-2,-3 0 0,3 1-2,-3-1-1,3 2 1,-1 0 0,-1-1-1,2 2 0,-1 0-2,0 0 0,1 1 0,1 0 0,0 0-1,0 1 1,0 0 0,0 0 0,2 1-1,0-2 2,-1 2 0,2 0-2,-1 1 1,1-1 1,1 0-2,0 0 1,-1 0 0,2 1 0,0-1-1,2 0 1,-1 0 0,0-1 1,1 0-1,1 1 0,-1 0 0,2-2 0,0 0 1,1 0 0,0 0-1,0-1 3,1 1 1,0-2 0,2 0-1,0 0-1,0 0 1,-1-2-1,3 2 0,1-3-1,-2 0 1,2 1 0,-1-2 0,1 0 0,-1 0-1,3 0-1,-1-2-1,-2 1-2,1 0 0,0-2 0,-1 0-1,1 0-3,-2 0-2,1 0-3,0-2-6,-1 1-6,-2 0-7,3 0-8,-4-1-10,3 0-9,-3 0-14,-1 0-13,3 1-24,-3-2-30,0 0-27,-2 1-27,2-2-23,0 2-19,-2-2-18,-1 0-16,2 1-32,-3 0-39,3-2-47,-3 1-52,-1-1-15,0 2-1</inkml:trace>
  <inkml:trace contextRef="#ctx0" brushRef="#br1" timeOffset="260213.5265">17773 12890 0,'0'0'87,"-1"0"179,0 0-38,-1 0-37,1 0-38,1 0-33,0 0-31,-1 0-15,1 0-9,0 0-3,0 0-3,0 0 2,0 0 1,0 1 4,0 0 9,1-1 6,-1 2 8,1-1 8,1 0 8,0 1 9,-1-2 9,2 1 4,-2 1 2,2-2 1,0 2 0,1-1-2,-1 0-1,-1 0-4,3-1-5,0 1-6,-1 0-8,1 0-7,0-1-7,1 2-10,0-1-9,0 0-9,3-1-9,-1 0-4,0 0-5,1 0-4,-1 0-3,1 0-5,1 0-5,0 0-4,0 0-2,-1 0-4,1-1-4,-2 0-2,2-1-3,-1 2 0,1-1 0,-3 0-2,3 0 0,-2 1-2,-1-1 0,1 0 1,-2 0-2,0-1 2,-1 2 1,0-1-1,1 0 1,-2 0 0,-2 1 2,2-2 2,-2 2 2,0 0 1,0 0 3,0 0 0,-1 0 1,0 0 1,-1 0 2,0 0 0,0 0-1,0 0 0,0 0 0,0 0-1,0 0-1,0 0-3,0 0-2,0 0-3,0 0-5,0 0-6,0 0-6,0 0-9,0 0-13,0 0-16,0 0-19,0 0-37,0 0-47,0 2-44,-1-2-43,1 0-71,-3 0-82,1 1-58,-2-1-44,2 0-22,-1 0-9,-2 0 2,0 0 8</inkml:trace>
  <inkml:trace contextRef="#ctx0" brushRef="#br2" timeOffset="269890.2555">331 6712 70,'0'0'252,"-2"0"-38,0 0-50,1 0-42,1 0-37,-1 0-20,-2 0-12,2 0-4,1 0 1,-1 0 1,0 0 1,-1 0 3,1 0 4,1-2 1,-1 2 2,0 0 0,-2 0 1,2 0 1,1 0 1,-1 0 3,0 0 1,-1 0 1,1 0 0,1 0 0,0 0 0,0 0-1,0 0-3,0 0-1,0 0-2,0 0-2,0 0 0,0 0-4,0 0-1,0 0-5,1-1-4,1 0-3,-1 1-2,0 0-2,3 0-4,-2 0-2,2 0-3,0 0-3,-1-2-2,3 2-1,1 0 0,-1-1 1,3 0 1,-2-1 0,3 2 0,0-1-1,1 1-3,0-1-2,1 1-3,0-1 1,2-1-2,-2 2 1,3 0-1,0-1-1,0 1-5,0-2 0,1 2-1,-1-1-2,1 0-4,0 0-1,0-1 1,-1 2 0,0-1 0,-3 0 2,2-1-1,0 2 0,-3-1 0,0 0 2,-1 0 3,-3 0 2,1 1 1,-1 0 2,0 0 3,-1 0 1,-3 0 0,1 0 1,0 0-2,-2 0 1,1 0 0,-1 0 1,0 0-2,-2 0-1,0-1-2,-2 0-3,0-1-3,-1 1-3,1-1 0,-2 0-3,0 0 0,1 0-1,-2 1 0,0-2 1,0-1-2,-1 2 0,1-1 0,0 0 0,0 0-2,-1-1 0,-1 0 2,0 1-1,2-1 0,-1 0 1,1 0 1,-1 0-1,1 0-2,-1 1 1,0-1 1,1 1 0,0-1-2,-1 0 2,1 1 1,2-1-2,-1-1 0,0 1-1,-2 2-1,3-2 0,1 1 0,-2-1 2,3 2 0,-3 0 0,3-2-1,-1 3 0,0-2 0,1 2 0,1-1-1,-1 1 0,-1 0-1,2 0 1,0 1 1,0 0-1,0 0-1,0 0 0,0 0-2,0 0 1,0 0 0,2 1 2,-1 0-1,-1 1 1,1 0-1,1 1 0,0 0 2,-1 0 0,3 0-1,-2 2 1,2-1 0,-1-1 2,-1 1 0,3 1 0,0 0 0,-1-1-1,0 0-1,-1 1 1,2 0 0,0 0 1,0 0 0,1-1-1,-1 1 1,0 0 0,0 1 1,1 0-1,-1-2 0,0 3 0,2-2 0,-2 0 1,-2 3 0,1-3 0,2 3 0,-2-2 0,-2 1 0,1-1 0,1 1 1,-3-1-1,3 0-1,-2-1-1,-2 1 0,1 0 1,1-2-2,-1 3 2,-1-1 1,0-2 0,0 3 0,0-2-1,-1 0 0,-1 2 0,1-2-1,-1 0 2,-2 1 3,1 0 2,1-1 2,-2 1-1,0-1 0,1 0-1,-2-1 0,1 1 0,-1 1-1,-1-4 0,1 4 2,1-1 0,-1-2-1,-1 0 0,1 3-5,0-3-2,0 0-2,-1 1-6,1 0-6,1-1-14,-2-1-16,2 1-23,1 0-26,0 0-27,-1 0-27,1-1-25,-1 0-23,1 1-35,2 1-41,-1-2-62,-1-1-70,2 1-32,-3 1-14,3-1 2,-1 1 81</inkml:trace>
  <inkml:trace contextRef="#ctx0" brushRef="#br2" timeOffset="271081.3201">324 8795 55,'-3'1'298,"3"-1"-16,-1 2-25,0-2-54,-1 0-68,2 0-39,0 0-24,0 0-14,0 0-5,0 0-4,0 0-1,0 0 2,0 0 2,0 0 2,0 0 3,0 0 3,0 0 5,0 0 4,0 0 4,2 1 5,-1-1 3,0 1 4,3 1 4,-2-1 5,3 0 3,-1-1-1,1 2-2,1-1-2,3 0-3,-3-1-7,4 0-6,-1 0-6,2 0-6,0 0-5,0 0-6,3 0-4,0 0-4,-2 0-5,3 0-6,1-1-3,-1 0-1,1 1-1,0-2-1,-1 2-1,3 0-1,-2 0-1,0 0-1,0-1-2,0 1 2,-1 0-2,0 0-3,-3-1-1,2-1 1,0 1-2,-3 1-1,1-1-3,-1 1-1,-1-2-3,0 2 1,-1-1 1,1-2 2,-2 2 0,0 0 1,-2 0 3,1-1 2,-1 2 3,-1-1 2,-1 0 2,-1 0 4,2 0 3,-2 1 1,-1-1 1,-1 0 1,2-1-1,-2 1-2,-1 0-2,1-2-3,-1 2-2,0-2-4,0 2-4,-1-2-2,1-1-4,-1 2-5,-2-2-2,1 1-2,-2-1 0,2-1 0,-3 1-2,1-1 0,-1-2-2,0 3 0,-1-2 0,0 0-2,-1 1 0,0-1 1,1 0-1,-3 1 2,4 0 0,-1-2 1,-2 2-2,2 1 0,1-1-1,-2 0 2,2 2 0,0-1 1,0 0 0,0 0 0,1 3 1,2-2-1,-1 1-1,-2-1-2,4 2 1,-1-2-1,-1 3 0,3-1 1,-1 0-2,0 0 1,-1 0-2,1 1 0,1 0 0,0 0 0,0 0 2,0 0-1,0 0 1,1 0 0,2 1 1,-2 0-2,3 1 2,-2-1 0,3 2 1,-1-2 2,1 3 0,0-1 0,1 0-1,0 0 1,2 1 0,-2 0 0,-1 0-1,2 1 0,0 0 1,-1 0 1,0 0-1,0-1-1,1 1 0,0-1 0,-1 1-1,-1-1 2,1 1-1,-1 1 2,0-1 0,0 1 0,1 0 0,-1-1 0,0 1 2,0 0 0,-1-1 1,1 0 2,-1 2 2,-2-2 3,3 0 1,-2 2 0,-1-2 1,-1 0 0,2 1 1,-2 0 3,0-1 0,1 1 1,0 0-1,-2-1 0,0 1 0,0 0-1,0-2 0,-2 3-1,0-1-1,1-2 0,0 3 0,-2-2 0,1 0-1,-2 2 0,2-2-2,-3 2 0,1-2-1,-1 0 0,1 1 1,-2 0-3,1-1 1,0 1-2,-1-1-2,1 0-2,0-1 0,0 1-1,-1-1 0,1 0 0,0 0-2,-1 1 2,1-1-2,0-1-2,0 1 0,-1-2-1,2 2-2,0-2-3,-2 0-5,2 2-7,0-1-9,1-1-12,-1 1-13,-1 0-15,0-1-28,1 2-31,1-1-39,-2-2-42,1 3-39,0-3-34,2 2-68,-2 0-82,-1-1-46,0-1-27,1 1-11,1-2-1,-1 1 8,0 1 222</inkml:trace>
  <inkml:trace contextRef="#ctx0" brushRef="#br2" timeOffset="272329.3462">567 11781 55,'-2'-4'95,"-1"3"-5,3-2-4,-2 2-7,0-2-8,1 2-4,0-2-5,0 2-4,-1-1-4,1 1-2,1 1-4,-1-1-4,0 0-1,-2-1-2,2 1-3,1 1 1,0 0-1,0 0 1,0 0 2,0 0 0,0 0-1,0 0 2,0 0 2,0 0 0,0 0 3,0 0 0,0 0 2,0 0 1,0 0 2,0 0 0,0 0 1,0 0 3,0 0 0,0 0 2,0 0 3,0 0 2,0 0 5,0 0 3,0 0 3,0 0 3,0 0 3,0 0 2,0 0 2,0 0 2,0 0 1,0 0 3,1 1 4,2 1 0,-1-1-2,-1 0-2,2-1-1,-1 1-4,2 0-3,1 0-4,-1 0-5,1 2-2,1-2-3,1 2-5,1-2-2,0-1-6,1 1-5,2 1-3,-1-2-2,3 0-3,-1 0-5,2 0-3,1 0-1,1 0-3,0 0-3,1-2-2,2 1 0,-2 1-4,2-1-1,1 0-4,0-1-2,0 1-1,0-2-2,-2 2-2,2-1-3,0 1-2,-3-3 1,2 3 0,-4-1 0,1-1-1,-1 2-1,0-2-1,-3 2 0,1-2 0,-2 2 0,-2-2 1,0 2-2,-1-2 4,-1 2 2,0-1 1,-2 1 1,-1 1 0,0-1 1,0 0-1,-1-1 1,-1 1 0,-1 1 2,2-1-1,-2-1 0,-1 1-1,0-1 0,0 0-2,-1 1-2,-2-2-2,2 2 0,-1-2-2,-1 1-4,-1-1 0,0 0-2,0 1-1,-1-2-2,-2 0 0,0 1-1,1-2-1,-2 1 0,0 0-1,0-1 1,-3-2 0,2 2-3,-1 0 0,2-1 3,-2 0 2,1 1 0,-1-1 0,3 0 3,-2 2 0,1 0 0,1-1 2,1 1-1,1 1 0,-1-2 0,2 2 0,0 1 1,0-1-1,2 3 1,-2-3 0,3 2 0,-1 0-1,0 0 1,1-1 1,1 1-1,-1 1 0,0-1 0,1 1 1,0 0-2,0 0 1,0 0 2,0 0 0,0 0-1,1 0 1,0 1 0,0-1 0,2 3 0,-1-1 1,3-1 0,-1 2 0,0 0 1,1-1 0,1 2 2,0 0-1,-1-1 2,4 2 2,-3 0 2,3-1 0,-2 3 3,2-2 2,-2 0 0,2 3 2,0-2 1,-2 0 0,3 1 2,-2-1 0,0 1 1,1 1 1,-2-2 1,1 2-1,-2 0-1,0 0 1,-1-2 1,0 2-1,0 0-2,0 0 0,-2-1 2,-1 0 0,1 1 0,-2 0 1,-1 1-2,0-1-1,-1 2-1,-2 0 0,1-1-1,-2 0 0,0 3-2,-2-3-1,0 2 0,-3-1-2,3 1-2,-3-1-2,0 0 0,2 0-1,-3-1 0,1-1-3,-1 2-7,2-2-7,-2 1-11,1-2-12,-1 1-15,-1-1-18,2-1-19,2 1-42,-2-1-50,0 0-49,1 0-48,0-1-77,0-1-88,0 1-53,1-1-40,0-1-11,1 0 3,0-1 8,1-2 12</inkml:trace>
  <inkml:trace contextRef="#ctx0" brushRef="#br2" timeOffset="273700.3871">581 13585 0,'-3'0'186,"2"0"67,-2 0-29,1 0-27,1 0-26,-2 0-18,2 0-14,-3 0-6,3 0 2,1 0 6,-1 0 9,1 0 4,0 0 4,0 0 2,-1 0 0,1 0-2,0 0-4,0 0-9,0 0-8,0 0-11,0 0-12,0 0-10,0 0-13,0 0-11,0 0-11,0 0-5,1-1-5,0 1-4,0 0-3,3 0-2,-2 0-4,2 0 1,1 0 0,0 0 0,3 0 0,-1 0-2,3 0 0,0 0-1,1 0-3,3-1-4,-3 1-4,4-1-4,1 0-5,-1 0 0,2 1-2,2-2-1,0 1-2,0 1-2,1 0-1,2 0-1,-1 0-2,1 0-1,-1 0 0,0 0-3,-1 0 1,0 0 0,0 0-1,-2 0 0,1-1 0,0 1-1,-2-1 0,1-1-1,-1 1-1,-1 0-1,0 1 0,-1-2-1,0 1 2,-3 1-1,2-3-1,-2 1 1,0 0-1,0 0 0,-1 1 0,-2-2-1,0 2 0,-2-1 0,2 1-2,-3 0 2,-1-1 1,0 1 0,1 0 2,-1 1 1,-1-2 2,-2 1 0,3 0 1,-4 1 0,2-1-2,-3 0-1,1 0 1,-1 0 1,0 1 0,0-3-1,-1 2-2,0-2-3,-2 1 0,1-1-1,-2 2-2,-1-3-1,0 1 0,-1 1 1,1-2-1,-1 1 0,-3-2-1,3 1 1,-4 1 0,2-1 1,1-1 1,-3 0 0,3 2-1,-2-1 1,0 0 0,1 1-1,0 0 1,1-1 0,-1-1 0,3 2 0,-2-1 0,1 1 1,0 1 0,0-2 0,3 2-1,-1 0-1,0-1 0,-1 1 1,3 0-1,-1 0 0,2 1-1,-2 0 1,1 0-1,2 0 0,-1 1 0,-1-2-1,1 1 0,0 0-1,1 1-1,0 0 1,0 0-1,0 0 1,0 0-1,0 0-1,0 0 1,0 0 0,0 0 2,1 0-1,0 0 1,2 0 1,-2 1 0,2 0 0,-1 1 2,2-1 0,2 1-1,-2-1 0,1 1 3,1 1 0,0 1 0,1-2 1,1 1-2,-2 1 1,3 0 0,-3 0-1,2 0 0,-1 1 1,1 0-1,-2-1 2,3 3 0,-3-3 0,1 2 1,-2 1-1,0-3 2,1 4 2,-2-3 1,1 3 1,-1-2 0,-2 2 1,3-1 2,-2 2-1,-2-1 1,1 1 1,1 0 0,-3 0 2,1 1 0,-1-1-2,0 0 0,-1 1 0,1 0 0,-3-1-1,1 0 0,-1 0 1,1 0 2,-3 2-1,0-3 1,1 1 0,-1 0 0,-1-1-2,0 0 0,1 0-1,-4-2 0,3 2-1,-3-1 0,2-1 0,-3 1-1,4-3-1,-2 1-2,1 0-1,-1-1 0,1 0-2,2 0-1,0-1-1,0-1-1,0 1-3,1-2-5,2 2-8,-2-3-7,2 1-11,-2-1-10,3 0-13,-2 0-16,2-1-22,-2 1-22,1-1-37,1-1-44,-2 1-42,2 1-40,-3-3-34,3 1-32,-1 2-62,-1-3-77,2 2-34,-2-3-15,2 1 2,-1 1 11</inkml:trace>
  <inkml:trace contextRef="#ctx0" brushRef="#br2" timeOffset="275602.4304">2584 13075 198,'0'0'273,"0"0"-35,0 0-50,0 0-36,0 0-33,0-1-13,0 1-6,0 0 5,0 0 7,0 0 9,0 0 9,0 0 9,0 0 5,0 0 5,0 0 2,0 0 0,0 0 0,0-1-4,0 0-3,0 0-5,0 1-7,0-2-9,0 1-8,-1 0-9,0 0-8,-2 1-7,2-2-5,1 1-6,-1 0-7,0 1-4,-1-2-6,1 2-5,1-1-4,-3 1-5,1-1-3,-1 1-3,1 0-3,-3 0-2,0 1-4,0 0-2,-2 1-3,-1-1 0,1 2-1,-3 0 1,0 1 1,0-1-1,-1 2 1,0 2-1,-2-3 0,2 2-1,-2 0 0,1 1-1,1 0-1,0 1 0,-2-1 0,1 2-2,2-1-1,-2 1 0,2 0-1,-2 1 0,1 0 1,3 3 1,-2-3 0,1 2 1,-1 1-2,1 0 2,1 2-1,-1-2-1,3 3 0,-3-2 0,4 2 0,-2 1 0,0-1-2,2 1 0,-1 0 0,3 1-2,-1 1-1,0-1-1,0 1 1,1 0-1,0 2 0,2-2-1,1 0-2,-1 2-1,1-2-3,0 0 0,1 2 1,-1-3-1,2 2-1,1-1-1,-1-1 0,2 1 0,-1 0-2,0-2-1,1 0-2,2 0 1,-1-1-1,-1-2 2,3 2-1,0-3 0,-1 0 0,1 0-2,-1-1 0,2 0 0,-1-2-1,1 1-4,-1-2-4,2 0-6,0-2-7,-2-1-10,3 0-10,-3-1-13,1 0-16,3-2-19,-1-1-22,-1 1-36,1-2-41,-2 0-46,2-1-51,-1-1-43,2 0-42,-1-2-60,1-1-70,-1 0-33,3-2-17,-1 0 0,-2-1 7,2-1 16,0-3 393</inkml:trace>
  <inkml:trace contextRef="#ctx0" brushRef="#br2" timeOffset="276202.4479">3306 13286 117,'0'0'305,"0"-3"-25,0 2-38,0 0-40,0 1-38,-3-2-20,3 1-15,-1 0-1,1 1 3,-1-1 8,0-1 10,-1 1 5,1 0 4,1 1-2,-1-1 0,0-1-5,-1 1-4,1-2-7,-1 2-7,-2-2-6,3 2-6,-3-2-8,1 2-8,0-1-9,-1 1-7,-2 0-6,1 1-6,-1 0-4,-2 0-4,2 0 0,-3 0-1,3 0-3,-3 1-2,1 0-3,0 1-5,-2-1-3,3 2-3,-2-1-3,0 1-3,0 1-4,0-1-5,-1 1-1,1 1-3,-2 0-2,2-1-1,-1 2-4,2 0 1,-1 2 0,0-2-1,1 2 1,0-1-1,-2 2-2,3 0-2,-2 0-1,2 3 1,-2-3 0,3 2 0,-2 0 0,1 1 0,1 0-2,-1 0 0,0 0-1,3 1 0,-1 0-2,0 0-1,3 0 0,-2 2 0,3-2-2,0 1 0,-1 1 1,2-2-3,0 1 0,2 1-1,-1-2 0,0 1-1,2 1 0,-1-2 1,3 0-1,-1 0 0,-1 0-1,2-1-2,2 1 2,-2-1-2,1-2 0,1 1 0,-2 2-1,3-4 1,-1 2-1,1-2 1,0 0-2,-2 0 0,2 0 0,2-1 0,-3-1 0,2 2 1,0-4-1,1 3 0,-2-3 0,2 1 0,-1-1 0,2-1-1,0-2 1,-1 2-1,1-1-2,-1-1-2,2 1-2,-1-3-4,-1 0-4,1 0-4,-1 0-7,1 0-6,-1 0-7,1-3-8,0 1-9,-2-1-11,2 1-11,-1-2-13,1 1-14,0-1-15,-1 0-25,0 1-32,-1 0-34,1-3-35,-3 1-26,2 1-22,-1-1-33,-2 0-37,1 1-55,-2-3-63,-1 2-20,-2-3-2,2 3 9,-3-3 11</inkml:trace>
  <inkml:trace contextRef="#ctx0" brushRef="#br2" timeOffset="276778.473">2945 13576 0,'2'0'32,"-1"-1"54,-1-1-14,1 1-8,1 0-4,-1 1-2,-1 0 0,0 0 0,0 0 0,0 0 3,0 0 2,0 0 2,0 0 1,0 0 0,0 0-2,0 0-1,0 0 0,0 0 0,0 0 2,0 0 1,0 1 0,0 0 1,-1 1-1,-1-1 2,2-1-1,-1 0 1,1 0 1,0 1 2,0-1 3,0 0 0,0 0 1,0 0 3,0 0 4,0 0 3,0 0 4,0 0 5,0 0 6,0 0 3,0 1 3,0-1 4,0 0 1,0 0 2,0 0 0,0 2 3,0-2 2,0 1 1,1 0 1,1 0-4,-1 0-3,0-1-5,2 1-7,-1 0-5,-1 1-5,3-1-3,-3 0-6,3 1-3,-2-1-4,1-1-6,1 1-7,1 0-7,-2 0-8,2-1-5,0 1-4,3 0-2,-2-1-2,1 0-5,2 0-1,0 0-1,-1 0-5,2 0-1,0 0-2,1 0-3,0 0-1,1-1-2,-1 0 0,-1 1-2,1-1-1,-1 0-2,0 0 1,0 1 0,-1-1 0,-2-1-2,2 1 1,-3 0 0,0 1-2,0 0 0,-1 0 1,-1 0-1,0 0 0,2 0-1,-3 0 0,-1 0 0,2 0-1,-3 0 0,3 0-3,-2 0 0,-1 0 0,1 0 0,-1 0 0,0 0 0,-1 0-1,1 0-1,1 0 1,-2 0-1,0 0 1,0 0 0,0 0 0,0 0 0,0 0 0,0 0-3,0 0-1,0 0-7,0 0-7,0 0-8,0-2-11,0 2-15,0 0-19,0 0-26,0 0-27,0-1-43,1 0-52,-1 1-39,1-1-35,-1 1-42,3-1-48,0 0-58,1 0-64,0-1-22,0 0-3,-1 1 8,2-2 15</inkml:trace>
  <inkml:trace contextRef="#ctx0" brushRef="#br2" timeOffset="277718.5687">3804 13618 0,'0'1'266,"0"0"-7,0 1-38,0-2-39,0 1-38,0 0-23,1 0-16,-1-1-8,0 0-2,0 0 1,0 0 5,0 0 4,0 0 5,0 0 6,0 0 8,0 0 5,0 0 4,0 0 2,0 0 0,0 0-2,0 0-4,0 0-3,0 0-5,0 0-7,0 0-6,1 0-6,1 0-8,-1 0-6,-1 0-9,0 0-6,1 0-7,-1 0-5,1 0-4,2 0-5,-2 0-3,0 0-3,-1 0-4,1 0-4,1 0-1,-1 0-5,-1 0-3,1 0-3,0 0-3,1 0-3,-1 0-2,-1 0-4,1 1-2,-1-1-2,0 0-2,0 0 1,0 0 0,0 0 0,0 0 1,0 1 2,0 0 4,0 1 1,0-1-1,0 2 2,0-2 1,0 1 0,0-1 0,0 1 0,0 1 2,0-2 0,0 2-1,0-2-1,-1 2 2,1-2-2,0 0-3,-1 1 1,1 0 0,0 1 0,-2-3 1,2 1-1,0 0 2,0 1 1,-1-2 1,1 0 0,-1 1 0,1-1 0,0 0-1,0 0 0,0 0 0,-1 0-1,-1 0 0,1 0 1,1 0 0,-1 0 0,0 0-1,-2-1 0,2 1 0,-1-2-2,-1 1 0,3 0 0,-1 0-3,0-2 2,-2 2 0,3-2 0,-1 3-2,0-3-1,-1 1-1,0 0-1,2 0-1,0 1 0,0-1-1,0 1 0,0 0-2,0 1-2,0-1 0,0 0-1,0 0-1,0 1-2,0-1 0,0-1-2,2 1 1,0 0-1,-1 1-1,0-2 0,-1 1 0,0 0 0,0 1-1,0 0 1,0 0-1,0 0 1,0 0 0,0 0 1,0 0-2,0 0 0,0 0 0,0 0-1,0 0-1,0 0 1,0 0-1,0 0 1,0 0 1,0 0-1,0 1 1,0 0 1,0 1-2,0-1 2,0 2 1,0-2 2,0 1 0,0 0 0,0 2 2,0-2-1,-1 1-1,1 1 1,-1-3 1,-1 2-1,0 0 1,2-2 0,0 1 0,-1 0 2,1 0-3,-2 0 1,2-1-1,0 0 1,-1 1 0,1-2-1,0 1 2,0 0 0,0-1 1,0 0 0,0 0 1,0 0 0,0 0-1,0 0 1,0 0 1,-1 0-1,1-1 0,-1 0 0,-1 1-1,1-2 0,0 0 0,1 1-1,-1-2 0,-1 0-1,1 1 0,1-2-1,-1 1-2,0-2 0,-2 1 1,2 0 0,1 1 0,0-1-2,0 2 1,0-2-1,0 2 0,0 0-2,0-1 0,0 2 1,0-2-2,0 1 0,0 2 0,0-2 1,0 1-2,0 1 1,0 0 0,0 0-1,0 0 1,0 0 0,0 0 2,0 0-1,0 0 1,0 0 1,0 0 0,0 0-1,0 0 1,0 0 0,0 0 0,0 0-1,0 0 0,0 0 0,0 0 1,0 0-1,0 0 1,0 0 0,0 0 0,0 0 0,0 0 0,0 0 1,0 0 0,0 0 0,0 0 1,0 0 0,0 0 0,0 0 0,0 0 0,0 0-1,0 0 0,0 0-1,0 0 1,0 0-1,0 0 2,0 0-2,0 0 0,0 0-1,0 0-5,0 0-2,0 0-7,0 0-6,0 0-7,0 0-14,0 0-17,0 0-20,0 0-20,0 0-43,0 0-50,0 0-57,0 0-58,0 0-78,0 0-88,0 0-48,0 0-33,0 0-10,0 0-1,0 0 10,-1-3 15</inkml:trace>
  <inkml:trace contextRef="#ctx0" brushRef="#br2" timeOffset="279469.5257">4913 13349 244,'1'-4'274,"1"1"-32,-1-1-46,0 2-39,-1-3-32,1 2-14,-1 2-3,0-3 4,0 1 8,0 1 11,3-2 9,-3 3 7,0-1 7,1 1 1,0-2 2,-1 2-1,0-2-2,0 2 0,1-1-2,1 1-2,-2 0-3,0 1-6,0-2-4,0 1-9,0 1-9,0-1-9,0 1-11,0 0-9,-2 0-8,2 0-8,0 0-9,0 0-6,0 0-8,-1 0-9,1 0-7,-1 1-7,0 2-7,-2-1-4,2 0-5,1 2 0,-1 1-1,0-2 0,1 3 3,0 2 1,0-3 5,0 3 1,0 0 0,0 1 0,0 1-1,0 0-1,0 2 0,0-2 0,0 2-1,0 0-1,0 1 1,0-1-1,0 1-1,0 0-2,0 0-1,0 0-1,0 0-3,1 0 1,0 1 0,-1-1-1,1 1-1,2-2 0,-2 1 0,0 0-1,-1-1-1,1 0-2,1 1 0,-1-3-2,0 2-1,-1-1 0,1-2 1,1 1-1,-1-2 0,0 0-1,-1 0 1,1 0-1,-1-2 0,0 1-1,0-2 0,0 1-2,0-1-1,0 0-5,0-1-6,0-1-7,0-1-8,0 2-12,0-1-13,0-2-14,0 0-16,0 2-24,0-3-30,0 1-42,0-1-49,0 0-38,0 0-31,0 0-50,0 0-54,0 0-49,4-1-45,-3 0-15,2-2 2,-1 0 6,2-1 57</inkml:trace>
  <inkml:trace contextRef="#ctx0" brushRef="#br2" timeOffset="280064.5266">5338 13623 307,'-5'2'374,"1"-1"11,0-1 12,2 1-54,-1 0-84,1 1-47,-1-2-32,2 0-18,0 0-7,1 0-4,0 0-4,0 0-5,0 0-5,0 0-3,0 0-2,0 0-1,1 0-2,0 0-9,2 0-9,-1 0-10,2 0-6,-1 0-7,0 0-5,1 0-4,2 0-6,-2 0-4,2 0-6,2 0-8,-1 0-10,1 0-8,0 0-9,1 0-4,2 0-4,0-2-3,1 1-2,0 0-3,-1 1 0,2-1-3,0 0 1,-1 0-2,1 0 0,-1 1-2,1-2-2,-2 1 0,0 0-2,2 1 0,-3-1 0,1-1 1,-1 1-2,0 0 2,-2 1-1,1-2-1,0 1 0,-1 1-1,0 0 0,-1-1 1,-2-1 0,0 1 0,0 1-1,0 0 0,0 0-1,-1 0 0,-2 0 1,2 0-2,-2 0 0,1 0-6,-2 0-4,2-1-9,-2 1-8,-1 0-13,1 0-14,-1 0-15,0 0-16,0 0-33,0 0-42,0 0-43,0 0-41,0 0-33,0 0-32,0 0-52,0 0-59,0 0-45,-1 0-34,-1-3-8,-1 2 2,0-3 10,-1 2 325</inkml:trace>
  <inkml:trace contextRef="#ctx0" brushRef="#br2" timeOffset="280673.5941">5525 13441 19,'-1'0'337,"1"0"8,0 0 11,0 0-48,0 0-72,0 0-43,0 0-29,0 0-13,0 0-4,0 0-1,0 0 1,0 0 4,-1 0 3,0 0 0,-1 1-1,0 2-3,2-2-6,-1 2-1,-1 2-2,1-2-4,0 2-8,1 0-6,-1 0-9,-1 2-6,1 1-7,1-1-10,-1 0-9,0 2-7,-1-1-6,1 0-6,1 2-5,0 0-8,-1-2-9,1 2-6,0 1-5,0-2-4,0 2-4,0-1-2,0-1-1,0 1-2,0 0-4,0-1-2,0 0-2,1 0-2,-1 0-2,1 0-1,1-1-1,-2 0-2,1-1 2,0 1-1,-1-2-1,1 1-1,1-2-1,-1 2-5,-1-3-3,0 1-8,0 0-7,0-2-11,1 1-13,-1-2-15,0 1-14,0 1-21,0-3-24,0 2-37,0-2-43,1 0-36,1 1-30,-2-2-35,1 1-33,4-1-59,-3-1-73,2-2-28,1 2-8,1-2 2,0 2 8</inkml:trace>
  <inkml:trace contextRef="#ctx0" brushRef="#br2" timeOffset="280699.5156">6262 13546 224,'-3'-3'406,"2"1"18,-1 0 14,-1 1-46,2-2-75,-2 2-47,2-2-36,1 1-17,-1 0-9,0 0-6,-2 2-6,2-2-11,1 1-14,-1 0-19,0 1-18,-1-2-17,1 1-15,1 0-12,-1 1-12,0 0-6,-2 0-6,2 0-8,-2 0-9,2 1-5,-4 0-5,3 1-6,-2 0-5,0 0-4,-2 2-3,2 0-1,-1-1-2,0 2 0,-1 0 0,1 0-2,0-1-2,0 2 0,2 1 0,-1 0-1,0 0-1,0 0-2,-2 1-2,2 1 1,1 0-1,-1 1 0,-1 0-1,1-2 0,2 2 0,-1 1 1,2-1 0,-2 1-1,2-1-1,1 1-2,0-2 1,0 0-1,0 2-1,1-2 2,2-1-1,-1 2 1,2-1-3,1 1 0,1-1 1,1-1-2,1 1 0,0-3 0,2 2 0,-2-1-1,3 1-1,1-3 1,0 0 0,2-1-1,-2 1 0,3-1 0,0 0 0,0-1 0,0 0 0,0-2 0,-2 1 0,2 0 0,0-1 1,-1-1 1,-2-1-1,2-1-1,-2 0 0,0 1 1,-1-2 0,0 0 1,-2-1 0,-1 0 0,0-1 1,-2 0 0,1 0-1,-2-2 0,-1-1-1,1 2-1,-4-3 2,2-1 0,-2 1 2,-1-3-1,-1-1 0,-1 0 0,0 0 0,-2 0-1,2-2 1,-2 1 0,-1 1 0,-1-2-1,1 2 2,0 0 0,0 1-1,-2 0-1,-1 2 0,1-2 0,-1 2 0,0 2 0,0-1 0,-3 1 0,2 0 0,-2 3-2,1-2 1,-2 2-2,-2 1 0,3-1-4,-3 1-4,2 2-6,-3 0-7,4 0-11,-3 1-13,2 0-17,-1 1-19,2 0-24,1 0-28,0 0-38,0 1-42,4 0-33,0 1-31,0-1-29,2 2-29,0-2-64,3 2-80,0 1-29,2-2-8,0 1 8,3 1 15</inkml:trace>
  <inkml:trace contextRef="#ctx0" brushRef="#br2" timeOffset="281312.7128">6997 13543 91,'-1'-3'425,"-2"-1"15,2 2 13,-1-2-25,-2 1-43,3 1-54,-2-1-58,2 0-30,-1 1-16,0-2-12,1 2-9,1 0-17,-1-1-20,-1 1-23,1 0-25,0 1-17,1 0-15,-2 1-12,-1-1-11,2-1-10,-2 2-11,2 0-10,-3 0-9,2 2-5,-3-1-4,1-1-4,1 2-1,-3 1-1,0 1 1,1-1 1,0 1 1,-2 1 3,2-1 0,-1 1 1,-2 1 3,2 0-1,1 3-1,-2-2-1,0 2 2,1-1-2,0 0 0,0 2 0,0-2-1,-2 2-1,3 1-1,0-1-2,-1 1-1,2-2 0,1 3-2,-1-3 0,-1 2-1,2-1-2,1-1 0,1 0-1,-1 2-1,1-3-1,1 1 1,0 1 0,1-2-1,1 0 1,-1 1-2,3-2 1,-1 2-1,1-2 2,1 0-2,0-1 1,2 2 0,1-3 0,-1 1 1,2 0-1,0-1 0,-1-1-2,2 1 0,0-2 0,1 2-1,0-2 1,0-1-1,-1 0 0,1-1 1,0 0 0,-2 1 2,0-2-2,0 0 0,1-2 0,-1 1 0,-1 0 0,0-1 2,1 0-1,-2-1 1,-1-2-1,2 2 1,-2-3-2,-1-1 1,1 2-1,-1-3 0,0 0-1,-1-1 1,2-4 1,-3 2-2,-1-1 0,1-1 0,-2-1 0,-1-1 0,0 0 0,-1 0 0,-1 1 0,1-2-1,-1 2 2,-1 1 0,-1-1 0,1 1-1,-1 1 2,0 2 0,-1-1-2,0 0 0,0 3 0,0-1 0,-2 1 0,2 2-1,-1 0-1,-3-1-2,3 3-4,-3-1-4,0 1-6,2 2-7,-3-1-8,2 0-5,0 1-13,-1 0-14,1 1-18,0 0-20,1 1-28,-1 0-32,2 1-39,-1 0-40,0 1-30,2 0-27,0 1-39,2-1-47,0 0-51,1 1-57,0-2-22,2 1-4,2 0 12,0 0 17</inkml:trace>
  <inkml:trace contextRef="#ctx0" brushRef="#br2" timeOffset="281946.6371">7561 13188 0,'0'-3'46,"-1"0"314,0 1 14,-1 0-10,2 0-24,0 1-43,0-1-54,0 2-24,0-1-12,0-1-6,0 0-3,0 1-2,0 1-3,0-2-6,0 1-9,0 0-13,0 1-13,0-2-19,-1 1-18,1 0-16,-1 1-14,0 0-12,-1 1-7,0 0-7,-1 1-7,2 2-6,-1-2-6,-1 2-5,-1 0-4,2 3-2,-3-2-1,3 3-2,-1-2 1,-1 3-3,2-1 0,-2 2-2,2-1-4,-1 1-1,2 1-2,-2-1-1,2 1-3,1 1-1,-1-2-1,0 1 0,1 2-1,0-3-1,0 1-1,0 0-2,0 0 1,0 1-3,1-3 0,0 1-3,-1 1-2,1-3-6,1 0-9,-1 1-10,0-1-11,-1-1-15,0 0-16,1 0-19,1-1-20,0 1-27,-2-3-33,0 1-29,1 0-29,-1-1-20,1-1-19,1 1-17,-2 0-15,0-2-31,0-2-37,0 0-39,0 0-40,0 0-7,0 0 7</inkml:trace>
  <inkml:trace contextRef="#ctx0" brushRef="#br2" timeOffset="282510.1222">7402 13321 147,'-1'0'318,"1"0"-18,0 0-26,0 0-47,0 0-58,1 0-28,-1 0-17,3 0-9,0 0-4,1 0 0,0 0 1,0 0 0,2 0 0,0-1-1,0 0 2,1 1-4,1-1-4,2-1-7,-1 1-9,0 0-7,2 1-10,0-2-8,-1 1-9,2-2-7,-1 1-5,0 0-5,2 0-6,-1 0-4,-3 0-5,2-2-2,-1 1-2,1 1 0,-2-1-1,0 0 1,-2 1 2,2-2 1,-3 1 2,0 1 0,2-1 2,-3-2 2,0 1 1,-1 1 5,0-1 3,0 2 6,-1-2 6,-1 1 5,-1 2 6,3-3 2,-3 1 0,-1 1 2,0 0 0,0 0 0,0 1-2,0-1-2,0 1-2,0 1-6,-1-2-4,0 1-9,-2 0-7,2 1-6,-1-2-5,-1 2-5,2 0-2,-3 0-3,1 0-1,-1 2-1,0-2 1,-1 2-1,0 1 1,-2 0 0,0 1 0,1-1 1,-3 3 0,2-2 0,-3 1 1,2 0-3,-1 2 2,0 0-1,-1 0-2,1 1 0,-2 0-3,2-1 1,-1 0 0,2 0-2,-2 1 0,1 0-1,0-1 0,2 0-1,-3 1-1,4 0-3,-3-2-4,4 0-6,-1 0-7,-1-1-9,2 1-11,-1-1-12,0-1-12,3 0-12,-1 0-12,0 1-17,2-2-19,-2-1-24,2 1-29,-1-1-24,3 0-23,-1-1-14,-1 0-10,2-1-2,0 0-1,-1-1 3,0 0 1,1-1 0,-1 0-1,1-2 0,0 1 1,0-2 9,-2 0 14,1-2 20,1 1 20,-1-2 22,-1-1 19</inkml:trace>
  <inkml:trace contextRef="#ctx0" brushRef="#br2" timeOffset="282531.8687">7398 13286 0,'0'-8'74,"0"0"55,0 0 10,0 2 4,0-2 2,0 3-5,0 1-9,0-1-13,2 1-17,-1 0-8,-1 0-5,0 1-3,0 1-1,0 0 2,0 1 3,0-1 2,0 1 6,0 0 9,0 1 11,0 0 11,0 0 11,1 1 3,-1 0 2,3 1 0,0-1 1,-2 2 2,2 1 3,1 0 5,0 0 2,-1 2 0,3 1-3,-1-1-9,2 2-10,0 0-13,1 0-15,0 2-8,1 0-5,1-1-8,-1 0-7,0 0-8,1 0-10,2 2-9,-1-3-9,0 0-8,0 1-6,-1-3-6,1 2-3,-2-1-5,2 0-2,0-2-3,-3 1-3,0-1-2,0-1-1,-2 0-2,3 0-4,-3 0-5,-1-1-6,1-1-11,-1 0-11,0 0-17,1 1-16,-2-2-25,0 2-28,0-3-38,-1 0-44,2 0-36,0 0-31,0 0-39,1 0-41,-2 0-59,0-2-66,0 0-28,-1-1-8,2 1 4,-1-2 13</inkml:trace>
  <inkml:trace contextRef="#ctx0" brushRef="#br2" timeOffset="283107.6576">8233 13092 0,'1'-3'108,"1"2"88,-1-3-22,0 1-22,-1 1-22,4-2-21,-3 2-20,0 0-14,-1-2-9,3 1-1,-2 1 3,0 0 5,-1 0 10,1 0 11,1 0 7,-1 0 12,0 0 11,-1 1 10,1 1 12,1-2 8,0 1 9,-1 1 3,-1 0-1,0-2-1,0 0-1,0 1-3,0-1-5,0 1-4,0 0-6,0 1-6,0-2-9,1 1-9,1 0-10,-2 1-10,0 0-11,0 0-6,0 0-5,0 0-6,1 0-4,-1 0-6,0 0-5,0 0-9,0 0-9,0 0-5,0 0-7,0 0-3,0 0-7,0 0-2,0 0-4,0 0-1,0 0-3,0 0-3,0 0-2,1 1-2,-1 0-2,0 1 1,0 0 2,0 1 0,0 1 0,0-1 0,0 2 4,0 1 1,0 0 1,-1 0 2,1 1 0,0 2 3,0-3 2,0 2 1,0 1 3,0 1-1,-1-1 0,-1 0 0,2 2 0,-1-2 1,1 2-1,0 0 0,-1 0 1,1 0-2,0 1 1,-2 1-3,2-1-1,0 0 0,0 1-1,0 0-1,-2 0 0,1 2 0,1-2-1,0 1-1,0 1-1,0-1-1,0 2-1,-1-2 0,0 1-2,1 0 1,0 0 0,-2 0-2,1-1 0,1 0-2,-1 0 2,0 1-2,-1-2 0,1 1 1,1 0-1,-1-1 1,0 0-1,-2-1 0,2-2 0,1 2 0,0-2-1,-1 0 0,1-1-1,0 0 0,0-1-1,0 0-2,0-2-2,0 1-7,0-2-7,0 2-8,0-2-8,0-2-11,0 1-12,-1-1-13,-1 0-16,1 0-20,1-2-24,-1 2-43,0-2-54,-1 0-43,2-1-40,0 0-63,0 0-77,0 0-45,0 0-31,-1-2-11,1-1-2,-3 0 9,2-2 30</inkml:trace>
  <inkml:trace contextRef="#ctx0" brushRef="#br2" timeOffset="283904.731">8633 12915 245,'-3'0'336,"2"0"-21,-1 0-39,0 0-44,1 0-47,1 0-21,0 0-6,0 0-3,0 0 1,0 0 0,0 0-1,0 0-5,0 0-7,0 0-9,0 0-9,0 0-10,0 0-10,0 0-9,0 0-12,0 0-9,0 0-9,0 0-4,0 0-5,1 0 2,1 2 1,-1-1 3,0 2 5,2 1 2,-1 0 2,2 0 2,0 1 1,-1 0 1,1 1 1,1 2-2,1-3-5,-1 3-5,2-2-4,0 3-7,-1-1-7,0 1-5,3-1-3,-3 2-3,4-1-2,-2 1-1,0 0 0,1 1-1,0 0-3,-2-2 0,3 2 1,-2 0-1,-1 0 0,3 1-1,-3-2-2,2 1-1,-1 2-2,0 0 0,-2-1-1,1-1-1,0 1 0,-2 1 0,0 1 0,1-1-2,-1 0-1,-1-1 0,1 2-2,-1-1-1,-2 0 0,2 0-1,-3 0-1,2 0-1,-2 1 0,0-1-1,-1 0-1,0 1-1,-1 1-1,0-2 0,-2 1-1,2 1 0,-3-2 0,2 3-1,-3-2-2,1 2 1,-1-2 1,0 2-2,-2-2 0,0 1 1,0 0-1,1 0 0,-2-1-1,1 0 1,-1 0-2,1-1 1,-1 0 0,2-1 0,-2 0 0,0 0-1,1-2 0,-1 2 0,2-3-1,-1 0 1,0 0-1,2-1 0,-2 0 0,1-1 0,1 1 0,-1-3-1,0 0 0,1-1-1,-1 1 2,3-1-2,-1 0-2,0-1-3,-1 1-4,3-2-5,-2 1-4,0-2-4,0 1-5,1-2-4,-2 0-6,0 0-5,0 0-9,-1-2-12,-1 1-14,1 0-15,0-2-18,0 2-21,0-2-23,-2 2-32,3-1-37,-1 0-32,0-1-29,1 2-37,1-2-37,-2 1-59,2-1-68,2 2-25,-1-3-5,-1 0 6,2 1 14</inkml:trace>
  <inkml:trace contextRef="#ctx0" brushRef="#br2" timeOffset="284946.7459">9592 13067 0,'2'-1'284,"2"1"-25,0-2-45,-2 1-40,-1 0-40,2 1-19,-2 0-13,2-2-3,-2 2 1,0-1 6,-1 0 8,1 1 12,-1 0 10,0 0 9,0 0 7,0 0 3,0 0 2,0 0 1,0 0-4,0 0-4,0 0-6,0 0-5,0-2-7,0 1-8,0 0-8,0 1-11,0-2-12,0 2-9,0 0-9,0 0-8,0 0-8,0 0-4,0 0-7,-1 0-4,0 2-4,-2-2-3,2 2-5,-3 0-2,1 0-2,-2 2-2,0 0-2,-1 1 0,-2 1 1,2 0-2,-3 1 0,2 1 1,-1 0 1,-2 1 1,3 1 2,-3 1 0,2-1 1,0 1-2,-1 2-1,1-1-1,0-1-1,-2 3-3,4-1 0,-3 1 0,3 2-1,0-2-1,-2 2-1,2 0 1,1 0 0,-1 1 0,2 1 0,0 0 0,2 1-1,-1-1 1,2 2-2,0-3 1,1 2-2,0 1 1,1 0-1,0-1 1,2 0-2,-1-1-1,2 2-1,0-2-1,2-1 0,0 2-3,3-2 1,-3 0-1,3-2-1,1 1-1,-1-1 0,2-1 0,0 1-1,-1-2-2,1 0 0,0 0 0,2 0-1,-1-2-1,-2-1 1,2 1-1,0-1-1,-2-2 0,1 1 0,-3-1-4,2-1-4,-1-1-6,1 1-7,-2-2-9,0 0-10,-2-1-13,2 0-12,-3 0-17,0 0-17,-1-1-32,-2-1-42,3 1-44,-4-1-47,2 1-44,-1-2-42,-1 1-62,-1-2-73,0 0-32,2-3-13,-1 0-1,0 0 9,-1-1 11,0 1 454</inkml:trace>
  <inkml:trace contextRef="#ctx0" brushRef="#br2" timeOffset="285581.1504">10240 13376 101,'0'-1'334,"0"0"3,0 0 1,0 1-54,0-3-75,0 3-39,0 0-20,0-3-4,0 2 4,-1 0 0,0-1 0,-2 0-4,2 0-4,0 0-3,-2 1-8,2-1-6,-2 1-9,1-2-8,-2 1-8,1 0-8,0 0-7,-2 2-10,1-2-10,1 2-4,-3 0-5,0 0-3,0 0 0,0 0 0,0 2 2,-2 0 1,1 1-1,-1 1-1,1-1-3,-2 2-3,1 1-1,0 0-1,-2 0 1,4 1-1,-1 0-1,-1 0-2,1 1-2,-2 0-7,3 1-7,-2 0-4,2 0-4,0 2-2,0-3 0,0 2-1,1 1-1,1-1 0,1 1-2,0 1-1,0-2-3,3 2-2,0 0 0,0-2 0,3 2 0,0 0 0,0 0 0,1 2 0,2-4-1,1 1-1,2 1 0,-1-2 0,1 2 1,2-1-2,1-2 0,0 1 1,2-1-2,-3-1 0,4 1-2,-2-2 1,1 1-1,1-3 1,-2 2 0,0-3-1,2 0 0,-1 0-1,-2-2 0,2 1 0,-2-3 0,1 1 2,-1 1 0,0-2 0,-2-2 0,2 1 1,-4 1 0,2-4-1,-4 0 1,3-1-1,-4 1 0,0-4 1,1 1 0,-1-2 1,-2 0-2,-1 0-2,1-3 1,-2-1-1,1 0 1,-2 0 0,0-3 0,-2 1-1,2-2 1,-3 0 0,1 0 0,-2 0 1,0 1-2,1-1-1,-3 0 0,-1 2 1,0-1-1,1 1 1,-2 1 0,0 1 1,0 0-1,-2 1 1,1 1-2,0 0 1,0 1-2,-1 1 0,0 0 0,-1 2 1,0 0 1,1 0 0,0 1-1,1 2-3,-1-2-3,0 3-5,0-1-6,1 1-5,1 2-8,-1-1-9,1 1-12,0 1-12,-2 0-13,4 1-16,-2 2-16,2-1-22,0 0-29,0 2-26,0 0-25,2 1-21,0-2-19,0 3-17,2-1-16,-1 1-31,2 1-42,1-1-41,1 1-42,2-1-12,1 2 0,-1 0 21,4-2 420</inkml:trace>
  <inkml:trace contextRef="#ctx0" brushRef="#br2" timeOffset="286190.7064">10942 13496 0,'-1'1'103,"-3"-1"221,3 0 6,-2 2-37,2-1-62,-2-1-40,2 0-33,-1 0-14,-1 0-4,2 0 0,1 0 2,-1 0 0,1 0-2,0 0-3,0 0-3,0 0-6,0 0-6,0 0-7,0 0-9,0 0-11,0 0-10,0 0-11,0 0-10,0 0-8,0 0-8,1-1-7,-1-1-7,4 2-5,-2-1-4,1 1-4,-1-2-3,2 1-3,1 0-3,1 1-2,0-1-1,1-2-1,1 2-2,-1-1-2,1 1 0,1 0-2,-1 1 2,0-2-1,2 1 1,-3 0 0,3 1 1,-2-2 1,-2 1-1,3 0 0,-2 0-1,-1 1 3,1-2 0,-1 1-1,0 0-2,-1 1 0,-1-1 0,-1 0-1,2 0 0,-1 0-1,-1 1 0,-1 0 1,1-2-1,-1 2 0,-1 0-2,3 0-1,-3-1-2,2 1 0,-1-1 2,-1 1-3,2 0-3,-2 0-6,2 0-6,-2 0-14,3 0-15,-2 0-21,-2 0-23,1 0-23,1 0-24,-1 0-22,0 0-21,-1 0-24,1 0-23,-1 0-42,0 0-50,0 0-46,0 0-48,0 0-12,0 0 1,-1-3 15,0 1 405</inkml:trace>
  <inkml:trace contextRef="#ctx0" brushRef="#br2" timeOffset="286817.7602">11009 13325 0,'-1'-2'209,"-2"2"120,2-2 4,-2 1-44,2 0-65,0 1-49,-1-1-44,0 1-21,1 0-11,1 0-8,0 0-5,0 0-3,0 0-2,0 0 7,0 0 10,0 0 7,0 0 6,0 1 2,0-1-1,0 2-1,0 0-1,0 2-1,0-2-2,0 2 2,0 1 0,0-1 2,0 2 0,0 1-9,0-1-11,0 3-10,0-1-8,0 0-6,0 1-4,0 0-5,0 0-1,0 2-3,0-1 1,1 1-4,1-1-4,0 1-5,-1-2-5,-1 1-8,1 1-6,1 1-4,-1-3-1,0 1-2,-1 1 0,2-1-1,-1 1-2,0-2-2,-1 0-1,3 0-2,-1 0-2,-1-1-2,3-1 1,-3 1 0,-1 0 0,3-2 0,-2 0-2,0 0 0,-1 1 0,1-3 0,1 0-1,-1-1 1,0 1-2,-1-2 0,1 2 0,1-2-2,-2 1-1,2-2-3,-2 2-4,0-3-8,0 0-9,0 1-13,0 1-18,0-2-26,0 0-33,0 0-39,0 0-42,1 0-33,0-2-29,2 1-40,0 1-43,0-2-61,1 0-68,2-3-28,-1 1-7,1 0 4,2 0 12</inkml:trace>
  <inkml:trace contextRef="#ctx0" brushRef="#br2" timeOffset="287458.8204">11600 13223 0,'0'-1'311,"-1"-1"74,0 1 12,-2 0-27,2 0-48,0 1-48,0-2-45,-1 2-24,1-1-11,1 1-9,0-2-5,0 1-9,0 0-13,-1 0-14,1 1-17,-1-2-17,-1 1-15,2 1-16,0 0-12,0 0-10,-1 1-6,1 1-4,-3-1-4,2 1-1,-2 1 0,0-1-1,2 3 1,-2-1 0,2 1 1,-1 3 2,-1-2 1,2 3 0,-3 1-2,3-1-2,-1 3-4,-1-2-4,3 2-6,-1 0-4,0 1-5,-1 0-2,1 1-3,1 0-2,-1 0-2,-1 0 0,1 0-1,1 0 0,-1 0-1,-1 0 0,0-1-1,1 0-1,1 1-1,-1-2 0,0 0 1,1 1-1,0-3 1,0 1-1,0 1 0,-2-3-1,2 0 0,0 1-2,0-2-2,0 0 0,0 1 0,0-2 1,0 1-1,0-1 1,0-1-2,0-1-3,0 2-5,0-3-7,0 0-8,0 1-13,0-1-12,0 0-15,0 0-16,0 0-22,2-2-26,-2 1-32,0 0-34,1-2-28,-1 2-26,1-2-24,-1 1-19,0-2-45,0 0-56,0 0-40,0 0-33,0 0-7,0 0 4,0 0 16,1-1 392</inkml:trace>
  <inkml:trace contextRef="#ctx0" brushRef="#br2" timeOffset="287487.7437">11834 13421 0,'0'-1'81,"0"-2"278,0 2 15,0 0-17,0 1-33,0-2-46,-3 2-49,3-1-24,0 1-11,0-2-9,0 1-6,0 0-7,-1 0-8,1 1-11,0-2-14,0 1-15,0 0-15,0 1-14,0 0-12,0 0-9,-2 0-6,-1 1-5,2 0-1,-2 1-2,2-1 0,-3 1-2,1 1 0,0-1 0,-1 3 1,2-1 0,-2 0 1,2 0-2,-2 2-1,0-1-4,2 2-6,-1 0-8,-1-1-6,2 1-3,-3 2-2,3-3-3,-1 3-3,-1-1-2,3 1-3,-1-1-1,-2 2-4,3-1-2,-2 0-1,2 0-2,0 2 0,-1-3-1,1 1 1,1 0-1,0-1-2,0 1 1,0 0-1,1-1 0,1 2 1,-1-2-1,0 0 0,2 1 1,-1-1-2,3 1 1,-2-1-1,0 0 1,1 0-2,2-1 1,-1 2-1,2-2 0,1-1 0,-2 1 0,4-1 0,-2 0-1,2 0 0,-2-1 0,2-1 0,0 1 0,1-1-2,-1 0 0,2-1 0,-1 0 2,-1-1 1,1 1 0,-1-2-2,1 0 1,-2 1-1,1-2 2,-2 0 0,2 0 1,-1-2-2,0 1 1,-2 0 2,0-2-2,1 1 2,-3-1-3,2-1 0,-2 0 0,0-1 0,1 1 0,0-1 1,-1-3-1,-2 2 1,2-1 0,0-1-1,-1-2 0,-2-1 0,3 2 0,-2-3 1,-2 0 0,2 0 0,-2-1-1,0 0 3,-1 0 0,0 0 1,-1 1 1,0-1 1,-2 1 1,2-1 0,-2 2 1,0 0 0,0 0 0,-2 2-1,1-1 2,1 1 0,-2 1-1,0 1 0,0-1-2,-3 1-1,2 1-2,-1 0 0,-2 1-1,1 0-2,0 0 1,-1 1-1,1 0 0,0 0 0,-2 0-1,3 2-1,-2-1-3,3 1-2,-2 0-5,1 0-6,-1 1-6,1 0-8,-1 1-12,2 0-15,-2 0-17,0 1-19,-1 2-32,3-2-38,-1 2-36,-2 0-38,3 0-29,-2 1-27,3 1-48,2 1-55,0-1-51,1 2-47,2-1-17,1 1-2,0 2 10,3-3 56</inkml:trace>
  <inkml:trace contextRef="#ctx0" brushRef="#br2" timeOffset="288115.8251">12548 12975 0,'-1'-1'290,"-1"1"37,2-2-7,0 2-36,0 0-48,0 0-35,0 0-32,0 0-16,0 0-12,0 0-9,0 0-6,0 0-8,0 0-9,0 0-10,0 0-10,0 0-8,0 0-7,0 0-2,0 0 1,-1 2-3,1-1 0,-1 0-2,0 2 0,-2 1 1,2 1 0,1-1 1,-1 3 4,0-2 1,-1 3 2,2 0-2,0 2 0,0-1-8,0 1-9,0 1-7,0 0-3,2-1-4,-1 1-3,0 1-1,-1-1-3,1 0-1,3-1-2,-3 0-6,2 1-3,-1-1-5,-2-1-4,3 1-4,-1-1-2,-2-1-2,3 1-4,-1-2-1,-1 1 0,-1-1-4,1-1-3,1-1-8,-1 2-10,0-2-11,-1-1-9,2 1-13,-2 0-14,0-2-19,1 1-22,-1 0-19,0 0-21,0-1-20,0-1-24,0 1-18,1-2-18,-1 0-16,0 1-19,0-2-33,0 0-42,0 0-39,-1-3-38,-2 2-3,2-3 12</inkml:trace>
  <inkml:trace contextRef="#ctx0" brushRef="#br2" timeOffset="288763.8128">12452 13114 48,'0'0'298,"1"0"-23,1 0-36,0 0-47,-1 0-53,2 0-28,-2 0-17,3 0-8,0 0-2,-2 1 1,3-1 3,-1 0 5,0 0 3,2 0 4,-1 0 2,1 0 3,0 0 3,0 0-3,3-1-2,-3 0-7,3 1-7,0-2-9,-2 1-6,4 0-10,-2 0-7,1 1-7,-1-2-6,1 1-8,1 0-9,-1-1-9,1 0-6,-2 0-4,0 0-1,0 0-2,1 0 0,0-1-1,0 2-3,-2-3 1,0 1 0,1 1 0,-2-2 1,1 2 4,-2 0 7,0-2 4,-1 1 4,0 1 2,0-1 2,-1 0 2,-2 1 2,2-2 1,-3 1 4,2 2-1,-2-3 0,-1 3-1,1-2 0,-1 2-4,0-2-4,0 1-5,-1 1-4,1-1-3,-2 0-4,-1 0-2,2 1-1,-2 1-3,-1-2 0,2 1-1,-3 0 2,0 1-2,1 0 0,1 0-1,-2 0 1,1 0 0,-1 0 3,0 0 0,-2 1 1,0 0 1,0 1 2,1 0 1,-2 1 2,-2 0 1,3-1 1,-3 2 3,1 0 4,-2 0 0,0 1 1,1 2 1,-1-3 1,-1 2 0,0 0 2,1 1 1,0 0-3,0-1-1,1 1-4,-1-2-2,-1 2-2,2-2-3,1 2-2,0-2-1,0 0 0,0 0-2,2-1-4,-1 2-6,2-1-8,0-1-10,0-2-7,1 2-14,-1 0-17,2 0-22,0-1-24,-1 1-26,0-2-25,2 1-22,0 0-21,-1-1-16,2 1-16,-1 1-23,0-3-26,0 2-57,1-3-69,-1 1-21,2 0-1,1-1 14,0 0 234</inkml:trace>
  <inkml:trace contextRef="#ctx0" brushRef="#br2" timeOffset="289309.5666">12416 13050 0,'0'-1'300,"0"1"-7,0 0-25,0 0-44,0 0-49,0 0-33,0 0-25,0 0-8,0 0-4,0 0 4,1 1 6,1 0 8,0 2 9,-1-2 4,2 2 3,-2-1 4,3 2 2,0 0 0,-2 0-1,2 0-8,0 1-7,-1 0-13,2 0-12,0 0-15,0 1-15,-1 0-13,2 0-14,0 1-9,1-1-5,0 0-5,-2 3-6,1-3-4,2 2-5,-2-1-4,0 2-2,-1-3-3,0 1 0,0 0-1,1-1 1,-1 1-2,-1-1 0,0 0-2,0 1-1,0-1 2,0-1 0,1 1 1,0-2 0,-1 2 1,-1-1 0,1-2-1,1 0 1,-3 1-1,1 0 1,1-2 0,-2 2 1,2-2 0,1 1 3,-1-1 0,-2 1-4,2-3 3,-2 3 3,3-2 0,-2 2-1,-1-2-1,2-1 0,-1 1-3,-1 0-1,2 1 2,-2-2 0,-1 1-1,2-1-1,-2 0-1,0 0 0,1 0-6,-1 0-5,0 1-6,-1-1-8,0 0-15,0 0-19,0 0-24,0 0-29,0 0-31,0 0-33,0 0-28,0 0-23,0 0-47,0 0-54,0 0-55,0 0-54,0 0-23,0 0-7,0-2 8,1 0 200</inkml:trace>
  <inkml:trace contextRef="#ctx0" brushRef="#br2" timeOffset="289928.2699">13216 13139 119,'0'-1'310,"0"1"-21,0-2-34,0 2-27,0 0-25,0 0-13,0-1-10,0 1-3,0-1 1,0 0 3,0 1 1,0-2 0,0 1 0,0 1-3,0-2-2,0 1-7,0 0-5,0 0-14,0 1-14,0-2-17,0 1-19,0 1-16,0 0-14,0 0-8,0 0-5,0 0-4,0 0-3,-1 1-2,0 1-6,-1-1-2,0 1-2,0 0-1,0 2-2,0 0 0,-1 1-1,2-1 0,-2 2 2,2 0-3,-1 2-2,-1-2-2,2 2-3,0 0 0,0 2 1,-1 0-3,1-1-1,1 2-2,-1 0 1,0 1 0,-1 0 0,1 1 1,1-1-1,-1 1-1,0 1-1,-1 1-2,0-2-2,2 2-3,-1 0 0,-1-1-1,1 1-1,1-2-1,-1 1-1,0 1-2,-1-2-3,1 1-1,1 1 2,-1-2-2,0 0 0,-1 0 0,1 1 0,1-1 0,-1 1-1,0-3 0,-2 1-1,2 0-1,1-1 1,-1 1 1,0-1-1,-1 0 0,2-2-1,-1 1 0,1 0 1,0-2-1,0 1 0,-1-3 0,0 2 1,1-1-1,0-2 1,0 0-2,0 0 0,0 1 0,0-4 0,0 2 0,0 0 1,0 0-1,0-2-1,0 0 2,0 1 0,0-2-1,0 2-1,0-2 0,0-1 1,0 1 0,0 0-1,0 1 0,0-2 0,0 0 0,0 0 0,0 0-4,0 0-6,0 0-7,0 0-9,0 0-11,0 1-11,-2 1-15,2-1-15,0-1-17,0 0-19,0 1-30,0 0-37,0 1-38,0-1-38,0-1-35,0 1-33,0-1-70,0 0-89,0 0-33,0 0-9,0 0 4,-2-1 11,-1 1 15,-2-3 468</inkml:trace>
  <inkml:trace contextRef="#ctx0" brushRef="#br2" timeOffset="292004.9611">13699 12937 0,'0'0'217,"0"0"-27,0 0-30,0 0-28,0 0-25,0 0-18,0 0-18,0 0-9,0 0-8,0 0-4,0 0-2,0 0-1,0 0 0,0 0 2,0 0 0,0 0 3,0 0 6,0 0 3,0 0 5,0 0 5,0 0 4,0 0 5,0 0 8,0 0 5,0 0 6,0 0 6,0 0 6,0 0 6,0 0 4,0 0 2,0 0-1,0 0-3,0 0-2,0 0-3,0 0-3,0 0-5,0 0-8,0 0-5,0 0-7,0 0-6,0 0-7,0 0-5,0 0-2,0 0-4,0 0-2,0 0-1,0 0-2,0 0-2,0 0-2,0 0-4,0 0 0,0 0-3,0 0-2,0 0-2,0 0-3,0 0-4,0 0-4,0 0-5,0 0-5,0 0-4,0 0-2,0 0-2,0 0-5,0 0-1,3 1 0,-2 1 0,0-2 1,-1 1-1,1 0 0,2 0 0,-2 1 0,2 0 1,-1 0 1,2 0 0,0 2-1,-1 0 2,1 0 1,1 1 1,1 1 0,-1-2-1,0 2-1,-1 0 0,2 1 0,0 0 1,1 1 0,0 0 1,-2 1 1,1-1 1,2 1 2,-2 1 1,1 0-2,-2-1 1,2 2-2,0-1 0,-1 0 1,-1 1 0,2 2 0,0-3 0,-2 1 0,1 1-1,-1 0 0,0 1 0,0 0 0,1 0-1,-2 0-1,0 1 0,-1 1 1,2-2 0,0 3 1,-1-2 0,-2 1 0,3-1-1,-2 2-1,-1-1 0,1 1 1,-2 0 0,2 0-1,-2 1-1,0-2 1,-1 1-2,0-1 1,0 2-2,0-2 1,0 1-1,0 0-1,-1-2 1,0 1-1,-2-1-1,2 1-2,-3-2 0,2 1-1,-3-1 0,1 0 0,0 1-1,-1-3 1,-1 1-1,1 1 0,-1-2 0,-2 1-2,2-2 0,1 1-2,-2-1 0,-1-1 1,2 1 1,-1 0 0,-1-2-1,2 0-1,0 1 0,-1-2 0,0 0-1,2 0-1,-1 2 2,-1-4-1,0 2 0,2-2-1,-1 2-1,1-2-5,1-1-3,1 1-5,-2-1-5,2-1-5,-1 2-7,2-2-8,-1-1-9,2 2-13,-1-4-12,-2 3-13,3-2-12,-2 0-14,2 1-21,1-1-27,-1 0-29,0 1-31,1-1-24,0-1-23,0 0-27,0 0-31,0 0-53,2 0-67,2-1-28,1-2-10,-2 0 1,1 1 7</inkml:trace>
  <inkml:trace contextRef="#ctx0" brushRef="#br2" timeOffset="292615.826">14437 12940 292,'0'-4'291,"0"1"-42,0-1-63,1 1-45,1 0-37,-1 0-16,0 1-4,-1-1 0,1 0 7,-1 0 5,0 1 8,0 1 4,0-1 6,0-1 1,0 2 1,0 0 3,0 0 3,0 1-1,0 0 0,0-2-5,0 2-8,0 0-7,0-1-8,0 0-10,0 1-10,0 0-9,0 0-7,0 0-8,0 0-6,0-2-9,0 2-8,0 0-5,0 0-4,0 0-1,0 0-1,0 0-1,0 2-1,0 0 1,0 1 2,-1-1 3,1 3 2,-1-2 4,1 4 1,0 0 2,0-1 3,0 1 0,0 2 1,0-1-1,0 1 1,0 1-1,0 0 2,0 0-1,0 1 0,0 0 0,0 0-1,0 1-2,0-2-1,0 2-1,0 0 1,0-2-4,0 0-2,0 1-2,0 0-2,0-2-1,0 2-3,0-2-2,1 0-2,-1-1-3,0 1-2,1-2-1,-1 2-3,3-3 1,-3 1-1,0-1-1,1 0-1,-1 0-5,1-1-9,-1 1-10,0-2-11,0 0-17,1-1-17,-1 1-25,2-1-29,-2 0-27,0 1-26,0-3-26,1 1-25,-1-2-31,0 0-35,0 0-64,0 0-75,0 0-31,0 0-10,0 0 7,0-2 13</inkml:trace>
  <inkml:trace contextRef="#ctx0" brushRef="#br2" timeOffset="293294.9991">14387 13064 0,'-1'-1'29,"1"0"285,0 1 4,0 0-39,0 0-57,0 0-47,1-2-42,1 2-22,1-1-12,-1 0-4,0 1-2,1-2-4,-1 1-2,2 0-3,-2 1 1,3-2-2,-1 1-5,0 0-2,-1 0-3,2 1-6,-1-3-8,1 3-8,-1-2-8,2 0-8,-1 1-6,1-1-6,0 0-2,1 0-2,-1 0-2,1 1-1,1-1-4,-2 1-2,4-2-2,-3 1-1,3 0 0,-2 0-1,0 0 1,1 0 1,0-1-1,-3 2 0,3-3 1,-2 1 0,-2 1-1,2 0 3,-1 0 2,-1-1 2,-2 2 4,2-2 3,-1 1 5,-2 1 4,2-1 3,-3 0 4,3 0 6,-3 1 2,2-2 1,-2 0 1,0 2-3,-1 0 1,2-1 0,-1 1-2,-1 0 1,0-1-3,0 2-2,0 0-4,0 0-4,0 0-3,0 0-1,0 0-2,0 0-2,0 0-2,0 0 0,0 0-3,-1 0-1,-1 0-2,0 0-2,-1 0-1,-2 0-3,2 2-1,-2-1 0,-3 2-2,2-2-1,0 0-1,-3 5 2,0-3 1,0 2 1,0 0 2,-2 0-1,1 0 2,-2 2 0,1-2 1,1 2 2,-1 0 0,1-1 2,-1 1-2,2-1 0,-2 0-1,1 0 0,2-1-4,-2 1-1,2 0-1,-2-1 0,4 0-2,-1 0 0,-1 1-3,3-2-1,0 0-7,-1 1-7,1-2-10,1 2-11,-1-1-20,2-1-26,0 0-27,-1 1-30,3-1-24,-1 1-24,-1-2-21,2 0-18,0-1-29,-2 2-32,2-2-61,0 0-73,-2 0-28,3-1-7,0 0 12,0 0 88</inkml:trace>
  <inkml:trace contextRef="#ctx0" brushRef="#br2" timeOffset="293322.8982">14364 13032 0,'0'-3'44,"0"1"276,0 0 11,1 1-33,-1-2-55,1 2-43,1 1-40,-1-2-14,-1 1-5,1 1 0,-1-1 4,0 1 2,0 0 2,0-2-2,0 1-2,0 0-8,1 1-7,-1-2-9,3 1-11,-3 1-14,0 0-12,1 0-10,-1 0-8,0 0-8,1 1-10,-1 1-6,3-1-5,-1 2-1,-1-2-1,2 3 2,-2 0 1,3 1 4,0-1 2,-2 1 2,3 2 0,-1-3-2,1 2-4,0 0-1,0 1 0,1-1-1,0 2 0,0-3 0,3 3-1,-3-2-2,2 0-2,0 1-3,1-1-2,0-1-1,-2 0 0,3 2-3,0-2 0,0 0-2,-1 0-2,1 1-2,-2-2-1,2 0-2,-1 1-2,2-2 0,-3 2 2,0-1 1,1-1 0,0 0 1,-2 1-1,3-1 1,-2 1 0,0-3 1,0 2 2,0 1 1,-1-3 0,0 1-1,0 0-1,0-1-1,-1 1-1,0 0-1,-1-1-1,0 1-1,1-2 1,-2 1 0,0 0 0,-2 1-1,2-2-2,-2 1 0,1 0 1,-2-1 0,0 0-2,1 0 0,-1 0-1,0 0-1,-1 0-2,0 0-2,0 0-1,0 0-4,0 0-5,0 0-8,0 0-11,1 0-17,-1 0-22,2 0-33,-2 0-38,1 0-51,0-1-59,-1 1-75,1-1-83,3 1-67,-3-3-59,2 2-26,-1-2-10,-2 1-3,1-1 2</inkml:trace>
  <inkml:trace contextRef="#ctx0" brushRef="#br1" timeOffset="305989.3896">3959 14504 137,'1'0'189,"2"0"-24,-2 0-23,2 0-22,-1 0-24,-1 0-17,1 0-16,-1 0-10,0 0-4,0 0-1,3 0-1,-3 0 0,0-2 2,1 2 1,0-1 2,-1 0 3,1 0 1,-1 1 1,-1-1 3,1 1 2,0 0 3,1 0 1,-1 0 3,-1 0 1,0 0 1,0-1 3,0 1 1,0 0 2,0 0 0,2-1 2,-2 1 2,0 0 4,0 0 5,0 0 1,0 0 1,0 0-1,0 0 0,0 0 0,0 0-2,0 0 0,0 0-4,0 0 1,0 0-1,0 0-2,0 0-2,0 0-4,0 0-5,0 0-3,0 0-3,-2 0-2,2 0-3,-1 0-2,-1 0-3,0 0-4,1 0-3,-2 0-4,2 0-7,-2 0-4,2 0-5,-4 0-6,3 0-3,-2 0-4,0 1-5,0 0-4,-2-1 0,1 1-1,-1 0-3,0 0-1,0 0-2,-2-1-1,1 2 1,-1-1 1,1 0 2,0 2-1,-1-1 1,-2 0 0,3-1 1,-2 2-2,0-1-2,1 2 0,0 0 0,1 0 0,-1 0 1,2 1 0,-3-1 0,3 3-1,-3-2 0,2 2-1,1 0-1,-3 0 2,3 0 0,-3 2 0,3-1 1,-3 2 0,3-1-1,0-1 0,-2 2-1,2 0 2,1-1 0,-1 2 1,1 0-1,1-2 0,0 2-1,0-1 0,1 1-1,-1-1 1,2 2 1,-1-1-1,2-1 1,0 1 1,0-1 0,1 1 0,0-1 0,1-1 1,0 2 0,0-1 0,2 0 0,-1-1-1,2 1 2,-1-2-2,1 1 1,0 0-1,1-1 0,0 1 0,1-1 0,1-1-1,-1 2 0,0-2-1,0-1 2,3 1 0,-3-1 1,2 1 1,0-2-1,1 0 1,0 0-1,-1 0-1,2-1 2,-1-1 0,2 0 0,0 2 0,1-2 0,0 0 0,-2-1-2,2 0-2,1 0 1,-2 0-1,1-1-1,1 0 1,-2 0 0,0-1 0,1 2-1,-1-1-2,0-1-1,-1 0-3,0 0-5,-2 0-3,2 0-6,-2 0-6,-1 0-8,1-1-9,-1-1-11,-2 2-13,0-1-12,0 0-22,1 0-23,-1-1-23,0 1-22,1-2-23,-2 3-22,1-4-16,0 2-15,1-1-22,-1-1-26,0 1-51,0 0-62,-1-3-25,-2 2-6,2 0 12,-3-1 148</inkml:trace>
  <inkml:trace contextRef="#ctx0" brushRef="#br1" timeOffset="306606.7065">3692 14835 52,'-3'0'186,"1"0"-31,0 0-26,-1 0-23,1 0-20,-1 0-17,1 0-15,-1 0-9,2 0-5,-3 0-3,3 0-1,-1 0-1,-1 0-1,2 0-2,-2 0 0,2 0 0,0 0-2,-1 0-1,1 0-1,0 0-1,1 0 0,0 0-3,0 0 1,0 0-1,0 0-1,0 0 0,0 0 1,0 0 4,0 0 5,0 0 6,1 2 7,0-1 8,1-1 7,-1 0 7,2 1 7,-1 1 4,2-1 6,-2 0 5,3-1 6,0 3 6,0-2 6,0 0 4,1 2 1,1-2-2,1-1-2,-2 1-5,2 0-4,2 0-6,0-1-4,-2 1-6,4 1-6,-2-2-3,1 0-6,0 0-7,0 0-9,1 0-5,0 0-6,0-2-3,-1 1-4,1 1-3,0-1-2,-1 0-3,-1 0-2,0 1-3,-1-1-2,-1 0-2,1-1-1,-3 1-2,3 1 0,-4-1-2,1 0 0,-1-1-2,0 2-3,-1-1-1,-2 1-1,3 0-2,-2 0 0,-1 0-1,-1 0 1,2 0-3,-3 0-4,0 0-6,0 0-11,0 0-14,0 0-20,0 0-30,0 0-34,0 0-33,0 0-32,0 0-27,0 0-28,0 0-50,0 0-63,0 0-51,0 0-44,0-3-18,-1 2-5,-1 1 10,1 0 321</inkml:trace>
  <inkml:trace contextRef="#ctx0" brushRef="#br1" timeOffset="307260.3969">4553 14845 23,'2'-2'320,"2"0"5,-3-1 7,2 3-44,-2-3-66,-1 2-37,1-2-23,-1 2-12,0-1-9,0 0-6,0 2-3,0-1-3,0 0-4,0 0-6,0 1-6,0 0-12,0-1-16,0 1-13,0 0-15,0 0-12,0 0-11,0 0-6,0 0-6,0 0-6,1-1-3,-1 1-6,2 0-3,-1 0-1,-1 0-2,1 0 1,2 0-1,-2 1 0,3-1 0,-2 1 0,-1 0 0,2 0 1,-2 0-1,2 1-1,-2 0-1,0-1 0,-1 2 0,1-2 2,2 2 0,-3-3 1,0 3 0,0-1 0,0 0 3,0-1-1,0 0-1,0-1 3,0 0 2,0 0 0,0 1 2,0 1 2,-3-1 0,2 0 2,1-1-2,-1 1 1,0 0 1,-1 0 2,1-1 1,0 0 2,-2 0 2,2 0 1,-1 0 2,-2 0 1,3 0 2,-3-1 1,1 0 3,1 0 1,-2 0 0,2-2 0,-2 2 0,2-1-2,-1-1-2,2-1 0,-2 3-2,2-2-2,-1-1-1,-2 2-1,3-1-1,-1 0-2,1 1 0,0-1-3,1-1-2,-1 2 0,-1 1-1,1-1 0,1-1-1,0 3-3,0-1 1,0 0-1,0-1-3,0 2-2,1-1-1,1 0-1,-1-1-1,-1 1-2,1 1 0,0-1 0,1 1-1,-1-2 1,1 2 0,1-1 1,-2 0-2,2-1 0,-1 1 1,-1 1 0,2-1 2,-2 0-1,3 1 0,-2 0 0,-1 0-1,1 0 0,-1 0 2,-1 0-1,1 0 0,0 1 0,1 0 0,-1-1 1,-1 1-1,1 1 0,-1-1-1,0 0 0,0 1 0,0-1 0,0 2 2,0-1 0,-1 0 3,1 0-1,-1-1-3,-2 2 1,2-1 1,-2 0 0,1-1-1,-3 2 0,3-2 3,-1 2 0,-1-2 1,2 1-1,-3 0 0,2-2-1,1 2 1,1-1 0,-2 0 3,2-1 2,-2 0 2,2 0 1,-1 0 2,-2 0 0,4 0 0,-1 0 0,0-1-1,-1 0 1,1-1-1,1 0-1,-1 0-1,0 1-1,-1-2-1,1-1-2,1 2-4,0 0-4,0-2-6,0 1-6,0-1-5,0 0-9,0 1-10,0-1-14,0 2-15,1-1-29,1 0-33,-1 1-32,0-1-32,0-1-29,2 2-25,-2 0-41,4-2-48,-3 2-51,2-1-53,0-1-23,1 3-9,0-1 6,0 1 104</inkml:trace>
  <inkml:trace contextRef="#ctx0" brushRef="#br1" timeOffset="308057.9015">5376 14505 0,'0'-3'37,"0"2"272,0 0 4,0 0-39,0 0-59,0 1-44,-1-1-36,1 1-20,0 0-11,0 0-5,-2 0-3,0 0-2,2 0 0,0 0-3,0 0-1,0 0 1,0 0 2,0 0 1,0 0 1,-1 1-1,1-1 1,0 2-3,-1 0-1,0 2-4,-1 0 0,1 0-2,1 1-2,-1 2-3,0-2-1,-1 4-6,1-2-4,1 2-8,-1-1-8,0 1-5,-1 0-6,0 0-4,2 2-2,-1-1-2,0 1-1,-1-1 0,1 2-1,1-1 0,-1 0-2,-1 1-2,1 0-2,0 1-2,1-1 0,-1 1-2,-1 0-1,1 0-3,1-1-1,-1 1-2,0 0-1,-2-1-1,2-1-2,1-1-2,-1 2-3,0-2-2,-1 0 0,1-1-3,1 1 0,-1-2 0,0 0 1,-1-1 1,2-1-1,0 1 1,0-1-1,-1-3-2,1 2 1,0-1 1,-1 1 1,0-3 0,-1 0 0,0 2 1,2-2 2,0 0 2,0-2 0,0 1 0,0-1 0,0 0 1,0 0 0,0 0 1,0 0 0,0-1 0,0-3-2,0 0 0,0 1 0,0-2-1,0 0-3,0-1-1,0-2 1,0 0-1,0-2-1,-1 0 1,-1-2-1,2 1 0,0-3-1,0 1 0,0 0-1,0-3 0,0 2-1,0-2 2,0-1 2,0 2 1,0-1-1,0 0 1,0 2-1,2-1 2,-1 1 0,-1 1 0,4 0 1,-2 1 0,1 1 2,-1-1 0,3 2 0,0 0 0,0 0-2,0 1-1,0-1 0,1 2-1,2-1 1,0 1-3,-2 1 0,2-1 0,2 2-1,-3-1 1,2 1-1,1 0 0,0 1 1,-1 1-1,-1 1-2,1 1 0,0-2 1,-2 3 0,3-1 1,-2 1 0,0 1-1,1 0-1,0 1 1,-2 2 0,2-2 1,-2 3-1,-1 0 0,2-1 1,-3 1 0,0 1 0,0-1 1,-2 1 0,1 2-1,0-1 2,-1 1 0,-1-2-1,-2 3 2,2-3-1,0 3 1,-2-1-1,0 0 2,-2 0-1,0 2 2,1-2 0,-3 1 1,1-2 0,0 2-1,-1-3 0,-2 3 0,1-3-2,-1 3 0,-3-2 1,3 0-2,-3-1 0,0 1 0,1 0-2,-1-2-2,-1 1 1,0 0-1,-1 0 0,1 0 1,-1-1-1,0-1 0,1 0 0,-1 1 1,0-3-1,0 2 0,0-3-1,1 1 1,0 1 0,2-2 0,-1 0-1,0 0 1,3-2-1,-3 1 0,3 1 0,0-1 1,2-1-1,0 1-1,2 1 1,-2-1 0,3 0-1,-3-1 0,3 2 0,0-1 1,1 1 0,0 0-1,0 0 1,0 0-1,1 0 0,-1 0 2,4 0-1,-2 0 0,1 1 0,0 1 1,1-1 2,2 0 1,-1 2 1,2-1-2,1 1 1,-2 1-1,2 1 1,2-1 0,-1 3-1,2-1 1,0-2 1,0 4-2,2-3 2,0 3 0,2 0-2,-1 0 0,1 0 0,1 0 2,1 1 1,-1-1 1,2 1 2,-1-1 3,-1 1 1,2-1 0,-1 0 1,-2 1 2,2-1 1,0 0-1,-1-2 1,-1 3 1,-1-3-1,0 0 3,0 0 0,-2 0 2,1-2-1,-2 1-1,0-1 1,-2 0-2,1-2 1,-3 0 1,2 1 0,-3-1 3,1 0 1,0 0 1,-2-2-1,1 1-4,-3 1-1,1-2-3,0 0-2,0-2-1,-1 1 0,1 0-1,-1-2-2,-1 2-1,2-3-3,-3 2-3,2 0-5,0-2-8,-2 0-6,2 0-9,-2 2-10,2-2-13,-2 0-16,0-1-21,1 1-29,-1-2-32,0 2-40,-1-1-41,1 0-34,3 0-28,-3-1-35,2 1-36,-1 1-57,1-2-62,-1 0-27,3-1-9,-1 0 9,1 3 17</inkml:trace>
  <inkml:trace contextRef="#ctx0" brushRef="#br1" timeOffset="308670.401">6541 14679 318,'0'0'336,"0"1"-24,0 1-41,0-1-44,0-1-44,0 0-24,0 2-13,-1-1-11,1 0-5,0-1-5,0 0-3,0 0-2,0 0-3,0 1-3,0-1-1,0 0-4,0 0-7,0 0-3,0 2-3,1-1-1,1-1-3,-1 1 2,0 1 1,2-1-1,-1 0 1,4-1-2,-2 1-3,1 0-5,0 0-4,4-1-5,-2 1-4,3 1-3,-1-1-7,2 0-6,1-1-7,-2 0-7,3 0-8,0 0-6,-1 0-6,1 0-4,-2 1-2,1-1-3,-1 0-1,-3 0-1,1 2-3,0-1-2,-2-1-2,-1 0 0,-1 0-2,0 1 1,-1-1 0,0 2-2,-2-2 0,1 1-2,-2-1 0,3 0 0,-2 0-1,-2 0-2,1 0-2,1 0-4,-2 0-8,0 0-9,0 0-10,0 0-10,0 0-11,0 0-14,0 0-19,0 0-29,0 0-34,0 0-32,0 0-35,-2 0-24,1 0-20,-1 0-24,-2 1-24,2 1-57,-2-2-72,0 0-27,-2 0-7,0 1 7,-2-1 13</inkml:trace>
  <inkml:trace contextRef="#ctx0" brushRef="#br1" timeOffset="309275.596">6526 14842 15,'-1'4'309,"0"0"-7,0-1-14,-1-1-49,1 2-63,1-1-29,0-1-13,0 1 1,0 0 8,0-1 6,0 2 10,1-1 2,1-2 1,-1 2-3,0-1-3,-1 0-6,3 0-6,-1-2-5,-1 1-3,2 1-3,1-1-2,-2 0-8,2-1-9,0 1-8,-1 0-8,3 0-7,-1-1-6,2 1-5,0-1-2,-1 0-4,3 0-2,-3 0-5,3 0-7,0 0-8,-2 0-9,3 0-8,-2 0-6,0 0-5,2 0-4,0 0-2,-1-1 1,1 1-2,-2-1-1,1 1-3,0-1-1,-1 1-2,1-1-2,0 1 0,-3 0 0,3 0-1,-3 0 0,0 0-1,-2-1 0,2 1-1,-1-1-1,0-1 1,0 2-1,-1 0 1,-2 0-1,2 0 0,-2 0 1,1 0 1,-1 0 2,1 0 0,-2 0-1,0 0 0,1 0 0,-1 0 0,0 0 0,-1 0 0,0 0 0,0 0 0,0 0-1,0 0 0,0 0 0,0 0-2,0 0 0,0 0-2,0 0 0,0 0-1,0 0-3,0 0-5,0 0-7,0 0-8,0 0-12,0 0-15,0 0-18,0 0-24,0 0-25,0 0-43,0 0-49,0 0-41,0-1-41,0 1-45,0 0-51,3 0-56,-1-1-57,2-2-21,-1 2-8,1-2 8,1 2 14</inkml:trace>
  <inkml:trace contextRef="#ctx0" brushRef="#br1" timeOffset="310286.0428">7539 14542 88,'0'-2'314,"1"1"-15,0-2-26,-1 2-32,0-2-35,0 2-17,0-1-11,0 0 1,0 2 3,0-1 6,0-1 4,0 1 3,0 1 0,0 0-4,0-1-5,0 0-10,0-1-13,0 2-14,0-1-19,0 1-16,-1 0-18,0 0-14,1 0-15,0 0-10,-2 0-10,1 1-7,-1 1-5,-2 0-5,3 1-2,-2-2-2,2 3-3,-1 1 0,-1 1-1,2 0 0,-2 2 0,2 0 1,1 0 1,-2 2-1,0-2 1,1 3-1,1 0-2,-1 0-2,0-1-1,-1 2-1,1 0-2,1 0-2,0 1 0,0-1-1,-1-1 1,1 3-2,-1-3-1,1 3-2,0-3 0,0 1 0,0 1-1,0-1-2,0-1 0,0-1-2,0 1 1,0 0-2,0-3 1,0 1-1,0-1 0,0 0-2,0 0 1,0-3 0,0 2-1,0-1 1,0-3 1,0 2 0,0-1 1,0 0 0,0-1-1,1-1 2,0 1 0,-1-2 2,0 1 2,1-1 1,-1-1 1,2 0 2,-2 0-1,0 0 1,0 0-2,0 0 0,1 0-2,0 0 0,-1-3 1,1 1-1,1-1-2,0-1-2,-2 0 0,1-2-2,0 0-1,1-3-1,-1 1-1,-1-1 0,1-1 0,1-1 1,-1-1-1,0-1 0,-1-1 0,0-1 0,1-2 0,1 0-1,-1 0 1,0 0 0,-1 0 0,1 0 0,3-1 1,-3-1-2,2 2 0,-1 0-1,2-1 0,-2 1 0,1 1 2,2 0-1,-1 1-1,-1 0 1,1 3-2,2-1 1,-2 2-2,0 0 1,-2 3-1,2-1 1,1 1 1,-1 2 1,-1 0 0,1 1-1,2 0 1,-2 2-2,1-1 2,0-1-1,2 2 1,1 3 1,-1-2-1,1 0 1,-1 1 0,3 1 0,-2 0 0,0 1 0,1 1-1,0 0-1,-2-2 1,2 3 1,-3 0-2,3-1 0,-2 2 2,-2-1-1,2 1 0,-1 0 0,-1-1-1,-2 2 1,2 0 1,-1 0 2,-2-1 0,1 2 0,-2 0 0,-1-1 1,0 1-1,0 0 2,-1 0-1,-2 1 0,2-1 1,-3 1 0,2-2-1,-3 3 0,0-4 1,0 3-2,0-1 1,0-1 0,-1 2 0,0-2-1,-2 0 1,2 1-1,-3 0 1,3-2-1,-1 0-1,-2 1-1,1-1-2,0-1-1,-1 2-3,1-1-1,0-1-1,-2-1-1,0 1 0,0 0-1,1-1 0,0-1 1,0 2-1,-1-2 1,2 1 1,1-1 0,0 0 1,0 1 1,1-1 3,1-1 1,1 1 1,1 1 1,-1-2-1,0 0 0,3 1 0,-1-1 0,-1 0-2,3 0 0,0 0 0,0 0 1,0 0-1,0 0 1,0 0-1,0 1 2,1-1-1,2 3 1,-2-3 0,3 3 0,-2-1 2,3 2 1,0-1 0,0-1 0,3 2-1,-2 1 1,0 0-1,1 1 1,1-1 0,-1 1-1,2 0 1,0 0 0,-2 1 0,2 0 0,1 1 0,0-2 1,-2 3 1,1-1 0,2 1 2,0-1-1,0 0 0,0 1 3,-1 1 0,1-1 2,1-1 2,-2 0 0,3 1 2,-1-1 0,-2-1 1,1 1-1,-1 0 1,1-3 0,-2 2 0,1-2 0,-3-1 2,3 1 0,-2-2 0,0 2-1,0-1 0,-1-1 0,1-1-1,-2 0 0,3-1 2,-2 0 0,0 1 1,1-1 1,-2-1-1,3 0 1,-3 0-1,3-1 0,-2-1-3,3 1 0,-4 1 0,3-2-1,-3 1 0,2-1 0,-1-1-1,-1 2 1,1-2-2,0 2-2,-2-2-2,0 2 0,0 0 0,-1-1-1,-1 0-2,1-1 1,-1 2-2,0-2-1,0 2-3,-2 0-4,2 0-7,-2 0-9,0 1-11,-1-1-16,1 0-19,1-1-26,-2 2-28,0 0-46,0 0-56,0 0-54,0 0-50,0 0-77,0 0-89,0 0-44,0 0-26,-3 0-5,1-1 2,-1 0 13,-1-2 146</inkml:trace>
  <inkml:trace contextRef="#ctx0" brushRef="#br2" timeOffset="318787.783">695 16046 0,'-1'2'313,"-2"-2"81,2 2 20,1 0-23,-1-2-42,0 1-47,1-1-47,0 0-25,0 0-18,0 0-12,0 0-8,0 0-8,0 0-7,0 0-10,0 0-13,0 0-14,0 0-14,0 0-14,0 0-14,0 0-10,0 0-9,0 0-9,0 0-6,0 0-8,0 0-4,0 0-8,0 0-9,0 0-5,0 0-6,0 0-4,0 0-5,0 0-3,0 0-1,0 0-2,0 0-2,0 0-1,0 0-2,1 0 0,0 0 0,0 0 1,3 0 1,-3 0 0,3 0 1,-2 1 1,2 1 2,2-2 0,-1 1 1,2 0 0,1 0 1,-2 1 1,2-2 1,3 1 1,-1 0 0,0 1-1,1-2-1,2 0-1,0 1 0,2 0 0,0-1-1,2 0-1,2 0 0,0 0 0,1 0 0,1 0 0,1-1-1,2 0 0,-1 1-1,2 0 1,1-2-1,-1 1 0,1 0-1,0 1 1,-1-3 0,0 1 0,-3 2-1,1-2 0,-2 1-1,0 0-1,-3 0 2,-1-1-3,-1 1 0,-1-1 1,-2 1-1,1 0 1,-4 1 0,0-2 0,-1 1 1,-1 0 1,0 0 2,-1 1 0,-2-2 3,-1 2-1,0-1 1,-2 1 1,3-2 0,-4 2 0,2 0 0,-1-1 1,-2 0 0,1 0-1,-1 1-1,0 0-2,0 0-1,-1-3-2,1 2-1,-2-2-2,-1 2-1,-2-2-1,2 0-2,-1 0-1,-1-1 0,-3 0 0,2-2 0,0 1-1,-4-1 1,2-1-1,0 2 0,-1-3 0,-2 1 1,2 0-2,-1-1 1,2 0 1,-2 1 1,1-1 0,-1 0-1,1 2 0,1-2 1,0 2-1,-2-1 1,3 0 0,-2 2-1,3-1 0,0 2-1,-2-2 1,3 1 0,0 2-1,-1 0 0,2-1 0,1 1-1,0 1 0,-2 0-1,4 1 1,-1-2-2,-1 2 1,3 0-1,-1 1 0,1 0 2,0 0-1,0 0 1,0 0-1,1 0 2,0 1 0,2 0 0,-1 2 1,3-2 0,-1 1 1,0 1 1,1 1 1,2 0 0,-2-1-1,4 2 0,-2 0 0,2-1 1,1 2-1,0 0 0,-2-1 0,4 0-1,-2 2 1,1 0 0,-1-1 0,1 1 0,0-1 0,-1 1 0,1 0 0,-2-1-1,2 2 2,-2-2 0,1 3 0,-2-3-1,1 2-1,0-3 1,-1 3 1,0-3 0,-1 2 0,0-1 1,-1 1 1,0-1 0,-2 1 2,-1-2 1,0 2 2,-1-2 0,0 0 1,-1 2 2,-1-2 1,-1 2 1,-2 0 0,2-1 2,-3 1 1,0-1-1,-2 2 0,0-3 0,0 3-2,-3-3-1,2 2-1,-2-1 0,0 1-3,1-1 0,-1 1-1,-1-1-3,0 0 0,0-1-2,3 0 0,-2 0-2,0 1 0,3-2-1,-3 0-1,3-1 0,0 0-4,1-1-3,1 1-5,0-1-6,2 0-9,-3 0-10,4-1-11,-2-1-17,2 1-23,1 0-28,0-1-37,0 0-43,0 0-48,0 0-49,0 0-42,0 0-38,0 0-64,0-2-78,3 1-33,-1-2-17,1 0 4,0 0 9,1 0 20,1-1 389</inkml:trace>
  <inkml:trace contextRef="#ctx0" brushRef="#br2" timeOffset="321311.8608">2551 15431 0,'0'-1'237,"0"1"32,0 0-35,0 0-37,0 0-36,0 0-26,0 0-18,0 0-9,0 0-3,0 0 0,0 0 4,0 0 4,-2 0 6,1 0 5,1 0 3,0 0 2,-1 0 2,0-2 0,-1 2-4,0-1-6,2 0-5,-1-1-8,0 2-6,-1-1-9,1 0-9,1 0-9,-3-1-10,1 2-9,1 0-6,-2 0-7,1 0-8,-2 0-5,-1 0-4,1 2-4,1-1-4,-4 0-2,2 0-2,-1 2-2,0 0 1,-1-1-1,-2 2 0,3 0 0,-2 0-3,0 0 1,0 1 2,-2 0 2,3 1 0,-2 2 1,0-3 1,1 1-1,0 2-1,2 0 0,-3 0 0,3 0 0,-3 1-1,3 0-1,-1 1 1,-2 1-2,4-1-1,-2 1-1,0 0 0,2 2-1,0-1 0,-1 1 0,2 0 0,1 1 0,-1 0 0,-1 1-1,3 0 1,-1 0 0,2 1 0,0-1 0,1 2 0,0 1 0,1 0-1,0 0 0,0-1 0,2 2 0,-1 0 0,3-1 0,-1 2 1,0-2-1,1 0 0,1 1-1,0 0 0,0-1-1,3-1 1,-3 0 0,4 0-2,-2 0 1,1-3 2,0 1-1,1-1 0,0-1-1,0 0-2,0-1 1,1 0-1,-1 0 2,0-3-1,0 1 0,0-2 0,0 1-1,-1-2 0,0 1-1,0-4-2,1 2-2,-2-2-1,0 0-6,1 0-5,-2-1-10,1-1-11,-2 0-16,3-2-16,-3 0-26,-1 0-27,4 0-31,-2-2-30,0 0-26,1-1-21,1 1-27,-2-2-30,3 1-62,-2-2-79,-1 0-29,3-1-6,-3 0 4,2 1 10</inkml:trace>
  <inkml:trace contextRef="#ctx0" brushRef="#br2" timeOffset="321989.7872">3240 15615 0,'0'-6'213,"0"1"121,0 0 11,0 0-38,0 0-61,-1 0-45,-1 2-35,1-3-19,1 2-9,-1 0-3,0 1-1,-2-3 2,2 4 4,0-2-2,-2 0-3,2 1-6,-1 0-10,-1 1-11,2-1-12,-2-1-12,1 2-8,-1 1-9,1-1-7,-2-1-5,2 3-7,-2-1-7,-1 1-7,0 0-5,0 1-3,0-1-2,-1 3-1,0-1-1,-2 0 4,2 1 0,1 1 0,-2-1 1,-1 2 0,3-2 1,-3 3 0,1-1 0,1 1 0,0 1-1,0 1 0,-2-1-1,2 2-1,1-1-2,-1 0-1,-2 1-1,3 1 0,0-1 0,-1 3-1,2-1-1,1 0 2,-1 3-2,-1-3 0,3 4-1,-1-1-1,1 1-1,-1-1 0,3 1 0,-1 0 2,0 0-1,1 2 0,0-2-1,1 0-1,0 1-1,0-2 0,2 1 0,-1-1-1,2 0 1,1 2-1,-1-1-2,-1-1-1,3 0-2,1 0-1,-1-1 0,0 0-1,3 0 0,-1-1-2,0-1 1,1 0-2,-1 0 1,1-1-2,1-1 0,0 0 0,0 0-1,0-1 2,1 0 0,-1-1-2,0 1 1,2-3 1,0 1-1,0-1 1,-1 0 0,0-1-1,2-1 1,-1-1 0,-2 1-3,3-1-2,-1-1-6,-2 1-8,2-2-10,-2 0-11,1-2-11,1 1-12,-2-1-15,1 0-16,-2 0-24,0-2-30,0 0-30,1-1-28,-2 2-22,0-2-21,0-2-17,-1 2-11,-1 0-29,1-2-33,-1 0-44,-1 1-48,-2-3-15,1 1 2,0-1 15,1 1 327</inkml:trace>
  <inkml:trace contextRef="#ctx0" brushRef="#br2" timeOffset="322628.0996">2945 15835 3,'0'1'297,"0"-1"-25,0 2-39,0-2-39,0 1-43,0 0-27,-1 0-20,1-1-11,0 1-3,0 0 1,0-1 6,0 0 9,0 0 12,0 1 10,1 1 11,1-2 4,-1 1 5,2 0 2,-1 1 0,2-2 0,1 0-1,0 0 2,0 0-1,1 0-1,1 0-4,1 0-9,0 0-10,0 0-12,3 0-14,-2 0-8,2-2-8,-1 1-7,1 0-5,0 1-6,-2-2-3,2 1-7,-1 0-7,1 1-7,-1 0-8,1 0-6,0 0-6,-2 0-4,1 0-1,0 0-3,-1 0-1,-2 0-3,2 0-1,-3 0-2,0 0 0,1 0-1,-2 0 0,-2 0-1,1 0 0,2 0-2,-3 0 1,-1 0-2,1 0-1,-2 0 0,1 0 0,1 0 0,-1 0 0,0 0 1,0 0-1,-2 0 1,1 0-2,1 0 0,-1 0 1,0 0-1,-1 0 0,1 0 0,1-1-1,-1 1-2,0 0-5,-1 0-10,0 0-9,0 0-15,0 0-17,0 0-20,0 0-24,0 0-42,0 0-47,0 0-40,0 0-36,0 0-49,0 0-54,0 0-58,0 0-60,0 0-23,0-1-5,4 0 6,-2 0 14</inkml:trace>
  <inkml:trace contextRef="#ctx0" brushRef="#br2" timeOffset="326930.0281">4052 15928 148,'-2'0'152,"-2"0"-20,3 0-18,-2 0-15,2 0-15,1 0-13,-1 0-12,0 0-8,-1 0-3,1 0-3,1 0-1,0 2 1,-1-2 0,0 0 1,-1 1 3,0 0 0,2-1 2,-1 1 3,-2-1 3,2 2 4,-2-1 3,2 0 5,-1 0 2,-1-1 4,2 0 3,0 1 4,-2 0 5,2 0 3,1-1 3,-1 0 3,0 2 3,-1-1 0,1-1 1,1 1-1,-1-1-1,0 0-2,-1 0 0,1 0-4,1 0-2,0 0-3,0 0-4,0 0-5,0 0-4,0 0-4,0 0-6,0 0-3,0 0-4,0 0-3,0 0-3,0 0-4,0 0-5,0 0-3,0 0-2,0 0-3,0 0-2,0 0-3,0 0-2,0 0 1,0-1 0,1 0 2,1 1 2,-1-2-1,0 2 2,0 0 0,2 0 0,-1 0 1,3 0 1,-1 0 1,0 0 1,1 0-2,1 0 1,-1 0-2,1-1-2,0 1-3,2-1-4,-2 0-2,3 1-4,-2 0-1,3-1-3,-2 0-2,1 0-2,0-1 0,1 2-1,0-1 0,0 0-2,1 0-2,-1 1 0,1-2-2,-1 1 1,0 0-1,0-1 0,0 2-1,-1-1 0,1 0-1,-3 1 1,3-2-2,-4 1 0,3 0 0,-3-1 0,-1 2 1,1-1 0,-1 0 0,-1 0 0,1 1 0,-1 0 0,-2 0 0,1 0-1,-1 0 1,-1 0 1,2 0-2,-2 0 1,-1 0 0,1 0-1,2 0 0,-3 0 0,0 0-1,0 0 2,0 0-2,0 0-2,0 0-3,0 0-4,0 0-6,0 0-10,1 0-12,-1 0-12,0 0-19,0 0-18,0 0-23,0 0-27,0 0-32,0 0-30,-1-2-25,-2 1-23,2 1-17,1-2-13,0 2-18,0 0-19,0 0-37,-2 0-42,-1-2-25,2 1-18,-3 1 8,2-2 33</inkml:trace>
  <inkml:trace contextRef="#ctx0" brushRef="#br2" timeOffset="327628.1224">4138 15802 0,'-1'-3'136,"0"1"150,-1 1-14,1-2-36,1 1-49,-1 0-33,-1 0-30,1 0-12,0 0-5,1 2 1,-1-3 3,-1 2 3,1-1 4,1 1 1,-1 0-1,-1 0-3,2 1-2,0-2-1,-2 1 0,1 0-2,1 1-1,0-1-5,-1 0-4,1 0-6,0 1-5,0-1-5,-1 1-5,1 0-6,0 0-8,0-2-8,0 2-5,0 0-7,0 0-8,0 0-5,0 0-8,0 0-3,0 0-3,0 0-4,0 0-4,0 2-2,0-2-4,0 1 0,0 1 0,0-1 1,1 1-1,0 0 2,-1 0 1,1 1 2,1 1 3,0-3 1,-1 2 0,2 1 3,-2 1 1,1-2 1,1 0 1,-2 3 2,2-2 0,-2 0 1,3 1 4,-2 0 1,-2-1 1,1 2 1,2-1-1,-2 1 0,-1 0 1,1 0-1,1 2 0,-1-3-1,0 3-1,0-3-2,1 1 1,0 1-2,-2 1-2,1-1-4,0 2-3,1-4-1,-1 1-1,-1 1-3,1 0 0,1-1 0,-1 1-2,0 0 0,-1-1 0,1 2-1,1-3 0,-1 3 0,0-3-1,-1 2-1,1-2 0,2 1 1,-2 0 0,0-1-2,-1 1-1,1-1 0,1 1 1,-1 0-1,0-1 1,-1 0-1,1-1-1,1 0-1,-1 0 1,0 1 0,-1-2 1,0 0 0,1 1-2,-1 0 1,2-2 1,-2 2 0,0-2-1,0 1 0,2-1-2,-2 0 2,0-1 0,0 2 1,0-2-1,0 0 0,1 1 0,0-2-1,-1 1 0,2 0-1,-1 0 0,-1 1-3,0-2-6,0 0-11,0 0-11,0 0-17,0 0-16,1 0-31,1-2-35,-1 1-39,0-1-41,-1 0-33,3 0-31,-1-1-63,-1 0-78,3-1-47,-2-1-35,2 1-9,0-2 3,0 0 11,1-1 249</inkml:trace>
  <inkml:trace contextRef="#ctx0" brushRef="#br2" timeOffset="336742.3115">5068 15840 0,'0'-2'195,"1"0"-19,1 0-23,-1 1-22,-1-2-20,0 2-17,0-2-16,0 3-14,0-1-10,0 1-7,0 0-6,0 0-3,0-2-2,0 1-3,0 0-2,0 1 0,0-2-1,0 1 0,0 0 2,0 1 0,0-1 2,0 1 2,0 0 3,0 0 3,0 0 3,0 0 3,0 0 3,0 0 4,0 0 4,0 0 4,0 0 2,0 0 4,0 0 1,0 0 2,0 0 3,0 0 2,0 0 1,0 0 0,0 0 2,0 0 1,0 0 2,0 0-1,0 0 0,0 0-3,0 0-2,0 0-4,0 0-2,0 0-3,-1 0-4,-1 0-4,1-2-6,1 2-4,-1 0-5,0 0-5,-2 0-3,2 0-6,1 0-6,-1 0-4,-2 0-1,2 0-3,-1 0-4,-1 0-1,2 0-4,-2 2-1,1-2-1,-1 1-2,1 1 0,-1 0 0,1 2-1,-2-3-2,2 2 1,-2 1 0,0-1-1,2 1 0,-2-1-1,2 1 1,-2 1 1,0-1 0,2 1-1,-1 1 0,-1-2-1,2 2 0,-3-1 0,3 2 1,-1 0-2,-1-1 2,2 0-1,-2 1 1,2 0 0,-1 1 1,1-2-1,-1-1 0,1 3 0,-1-2 1,2 1 0,-3-1 0,3 1-1,-1-1 1,-1 2 0,3-2-1,-1 1 0,1-1-1,0 0 1,0 1 1,0-1 0,1-1 0,-1 0-1,1 2 2,2-2 0,-2 0 1,3 2-1,-2-3-1,-1 2 2,3 1 0,-1-3 3,-1 2-1,3 0 0,-1-1 1,0 0 2,-1-1 0,1 1 0,2 0 3,-1-1 0,1-1 1,2 1 2,-2-1 2,0 0 1,3-2 1,-3 1 1,4 0 2,-2-2 1,0 0 3,1 0 2,2 0 5,-2-2 3,2 1 3,-1 0 3,1-1 1,0 0 1,1-2 1,0 1 0,-1 1-2,0-1 2,2-2 0,-1 1-1,-2 0-1,1-2-4,-1 1-5,0 0-3,-1 0-2,-1-1-4,0-1-3,2 0-1,-4 2-1,3-4-2,-3 2 0,-1-1 0,2 0-1,-2 0-3,0-1 0,0 1 0,0-1 0,-1 1 0,0 0-2,-2-1 0,1 1 2,-2-1 1,1 1 1,0 0-1,-1-1 0,-1 1-2,0 1 1,0-1 0,0 0-1,-1 1-1,-1-1-1,0 1 2,1 0-3,-2-1 0,1 2-2,-2-1 0,1 1-1,0-1-1,-2 0-1,1 1-1,-1-1 1,-1 1-2,1 0 0,1 1 0,-1-1 2,-1 2-1,0 0 0,0-2 1,-2 1-2,3 2-1,-1 0 0,-1-1-1,0 0-1,0 1 1,2 2 0,-3-2 0,1 1 0,0 0 0,-1 1-2,1 0-1,-1 1 1,0 0 0,0 0 1,-2 0-2,3 0 0,-2 1-1,0 0 0,-1 1-2,2 0-3,-2 1-4,1 0-2,-1 0-3,3 1-5,-2 0-2,0 0-7,2 1-5,-2 1-9,0-1-10,2 3-12,-1-3-14,1 2-14,2 1-13,-1-1-18,0 0-22,1 1-24,1 0-23,0-1-21,2 0-19,-2 1-17,4-1-14,0 0-15,0 1-16,4-1-31,-2 1-41,-1 0-32,3-2-29,-1-1 2,0 3 15</inkml:trace>
  <inkml:trace contextRef="#ctx0" brushRef="#br2" timeOffset="337486.3254">5760 15799 38,'0'-2'290,"1"-1"-31,1 0-48,-1 0-45,0 0-41,-1 1-19,0 0-10,0 0-1,0 0 0,0 0 3,0 1 3,0-2 4,0 2 5,0-1 4,0 0 2,0 0 3,0 0 3,0 0 4,0 0 3,0 1 1,0-1-1,0 1-3,0-2-3,0 1-4,0 0-2,0 0-5,0 0-7,0 1-5,0 0-7,0 1-4,0 0-5,0 0-6,0 0-3,0 0-5,0 0-5,0 0-2,0 0-3,0 0-5,-1 0-6,0 0-3,-2 0-3,2 0-3,-2 0-4,0 1-2,0 2-6,-1-2-3,1 2-3,-1-1-2,-1 1-2,0 0 0,0 2-1,0-1 1,0 0 0,0 1 1,0 1-2,-1 0 0,1 0-3,0 0 0,0 1-1,-1-1-1,1 3-1,0-3 1,-1 2-3,1-1-1,0 1 0,-1 0-2,2-1-1,0 0-1,-1 1 0,0 0 2,3-1-2,-2 0 1,1 1 1,1-2-2,1 2 1,-2 0 0,3 0 1,-1 1-1,0-2-1,-2 2 2,3-2 0,0 2-1,0-3-2,3 2 1,-2-1 0,0 1 0,-1-1-2,1 0 1,2 1-1,-2-1 0,2 2 0,-2-3 1,3 2-1,-2-1 0,3-1 1,-1 0-1,0 1 1,-1-1 0,2 0-1,0 1 2,0-3-1,3 2 2,-2 0-1,0-1 1,1-1 0,1 0 0,1 0 1,-2 1 1,3-1 1,-1-3 0,1 2 0,-2 1-1,4-3-1,-2 1 0,1 0 1,-1-2-1,1 0 0,0 0-1,-1 0 0,1 0-2,-1-2 2,0 1-1,-1-1 0,1 0 1,-2 0 1,1-1 0,0 0 1,-1-1 0,1 1-1,0-2 0,-3 0 0,3-1 1,-2 2 0,-1-4-1,3 1 0,-3 0-2,2-1-1,-2-2-1,0 0 1,-1 1-1,0-2 0,0 0 0,0-1 1,0 1-1,-1-1 1,-2 0 1,2 1 0,-3-2 0,2 0 2,-2 1 1,-1 0 2,0 0 0,0 0-1,0 1 0,-1-1 0,-2 1 2,2 1-1,-3-1 0,2 0 1,-2 1-1,-1 1-2,0-1-1,0 2-2,-2 0 1,0-1-3,1 1 1,-4 0-1,3 1-1,-2 0 0,-1 1 0,-1 0-2,2 0 0,-3 1-2,0 0-1,0 2-3,0 1-2,-2-2-5,3 2-7,-4 1-6,1 1-8,1 1-7,-2 1-10,2 0-12,0 1-15,-1 0-14,-1 1-22,4 1-23,-3-1-27,2 1-31,2 0-26,0 1-22,3-1-18,-2 1-15,4 0-15,0-1-16,1 0-33,3 2-40,-1-2-36,2 0-35,2 0-3,0 0 11</inkml:trace>
  <inkml:trace contextRef="#ctx0" brushRef="#br2" timeOffset="338364.359">6406 15553 70,'0'-3'152,"1"2"-12,2-1-13,-2 0-13,0 1-12,-1 0-12,1 0-10,1 1-7,-1-1-4,0 0 0,-1 0 1,0 1 5,0-2 5,1 1 7,-1 0 6,0-1 8,0 2 8,0-1 6,0 0 7,0 0 6,0 1 8,0-1 4,0 0 5,0 0 1,0-1 1,0 2-3,2-1-4,-2 0-8,0 1-9,0 0-9,0-1-11,0 1-11,0 0-11,0 0-12,0 0-13,0 0-11,0 0-8,0 0-9,0 0-7,0 0-7,0 0-4,0 1-4,0 1-3,-2 0 0,1 1 0,1-1-2,-1 2 2,0 0 0,-1-1 1,1 2-1,1 0 1,-1 0 0,0 1 2,-2 1 1,2-1-1,1 1 0,-1 0 1,0 1-1,-1-1-1,1 1 1,1-1 0,-1 1 0,-1 1-3,2-1 1,0 0-2,0-1 1,0 0 0,0 1-2,0 0 0,0-1-2,0 1 0,0-2 1,0 1 0,2-1 0,-1 0 0,-1-1-1,1 1 2,1 0-1,-2-2 0,0 1-4,0-1-4,0-1-5,1 2-5,-1-1-10,0-2-14,0 0-17,0 2-19,0-3-18,0 1-20,0 0-17,0 0-20,0 0-17,0-2-20,0 0-13,0 0-12,0 0-10,0 0-9,0 0-13,0 0-15,0 0-27,-3-2-29,1 0-18,-2 0-9</inkml:trace>
  <inkml:trace contextRef="#ctx0" brushRef="#br2" timeOffset="339081.6173">6274 15670 0,'0'-2'235,"0"1"29,0 0-36,0 0-38,0 1-39,0 0-25,0 0-21,0 0-12,0 0-8,0 0-1,0 0-1,0 0-1,0 0-2,0-2-1,0 1-2,2 0-1,-1-1 1,0 2-2,-1-1-3,4 0-1,-2 0-1,-1 1-1,3-1-1,-1 0-4,0-2-1,2 2-1,-1-1-3,1 0-2,0 0-4,1 0-3,0 1-5,1 0-4,0-3-4,1 1-5,0 1-4,0-1-4,0 0-3,1 1-4,-1-2-1,0 1-5,1 1-3,0-1-2,-2 0 1,3 1-2,-4-2-1,3 2 1,-3 0 1,2-2-2,-1 1 0,-2 1-1,1-1 1,0 1-1,-1 1 1,0-1 4,0 0 4,-1 0 1,1 0 0,-2 0 0,-1 1 1,3-1 1,-4-1 2,2 2 1,-1-1 4,-1 0 2,1 0 5,-1 0 3,0 1 0,-1 0 0,1-2 0,-1 0 0,0 2 2,0 0 2,0 0 2,0 1 0,0 0 0,0 0-1,0 0-3,0 0-3,0 0-2,0 0-4,0 0-3,-1 0-3,1 0-2,-2 0-1,-1 0-2,2 0-2,-2 0 0,1 0-3,-3 0-2,3 0 0,-1 1 0,-2 0-3,1 0-1,-1-1 1,2 3 0,-2 0-1,0-2-1,-1 2-1,-1 1-1,1-1 0,0 2 0,-2 1-2,1 0-1,0 0 1,0 2 0,-1-3 0,0 3 0,-2-2 1,3 3 0,-2-2 0,3 1 2,-2-1 0,1 1-2,-1-1 0,1 0 0,2 1 0,-1-2-1,0 2-5,1-1-6,0-2-9,1 1-7,-1-1-13,0 1-14,3-1-15,-1-1-18,1 0-12,-2 0-15,3-1-11,-1-1-13,1 0-8,0 0-8,1 0-7,-1-1-7,-1 0-4,1 0-2,1-1 2,0 0 7,0 0 9,0 0 8,0-1 9,0-1 7,0 0 3,0 0 2,0-2-3,0 1-3,0-1-5,0-1-5,0 1-1,0-1-2,0-2 1,0 1 0</inkml:trace>
  <inkml:trace contextRef="#ctx0" brushRef="#br2" timeOffset="339679.4012">6289 15594 0,'0'-7'49,"0"2"87,0-2-6,1 3-7,1-1-9,-1 0-11,-1 1-13,1 1-10,0-1-12,1 1-5,-1 0-3,-1 1 2,0-1 0,0 1 0,0 0 1,0 0 2,0 2 1,0-1 4,0 1 4,0 0 3,0 0 7,0 0 7,2 0 4,0 1 7,0-1 7,-1 2 5,2 0 4,-1 0 3,2 0 4,0 0 1,-1 2 3,1-2-2,0 1-3,1 1-6,1-2-5,-1 4-8,0-3-6,1 2-8,0 1-8,1 0-7,-1-1-7,0 2-5,-1-1-5,1 1-4,-2-1-2,1 2 1,0-2 0,2 2-1,0-1-2,0 0-3,-2 0 0,0 0-5,0-1-1,1 1-2,0-1-3,-1 0 0,1 0-2,0-1-2,-1 1-3,1-1-4,-3-1-6,1 0-2,1 0-2,0 0-2,-1-2 0,-2 1-1,2 1 0,-1-3-1,-1 2 0,3-3 1,-3 1-2,2 0 0,-1 1 1,-1-2-1,-1 1-1,2 0-1,-3-1-2,2 0-1,0 0-1,-2 0-1,1 0 1,-1 0-4,0 0-3,0 0-8,1 0-8,-1 0-15,1 0-17,1-1-19,-1 0-22,-1 1-39,0-2-46,0 0-39,0 2-38,0-3-40,-1 2-42,-1-3-62,1 1-69,1 1-33,-2-1-15,-2 0 1,3 1 11</inkml:trace>
  <inkml:trace contextRef="#ctx0" brushRef="#br2" timeOffset="360039.0161">6777 15505 0,'0'0'151,"0"0"99,0 0-40,0 0-36,0 0-35,0 0-25,0 0-22,0 0-12,0 0-7,0 0-3,0 0-1,0 0 0,0 0 1,0 0 0,0 0 1,0 0 3,0 0 1,0 0 2,0 0 0,0 0 2,0 0 1,0 0 3,0 0-1,0 0 0,0 0 0,0 0 1,0 0-3,0 0 1,0 0-2,-1 0 0,1 0-2,-1 0-2,0 0-1,1 0-3,0 0-3,0 0-3,0 0-3,0 0-5,0 0-2,-2 0-5,0 0-2,2 0-5,-1 0-5,1 0-4,-2 0-2,1 0-4,1 0-4,0 0-2,0 0-4,0 0 2,0 0 1,0 0 1,0 2-1,0-1 2,0 2 1,1 0 2,1-1 0,-1 1 1,-1 1 0,2 0 1,1-1 1,-2 2 3,2 0 1,-1-1 0,-1 1-4,2 0 3,-2-1 0,3 2 1,-2 0 0,-1-1-1,2 1 1,-2 0 1,2 1-2,-2-1 0,1 1-2,1 0-1,1-1-3,-2 2-1,2-2-2,-2 2-4,2-1-3,0 0-3,-2 2-1,2-3-1,-2 2-2,1-1-1,1 0-1,-1 1 0,1 1-1,-1-1 0,-1 1 0,2-1 0,-2 0 1,3 1-1,-2-1 1,-1 1 0,2-1-1,-1 0 0,-1 0-1,3-1 1,-3 1 1,2 0 0,-1-1 1,-1 0 0,3 1-1,-3 0 0,1 0 0,-1 1-1,1-1 0,-2 1-1,2-1-1,-2 0 1,0-1 1,2 1-2,-2 1 0,-1-2 0,0 2-1,0-2 0,0 2 0,0-3-1,-1 4 2,-2-1-2,2-1 2,0-1-2,-2 0 1,2 2 0,-2-2-2,1 1 2,-2 1 0,1-2-2,-1 2 1,0-3 0,-1 2 1,1-1-2,0 2 0,-2-3-1,1 2 1,-1-1 0,1 1-1,0-2 1,0 1 0,-1-1 0,1 1-1,0 0 1,-1-1 0,1-1-1,0 1 0,-1 0 1,1-1 1,1 1-1,-1-1 0,-1 0-1,2 0-1,1-1-1,-1 2-1,-1-3 2,1 1-1,-1-1 1,1 1-1,1 0 1,-2 0 0,1-1 0,0-1-1,0 1-1,0 1 1,0-2 0,0 0 0,-1 2 0,0-2 0,2 1-2,-1-2-2,0 1 0,0-1-1,-2 1-2,2 0 1,1-2-4,-1 1 0,-1 0-3,0 1-2,1-1-2,0-1-3,2 1-2,-3 0-5,3-1-5,-1 0-6,-1 0-9,2 0-5,-3 0-9,3 0-8,-1 0-12,-1 0-12,3 0-18,-2 0-17,2 0-26,-1-1-29,-2 0-20,3 1-21,-2-1-14,2-1-11,1 2-21,0-2-26,0 2-47,0-3-60,0 1-22,1-1-2,2-1 10,-1 0 217</inkml:trace>
  <inkml:trace contextRef="#ctx0" brushRef="#br2" timeOffset="361413.0908">7622 15616 0,'-1'-2'23,"1"1"248,0-1-23,0 0-29,0 1-30,0 0-27,-1 0-25,1 1-16,0-2-11,0 2-5,0 0-3,0 0-1,0-1 1,0 1 0,0-1-1,0 1 0,0-2-1,0 2-6,0 0-6,0 0-6,0 0-7,0 0-5,0 0-5,0 0-2,0 0 0,0 0-2,0 0 1,-2 2-4,1-1-1,1 0-2,0 1-1,0-1-1,0 1 1,0 2 0,0-1-1,0 2-1,0 0 0,0 0-3,0 2-4,0 0-4,0 1-4,0 0-3,-1 1-2,-1 0-2,1 2-2,1-2-2,-1 2-1,0-1-3,-2 2-1,3-2-2,-1 2-3,0 0-2,-3-2-2,4 1-3,-1 1 1,0-1-1,-1 0-1,1 1-1,1-2-2,-1 1-1,0 2 1,-1-4-2,1 1 1,1 0-2,-1 1 0,0-2 0,-3-1 0,4 3 2,-1-3-1,-1 1 0,1-1-1,0 0-1,1-1 1,-1-1-1,-1 2 0,2-3 0,0 0 0,0 0 0,0 0 2,0-2 0,0 1-2,0-1-1,0 1 1,0-4 0,0 2-2,0 0 0,0 0-2,0 0 0,0-2-1,0 0-6,0 0-7,0 0-20,0 0-22,0 0-32,0 0-34,2 0-30,-1-3-27,-1 2-26,2-3-18,1 1-41,1-1-47,-2-1-57,2 0-58,0-2-25,-1 0-9,2 0 11,0-1 213</inkml:trace>
  <inkml:trace contextRef="#ctx0" brushRef="#br2" timeOffset="362116.0693">8425 15355 0,'3'-3'159,"-2"-1"152,2 3 9,-2 0-42,-1-1-63,1 1-35,1 0-21,-1-1-5,-1 2 2,0 0 4,0 0 6,0 0 3,0 0 1,0 0-4,0 0-3,-1 0-6,-1 0-10,1 0-9,-2 0-10,2 0-12,-1 0-11,-1 2-9,-2-1-10,2 0-7,-1 2-4,-1 0-5,-2 1-2,0-1-3,1 2 0,-3 0-2,3 1-1,-4-2-3,3 4-4,-2-3 0,0 3 0,1-1-3,-1 1-4,-1 0-4,0 1-5,0 0-4,1 0-2,0 1-3,0 1 0,-1 0 0,0 0-1,0 0 1,1 1-1,-2-1-2,1 3-2,1-3-3,0 1 1,1 0-1,-2 0-3,4 2 0,-2-1-2,1 0 0,1 1-2,0-3-1,0 3-1,2-1-1,0 0-1,0 0 0,-1 0-1,4 0-1,-1 0 1,0 1-1,1 0-2,1 0 0,0 0 0,1 0 0,1 0 0,0 0-1,-1 0-2,4 0 0,-2-1 0,0 2-1,1-1-1,0-1 0,2 2 0,-1-1-1,0 1 2,1-2 0,-1 0-1,2 0 0,0-1 1,-1 0-2,-1-1 0,2 0 0,0 1 0,-1-2 1,0-1 0,0 1-2,1-1 1,0-1-2,-2-1-3,0-1-2,1 2-5,-1-4-5,0 2-8,0-1-8,-1-1-8,0 0-15,-1 0-15,1 0-18,1-2-20,-3 1-28,2-1-37,0 0-37,0 0-38,1-2-29,-2 0-25,2 0-33,3 0-39,-2-2-52,0 0-62,3-3-19,-2 2 1,3-2 12,-2 1 14</inkml:trace>
  <inkml:trace contextRef="#ctx0" brushRef="#br2" timeOffset="362858.0589">8798 15600 247,'0'-2'332,"-1"0"-19,0 1-31,-1 0-39,1-1-42,1 2-18,-1-1-8,0 0-2,-1 0-3,1 1 2,1-2 0,0 2-1,0 0-3,-1-1-6,1 1-8,0 0-7,0 0-11,0 0-10,0 0-10,0 0-12,0 0-12,0 0-8,-1 0-7,-2 0-5,2 0-4,1 1-1,-1 1-3,0-2-2,-1 1-3,1 0-3,0 0-3,-2 2-3,2 0-3,-2-1-3,2 0-4,-2 2-2,0-1-2,2 1-3,-3-1-4,2 1-2,-1 1-3,-2-1 0,3 1 0,-2 1-2,2-1 1,-1 1-1,-1-1-3,-2 1 0,2 0 1,1 1-1,-1 0 0,-1-1 0,0 2 0,1-1-1,0 0-1,0 1-1,0 0-2,0-1-1,-1 1-1,0 1-1,3-1 2,-2 0-2,1 0-1,1 1-1,-2-1 1,3 0-1,-3 1 1,3-1-1,-1 1 0,-1-1-2,2 0 1,-2 1-1,2-1 0,1 1 0,-1-1 0,0-1-1,1 2 0,0-1-2,0 3 0,1-3 1,0 0-2,-1 1 0,1 0 0,2 0 1,-2-1-1,3 0-1,-2 1 1,3-1-1,-1 1 0,0-2 0,1 1 0,1-1-1,-1-1 2,1 2 0,0-2 0,2-1 1,-2 1-1,4-2 0,-3 1-1,3-1 0,0 0 1,1-2-1,0 1 1,1 0 0,0-2-1,-1 0 1,1 0-1,0-1-1,-2 0-1,2-1 0,1 0 0,-2 0 1,0-2 0,1 2 0,0-3 0,0 1 0,-1-1 1,-2 0-2,2 0 0,-1-1 0,1-1 0,-1 1 0,0-2 0,1 1 0,-2-1 1,0-1 0,-2-1-1,1 1 0,-1-3-1,-1 1 0,2-2 1,-3 1-1,-2-1 1,1-1-1,0 0 1,-2 0 0,1 0 1,-2 0 0,-1-1-1,0 1 0,-1 1 1,-2-1 0,0-1 0,0 3 0,-2-1 1,1-1-1,-2 2-1,1-1 1,-1 2 0,1 1 0,-4-2 0,3 2 0,-4 0-2,3 0 0,-3 1 0,1 0 0,-2 1 1,1 0 0,-1 0-1,0 0 0,1 2-1,-3-1-1,1 1 1,2 0-3,-2 0-3,0 2-2,1-1-4,-1 1-5,1-1-6,-2 2-8,2 0-10,0 0-11,-2 1-15,2 0-17,1 1-20,0 0-23,3 0-22,-3 1-30,4 2-33,-1-2-27,1 0-27,3 3-19,0 0-16,1 1-25,0-1-25,2 2-50,0-1-59,2 1-19,0 1 1,1 0 14,0-1 30</inkml:trace>
  <inkml:trace contextRef="#ctx0" brushRef="#br2" timeOffset="363548.1169">9280 15762 0,'0'0'76,"0"0"260,0 0 9,0 0-19,0 0-35,0 0-42,0 0-47,0 0-25,0 0-16,0 0-7,0 0-5,0 0-2,0 0-3,0 0-4,0 0-4,0 0-5,0 0-5,1-2-8,1 1-8,0 1-8,-1 0-6,3 0-7,0 0-6,-1 0-2,1 0-4,1 0 0,3 0 0,-2 0-2,0 0-3,1 0-3,2 0-5,0 0-6,-2 0-4,3 0-4,0 0-5,0 0-5,-1 0-3,2 0-5,-1 0-4,1 0-5,0 0-7,-2 0-5,2 0-1,-2 0-2,1 0-1,-1 0-1,-1 0-2,1 0 1,-1 0-2,0 0 0,-2 0 0,2 0 0,-2 0-2,0 0 0,-1-1-1,-1 0 0,0 1-1,-1 0-2,2-2-1,0 2-7,-1-1-6,-2 1-11,1-2-13,2 1-15,-3 0-18,1 0-26,-2 1-28,2-2-35,-2 1-38,0 0-28,-1-2-24,0 2-21,0-2-20,0 0-30,0 0-35,0-1-43,-2 1-50,-1-2-13,1 0 1,-2 0 18,-2 2 307</inkml:trace>
  <inkml:trace contextRef="#ctx0" brushRef="#br2" timeOffset="363578.0514">9413 15581 0,'-1'-2'114,"-1"0"202,1 0 0,1 2-33,0-1-46,0 1-40,0 0-31,0 0-17,0 0-8,0 0-2,0 0-4,0 0 0,0 0-3,0 0-2,0 0-4,-1 0-4,0-1-5,-1 1-4,2 0-5,0 0-7,0 0-4,-1 0-7,1 1-5,-1 0-3,0 1 0,-2 2-1,2-2 0,1 1 1,-1 2 2,0 0 0,-1-1 0,2 3-3,-1 0-3,1 0-4,0 0-3,0 1-5,0-2-3,0 3-5,0-1-5,0 1-4,0-1-6,0 2-5,0 0-7,0-1-4,0 1-5,0-1-3,0 0-3,0 0-1,0 1-2,0 0-2,0-2-1,0 2-3,0-1 0,0-1-1,0 1-2,0-1 0,1 1 0,-1-2-1,2 1 1,-2 0-1,1-2-3,-1 0 1,1 0 0,-1-1-2,0 1-1,0-1-5,0-1-6,1 0-8,-1-1-9,3 2-13,-3-3-14,0 1-14,0 1-15,0-3-22,0 1-25,0 0-36,0-1-41,1 1-31,0-2-27,-1 1-26,1-1-25,-1 0-46,0 0-55,3-1-33,-2-1-18,3 1-3,-1-2 8</inkml:trace>
  <inkml:trace contextRef="#ctx0" brushRef="#br2" timeOffset="364312.1472">10174 15372 111,'0'-3'311,"0"2"-19,0 1-32,0 0-36,0 0-36,0 0-21,0 0-15,0 0-7,0 0-4,0 0-2,0 0-1,0 0-1,0 0-1,0 0-3,0 0-3,0 0-1,0 0-2,0 0-3,0 0-5,0 0-6,0 1-8,0 1-2,0 1-3,-1-1 3,1 2 2,0 1 0,-1 0 0,0 2-1,-1 0-3,1 0-5,1 1-7,-1 3-6,0-1-7,-1-1-5,0 3-4,2 0-6,-1-2-6,0 4-6,-1-3-7,2 3-5,-1-3-4,1 3-3,0 0-3,0 0-3,0 0-1,0 0-3,0 0 0,0 1-3,0 1-1,0-2-2,0 0-1,-1 0-2,1 0-2,-2 0-1,1 0-1,1 0-1,0-1-2,-1 0 1,0 0-2,1-1 1,0 1-2,0-1 1,-2-1-1,2 0 0,0-1-2,0 0-2,0-1-3,0 0-4,0-2-8,0 0-6,0 0-8,-1-2-11,1 0-13,0 0-16,-1 0-16,0-2-19,-2 1-23,3-1-36,-1 0-45,1-1-37,0-1-33,0 0-31,0 0-27,0-1-63,0 0-76,1-2-28,3 0-6,-3-2 5,2 1 10</inkml:trace>
  <inkml:trace contextRef="#ctx0" brushRef="#br2" timeOffset="364344.0617">10522 15587 0,'0'-1'368,"0"-1"17,0 1 7,-1 0-32,0 0-50,-1 1-53,1-2-51,1 2-27,0 0-15,0 0-9,-2 0-5,-1 2-8,2-2-5,-3 2-7,2-1-4,-2 2-3,2 1-2,-1 0-3,-1 1-1,-2 1-4,2-1-3,1 1-7,-1 2-8,-1-1-5,0 2-8,1-1-5,0 1-6,0 1-6,0 0-6,0 0-6,-1 1-4,1-1-7,0 1-7,1-2-5,-1 3-4,2-3-3,-1 3-4,2-2 0,-3 1-3,3 0-2,1-1-1,0 0-2,0 1-2,0-1-1,0 1-1,4-3 0,-2 2-1,1-2 0,-1 1-2,2-1 1,1-1-1,1 2 0,-1-3-2,1 1 1,3-1-1,-3 0 0,4 0 1,-1-2-1,1 0-1,0 0 0,2-2 0,-1 1 1,2-1 0,-1-1-1,2 0 1,-2-1 0,3 0 0,-2-1 2,0 0-1,-2-1 1,3-1-1,-2 1 1,1-2-1,-2 0 0,1 0-1,0-2 0,0 0-2,-1-2 1,-2 0 0,2-1-1,-2 1-1,-1-2 0,0-2-1,-2 1 0,2-1 0,-3-1 1,-2-1-3,2 0 1,-4 0 0,1 0 0,-2 0 1,0 0-1,-2 0 0,1 0 2,-4 1-1,2 0-1,-1 1 2,-1 0-2,-2 0 0,-1 3 2,1 0-1,-1 0-1,1 2-1,-3-1-5,1 2-4,-2 1-6,0-1-8,1 4-12,-3-4-15,1 4-18,2 1-17,-2-1-27,0 1-28,1 1-38,-1 1-41,2 1-34,-1-1-28,2 1-40,-1 1-47,1 1-59,1-1-63,0 1-19,2-1 3,0 2 10,1-2 17</inkml:trace>
  <inkml:trace contextRef="#ctx0" brushRef="#br2" timeOffset="366173.2063">11322 15623 0,'0'0'156,"0"-2"110,0 2-25,0 0-27,0 0-26,0 0-21,0 0-22,0 0-10,0 0-8,0 0-1,0 0-1,0 0 2,0 0 4,0 0 0,0 0 3,0 0-3,0 0-2,0 0-6,0 0-5,0 0-8,0 0-10,0 0-8,0 0-9,0 0-6,0 0-6,0 0-5,0 0-4,0 2-4,0-2-2,0 2-2,-1 1-3,0 0-1,1 0-1,-2 3 1,1-2 1,1 2 2,0 0 5,-1 3 2,0-3-2,-1 3-1,2 1-3,-1-1-2,1 1-5,-1 1-3,-1-1-1,1 1-3,1 2-1,-1-3-1,-1 1-4,0 1-4,1 0-6,1-1-3,-1 0-3,1 1-5,-1-2-2,1 1-3,-2 2 0,2-3-2,-1 1-1,1-2-2,0 1-1,-1-1-1,0-1 0,1 1 0,-2-2 0,2 0-1,-1-1-1,1-1-1,0 2-2,0-3-4,0 0-6,0 0-6,0 0-7,0-2-8,0 1-9,0 0-10,0-2-13,0 1-23,0 0-28,0-1-34,0-1-35,0 0-29,0 0-23,0 0-17,0 0-14,0 0-20,0-3-23,0 0-43,0-1-53,-1 0-27,0-3-14,-2 1 12,2-1 110</inkml:trace>
  <inkml:trace contextRef="#ctx0" brushRef="#br2" timeOffset="366914.2062">11141 15791 0,'1'0'199,"-1"-2"70,2 1-28,0 0-39,0 1-45,-1-2-32,3 1-24,-1 0-13,0 1-7,2 0-3,0-2 0,2 1 1,0 0 2,-1 1 0,3-2-2,-2 0-2,2 1-2,2-2-5,0 2-5,-2-1-4,2 0-5,-1 0-5,1 0-2,-1-2-6,1 1-2,0 2-6,0-3-4,-2 1-4,0 1-3,1-2-2,-2 0-2,0 0 0,0 0 1,-2 1 2,1-1 3,0 0 4,-1 1 2,-1-2 1,-2 2 1,1-1 3,0 1 2,0 2 1,-2-3 3,-1 1 1,1 1 4,-1-2 1,0 2 0,-1 0 0,1-2-3,1 1-1,-2 1-3,0-1-2,0 1 0,0 0-2,0 1-3,0-2-3,0 2-2,0-1-4,-2 2-2,1 0-3,1 0-4,-2 0-2,-1 0-3,1 2-1,-2 0-2,0 0-3,-1 1-2,1-1 0,1 2-1,-3 0 1,1 1 0,0-1 0,-3 2 1,3 0-1,-1 0 1,-1 1 0,-1 1 0,1-1 1,-1 0 2,2 0 0,-3 1-1,3 0 0,-3-1-1,3 0 0,-1 1-1,-2 0-2,3-1 1,-2 0-2,2 0 0,1-1 0,-2 1-1,2-2 0,0 2-2,-1-2-4,2-1-3,0 1-5,-1-1-6,3-1-13,-2 1-16,0 1-16,3-3-21,-2 1-24,2-2-26,-1 1-21,0-1-20,1 0-14,1 1-13,-1-2-10,1 0-10,0 0-12,0 0-14,-1-2-17,-2 0-19,2-1-27,-1 2-32,0-3 0,1-1 152</inkml:trace>
  <inkml:trace contextRef="#ctx0" brushRef="#br2" timeOffset="366945.0965">11169 15682 7,'0'-4'285,"0"2"-24,0 0-34,0 1-33,0 1-29,0 0-24,0 0-20,0 0-4,0 0 1,0 0 3,0 0 3,1 1 6,1 0 7,-1 0 5,0 3 5,-1-1 3,3 0 0,-2 1 0,3 1 2,-2 0-2,2 2-4,-2-1-8,2 1-10,2 0-6,-1 0-6,0 1-7,3 1-10,-2 0-8,0 1-7,3-1-7,-2 0-8,3 0-6,-1 2-7,1-2-4,-1 0-6,0 1-5,1 0-5,2-2-8,-1 1-6,-1-1-5,1-1-4,-1 0-4,0-1-2,-2 1-3,1 0 1,0-2-2,-2-1 0,1 1-2,-2-1 1,0-1-4,-1 1-5,0-2-7,1 1-10,-1-1-12,-1-1-13,0 1-15,1-1-18,-2-1-29,1 0-38,1 0-34,0 0-33,-1-1-28,-1-1-26,1 1-34,0-3-41,2 2-54,-2-2-59,0 0-21,-1-3 0,2 2 9,0 0 79</inkml:trace>
  <inkml:trace contextRef="#ctx0" brushRef="#br2" timeOffset="367614.3303">11888 15554 101,'2'-4'375,"-1"1"15,-1 0 13,0 1-42,0 1-70,0-1-49,0 0-38,0 1-19,0 0-12,0 1-6,0 0-5,0 0-5,0 0-8,0 0-3,0 1-5,0 2-5,0-1-4,0 1-7,0 1-7,0 1-7,0 0-6,0 2-6,0 0-8,0 2-7,0-1-3,0 2-8,0 0-9,0 1-9,0 0-7,0 0-7,0 3-4,0-2-2,0 2-3,0 0-1,0 0-2,0 0-2,-1 1-1,-1 0-3,0 0-3,2-1 0,-1 2 0,-1-2-2,1 0-1,1 0-1,-2 0-2,-1 0-2,2-1-1,-2 1-1,2-2-1,-1 0-1,-1-1 0,2-1-1,-1 2-1,0-1-2,1-3-1,1 1 1,-1 0-1,0-2 0,-1 2-1,1-4 0,1 1-1,-1 0 0,0-2 0,-1 1 0,2-1 0,0-1-1,0 0 0,0 0-2,0 0-1,0-2-4,0 1-1,0-1-5,0 0-6,0 0-6,0 1-9,0-2-12,0 0-11,0 0-16,0 0-21,0 0-31,0 0-38,0 0-43,0 0-46,0 0-34,0 0-30,0 0-52,0 0-60,0-3-45,0 0-39,0-2-12,0-1-2,0 1 13,0-2 114</inkml:trace>
  <inkml:trace contextRef="#ctx0" brushRef="#br2" timeOffset="368305.3497">12170 15302 33,'0'0'335,"0"-1"-3,0 1-9,0 0-37,0 0-51,0 0-33,0 0-23,0 0-13,0-1-6,0-1-4,0 2-6,0-1-4,0 1-4,0 0-4,0 0-4,2-1-5,-1 1-7,0 0-4,3 0-3,-2 1-3,3 0-1,-1 1-2,1 0-3,1 0-3,0 2-2,3 0-1,-2 1-4,1-1-3,2 2-5,-1 0-4,0 1-7,0 0-9,2 1-10,0-1-7,0 2-8,0-1-4,-1 1-3,1 2-1,0-1-1,-2 0-2,1 1-3,-2 0-4,2 1-3,-1 1-1,0 1-2,-2-3 1,-1 3-2,2 0 0,-3 0-1,-2 0 0,2 1-3,-1 0-1,-1 0 0,-1 2-1,-1-1-1,1 0 2,-1 0-2,-1 1 0,0 0 0,0 0-1,-1 0-2,-1-1 1,1 1-2,-1 0 0,-1 0-1,-1 0 0,-1 0 0,2-2 1,-1 2-2,-1-2-1,-1 1 1,0 0-2,-1-2 0,1 0-1,-1 1 0,-2-1 0,3-1 0,-2 1-2,0-3 0,0 1-2,-2-1-3,3 2-5,-2-4-6,0 0-6,2 2-7,0-3-8,0-1-10,-1 0-9,1 0-14,0-2-13,2 1-13,1-2-19,-1 2-24,-1-3-33,2 0-42,2-1-32,-1 0-29,2-1-24,0-1-22,1 0-43,0 0-53,1-2-39,0-1-33,2-2-8,-1 0 4,2-2 15,2-1 340</inkml:trace>
  <inkml:trace contextRef="#ctx0" brushRef="#br2" timeOffset="368333.2752">12826 15322 125,'0'-4'356,"1"3"13,1-2 13,0-1-52,-1 2-78,-1-1-46,0 1-32,0 1-17,0-1-11,0 0-6,0 2-5,0-1-5,0 1-8,0 0-10,0 0-10,0 0-10,0 0-10,0 0-7,0 0-6,0 1-5,-1-1-5,-1 3 0,-1-1 0,2 1 4,-2 3 4,1 0 3,-2-1 1,2 4 2,-2-1 0,0 0-3,2 1-2,-1 2-3,-1-2-4,2 3-3,-2 0-2,3-2-6,-1 2-5,-1 0-5,2 0-6,-2 0-4,2 1-5,-1-2-3,-1 3-4,2-3-5,1 1-3,-1 0-2,0 0 0,-1 1-1,1-3-2,1 2-3,0-1 1,0-1-2,0 1-1,0-1-4,0 0-5,0-1-9,0-1-8,-1 0-11,1-1-11,0 0-14,0-1-15,0 0-17,0-2-19,-2 1-25,2-1-27,0 0-30,0-2-31,0 1-23,0 0-18,0-2-20,0-1-19,0 0-35,0 0-41,0 0-32,-1-1-26,-1-1-1,-1-2 11</inkml:trace>
  <inkml:trace contextRef="#ctx0" brushRef="#br2" timeOffset="369044.2474">12689 15436 0,'-1'0'210,"0"-1"84,0 0-16,-2-1-43,3 2-57,0 0-38,0 0-31,0 0-13,0 0-8,0 0-1,3 0 0,-1 0 3,-1 0 3,3 0 2,0 0 4,0-1 0,2 1 0,0 0-1,0 0 0,3-1-3,-1 1-4,0-2-4,2 2-5,0-1-7,-1 0-7,1-1-7,0 2-6,1-1-8,-1 0-8,-2 0-6,2-1-1,-1 0-5,1 1-4,-3-1-2,3-1-2,-2 2-2,-2-2-2,3 2-1,-3-1 0,1 0 0,-2 1 1,0-1 1,0 0 0,1-1 1,-2 2-1,1-2 0,-1 2 1,1 0-2,-1-1-2,-1 0-1,1-1 1,1-1-1,-3 2 1,2 0 0,-1-2 0,-1 2 3,2-1 1,0 1 4,-2 0 0,-1 1 3,2-1 2,-2 0 2,-1-1 3,1 3 2,1-1 3,-2 0 2,0-1 0,0 2 0,0 0-1,0 0-1,0 0 0,0 0-1,0 0-2,0 0-1,-2 0-4,1 0-2,1 0-1,-2 0-3,-1 0-6,2 0-3,-4 2-2,3-1-2,-2 0-2,0 3 0,-1-1-5,-2 0-1,0 0-2,0 3 0,-1-2 1,2 2-1,-2-1 0,0 2-1,-2-1 2,3 1 1,-2 1 0,3-1 0,-2 0-2,0 1 1,0 0 1,1-1-1,-1 0 0,2 1-1,-3-1-2,3 0-4,-1 0-4,1-1-8,-1 1-9,1-2-9,1 1-11,0-2-15,-1 1-16,1 0-24,1-1-27,0-1-22,0 1-24,1-1-21,-1 0-20,2-1-14,-1 1-10,2-2-11,-1 0-14,-2 0-21,4-1-27,0 0-35,-1-1-39,-2-1-3,3-1 12</inkml:trace>
  <inkml:trace contextRef="#ctx0" brushRef="#br2" timeOffset="369075.1662">12752 15369 0,'1'-4'9,"0"-1"289,0 1-6,3 0-29,-3 0-40,0 0-30,1 2-28,-1-1-10,0-1-3,-1 2-2,1 1 1,1-1-2,-1-1-3,-1 2 0,1 0 1,1-1 0,-1 2 0,0-1-4,-1 1-4,1 0-7,3 0-7,-3 1-6,2 1-6,-1 0-2,2 2-3,-2-1-2,3 2 0,0 0-3,-1 2-3,0 1-5,2-2-5,-1 3-5,1 1-5,0-1-7,1 0-7,0 0-8,0 2-9,1-2-6,-1 1-3,2 0-2,0-1-1,-2 1-3,2 0-1,0-2-4,-2 2-2,3-2-1,-3 1-3,2-2-1,0 1-1,-1-2-2,0 0-2,-3 0-2,2-1-2,-2-1-1,0 0-3,0 0-1,0-2-2,-1 2-1,-1-2-2,-1 0 1,2 0-2,-2 0 1,-1 0-1,1-2-1,-1 1 1,0 0-5,-1 0-8,1-1-10,-1 0-11,0 0-19,0 0-22,0 0-31,0 0-34,0-1-51,0-1-60,0 0-58,0-2-58,0 2-76,0-1-79,0-1-36,0-1-13,-1 1-1,1-3 5,-2 2 15,-1 0 436</inkml:trace>
  <inkml:trace contextRef="#ctx0" brushRef="#br0" timeOffset="394288.735">2804 16348 0,'0'-1'53,"1"-1"167,0 0-42,1 1-36,-1-2-32,-1 2-23,1-2-22,1 2-10,-2 1-7,0 0-3,0-2 1,0 1-2,0 1 2,0 0 1,0 0 1,0 0 1,0 0 1,0 0 2,0 0 1,0 0 4,0 0 2,0 0 4,0 0 2,0 0 3,0 0 3,0 0 5,0 0 3,0 0 3,0 0 2,0 0 2,0 0 3,0 0 2,0 0-1,0 0-1,0 0-2,0 0-3,0 0-2,0 0-4,0 0-4,-2 0-2,2 0-2,0 0 0,-1 0 2,1 1-2,-1 1-3,-1-2-3,1 1-2,0 2-3,1-1-2,-1 1-2,-1 1 0,1 0-2,0 0-1,0 1-5,-2-1-3,2 2-7,1 0-9,-1-1-3,0 1-3,-1 0-3,1-1-2,1 2-2,0-1-2,0 1 0,0-1-2,0 1 0,0-1-3,0 1 1,0 0 0,0-1 0,0 2-2,0 0 1,0-3-2,0 3 1,1-3-2,1 3 1,-1-3 0,0 2-2,-1-2 0,1-2-1,2 2-2,-2-1 0,0 0-3,-1 0 2,1-2 0,1 1 0,-2-1 1,0 0 0,1-1-2,-1 2 0,1-2 0,0 0-1,1 1 1,-1-2 0,-1 1 0,1 0 2,1 1 0,0-1 3,0-1 7,1 1 2,-2-1 3,2 2 2,-1-2 2,1 1 2,-1 0 1,3 1 1,-1-1 3,-1-1 1,1 0 1,0 0 1,2 1 2,-1-1-5,0 0-5,1 1-4,-1-1-1,2 0-1,0 2 0,-1-2-1,-1 0-1,2 0 0,0 0 0,-1 0-2,0 0-1,2 0-2,-1 0 1,1 0 0,-1 0 3,2 0 0,-2 0 0,3 0 0,-1 0 0,1 0 0,-2 0 0,4-2 0,-1 1-3,0 0 0,0 1-1,3-1 2,-3-2 0,4 2-1,0-1 0,0 1-2,0 0-1,1-1-1,0 0 1,0 0-2,1 1-1,2 0 1,-2 0-1,2-2 0,0 3 1,-1-3-1,1 2 0,1-2-2,-1 2 0,-1 0-1,2-1 0,-1 1-1,2 0-1,-2 1 2,0-1 0,1 0-1,1 0 0,-1 0-1,0 1 0,0-2 0,0 1-1,0 0 0,1 1 2,-2-1 0,1-1 1,0 1 1,1 0 1,1 1-1,-1-2 1,1 2 0,-1-1 0,-1 1 1,1-1 2,0-1 0,0 1 0,2 0 0,-2 1 0,0-1 0,-1-1-1,0 1-2,0 1 0,-1-1-1,1-2-1,1 3 1,-1 0 1,0-1-1,-1-2 1,-1 2 0,1-1-2,1 0 1,-1 1 0,-1-2 0,2 2 2,-1-1 0,-1 1 2,1-2 0,0 2 0,-2-2-2,2 1 0,-2 1-1,2-1 1,-2 1-1,2-2 0,-2 2-1,2-2 1,-2 2-1,0-2-1,1 2 0,-1 0-1,-1-2 1,0 2 0,1-2-1,-1 2 0,-1-2 0,0 1 1,-1 1-1,1-1 1,0 1 0,-1-2-1,2 2 1,-1-2 0,-1 2 1,1-2-1,-2 2 0,2-1 0,0 0 1,1 1-1,-1-2 2,0 2-1,-1-2-1,1 2 1,-1-1 1,1 0-1,0 0 0,-1 0 0,2 1 0,-1-2 0,0 2 0,-2-1 1,0 1-2,2-2 1,-1 1-1,-1 0 0,0 1-1,-1 0 0,2 1 0,-3-1 1,3-1-1,-2 2-1,-1-1 0,2 1 0,-1-2 0,-2 1 0,4 0 1,-2 1 0,2-1 0,-2-1 0,1 1 1,0 0 0,-2 1 0,3-2 0,0 1 0,-1 0 0,1 1 0,0 0 0,-1 0 0,2 0 0,-1 0-1,2 0 0,-1 0 0,0 0 1,0 0 0,0 0 0,-3 0-1,3 0-1,-1 0 1,-1 0 1,1 0 0,-2 0-1,2 0 0,-4 0 1,2 0 0,1 0 0,-2-2 0,0 2 0,-2 0 0,2 0-1,-1 0 1,-1 0 1,1-1 0,-2 1 0,2 0-1,-2 0 0,-1-1-1,3 1 0,-2 0 0,0 0 1,1 0 0,0 0-1,-2 0 1,3-2 0,0 2-1,0-1 0,-1 1-1,1 0 1,1-1 0,-1 1 1,1 0 0,-1-1 0,1-1-1,-1 2-1,1 0 0,0-1 1,-2 1 0,2 0 0,-1 0-1,0 0-1,-1 0 1,-1 0 0,1 0 0,0 0 1,-3 0-1,3 0 0,-3 0 0,0 0 2,0 0 0,1 0-1,-2 0 0,1 0-1,-1 0 1,0 0 1,0 0 0,1 0 0,-1 0-1,0 0 0,1 0 0,0 0 0,-1 0 0,3 0 0,-1 0-1,-1 0 1,4 0-1,-2 0 0,2 0 0,-2 0 1,2 0-1,1 0 1,-1 0-1,1 0 0,0 0 1,1 0-1,0 0 0,-2 1 0,1 1 0,-1-1 1,2-1 0,-1 1 1,-3 0 0,2 1-1,-1-2 0,1 0-1,-3 0 1,1 0 1,1 0 0,-2 0 0,0 0-1,1 1 1,-1-1 0,0 0 0,-1 0-1,1 1-1,-2-1 0,1 0 1,2 0 0,-2 0-1,-1 0 1,1 0 0,-1 2-1,-1-2 1,3 0-1,-2 0-1,2 0 1,0 0 0,-2 0 0,1 0 2,2 0-2,-2 0 0,0 0 0,0 0 0,1 0 1,-1 0 0,1 0-1,-2 0 0,0 0 0,1 0 0,-1 0 1,0 0 0,0 0-1,1 0 0,-1 0 1,0 0 1,1 0 0,-2 0-1,0 0 0,1 0 0,0 0 0,-1 0 0,-1 0 0,1 0 1,-1 0-1,0 0 0,1 0 0,-1 0 1,-1 0-1,1 1 1,-1-1 0,-1 0 0,3 0 0,-3 0 0,2 0-1,-2 0 2,0 0 0,-1 0 1,1 0-2,1 0 2,-1-1 0,-1 1-1,1 0 2,0-2-2,1 1 1,-1 0 0,-1 1-1,2-2 1,0 0-1,-2 1 0,0-2 0,1 1 0,0 0 0,-1-2 0,1 0 0,-1 0 0,2 0-1,-1-1 0,0 0 1,-1 1 0,0-3-1,0 2 2,0 0 0,0-2-2,0 2 2,0 0-1,0-1 0,-1 0-1,0 1 1,-1-1 0,1 0-1,1 2 0,0-3-1,-1 2 0,0 1 0,-1-1 0,2 0 0,0 2 1,0-1 0,0 0 0,-2 0 0,2 3-1,-1-3 0,1 1 0,-2 1 1,1-1 0,1 1-1,0 1 0,0-1 0,0 0 1,0 0-1,0 1 0,0 1 0,0-2 0,0 1 0,0 0 0,0 1 0,0-2 0,0 1 0,0 1 0,0-1 1,0 1 1,-1-2-1,1 2 0,0-1 0,0 1-2,0 0 1,0 0-1,0 0 1,0-1 0,0 1-1,0 0 0,0 0 0,0 0 1,0 0-1,0 0 1,0 0-2,0 0 0,0-2 0,0 2 1,0-1 0,0 1 2,0 0-1,0 0 0,0 0 1,0 0-1,0-1 0,0 1 1,0 0-1,0 0-1,0 0 1,0 0 1,0 0 0,0 0-2,0 0 1,0 0-1,0 0 0,0 0 1,0 0-1,0 0 1,0 0-1,0 0 0,0 0 1,0 0 2,0 0-1,0 0-1,0 0 1,0 0 1,0 0-1,0 0 0,0 0 1,0 0-1,0 0 1,0 0-1,0 0 0,0 0 1,0 0-1,0 0 1,0 0 1,0 0 0,0 0 2,0 0 2,0 0 0,0 0 0,0 0 2,0 0 1,0 0-1,0 0 2,0 0-1,0 0 2,0 0-2,0-1 0,0 1 0,0 0-1,0 0 0,0 0-1,0 0-1,0 0-1,0 0-2,0 0 1,0 0-2,0 0 1,0 0-1,0 0-1,0 0 0,0 0-1,0 0 0,0 0 0,0 0 0,0 0 0,0 0-1,0 0 1,0 0 0,0 0 0,0 0-1,0 0 2,0 0-1,0 0 1,0 0 0,0 0-1,0 0 1,0 0 0,0 0 0,0 0-1,0 0 1,0 0-1,0 0-1,0 0 0,0 0 0,0 0 0,0 0 0,0 0-1,0 0 1,0 0 0,0 0 0,0 0-1,0 0 0,0 0 0,0 0 1,0 0-1,0 0 1,0 0 1,0 0-1,0 0 0,0 0 0,0 0 0,0 0 1,0 0 0,0 0 0,0 0 1,0 0-1,0 0 0,0 0 0,0 0 0,0 0 0,0 0 0,0 0 1,0 0-1,0 0 2,0 0 0,0 0 0,0 0 0,0 0 0,0 0 1,0 0 0,0 0 1,0 0 2,0 0 0,0 0 0,0 0-1,0 0 1,0 0 1,0 0-1,0 0 0,0 0 0,0 0 2,0 0 0,0 0 1,0 0-1,0 0 1,0 0-1,0 0 1,0 0 0,0 0-1,0 0 1,0 0 0,0 0-1,0 0 1,0 0-1,0 0-2,0 0 1,0 0 0,0 0-1,0 0 0,0 0 0,0 0 1,0 0 0,0 0 0,0 0-1,0 0 0,0 0 0,0 0 0,0-2 1,0 2 0,0 0-1,0 0-1,0 0-1,0-1 0,0 1 0,0 0-2,0 0 1,0 0-1,0 0 1,0 0-1,0 0 0,0 0-1,0 0 0,0 0 0,0 0 0,0 0 0,0 0 1,0 0-1,0 0 1,0 0-1,0 0 0,0 0-1,0 0 1,0 0 0,0 0 0,0 0-2,0 0 1,0 0 1,0 0-1,0 0-1,0 0 0,0 0 1,0 0 0,0 0 0,0 0-1,0 0 1,0 0 0,0 0 0,0 0 0,0 0 0,0 0-1,0 0-1,0 0 1,0 0 1,0 0 0,0 0-2,0 0 0,0 0 1,0 0 0,0 0-1,0 0 0,0 0 0,0 0 0,0 0 1,0 0 1,0 0 0,0 0-1,0 0 0,0 0 0,0 0-1,0 0 1,0 0-1,0 0 1,0 0 0,0 0 0,0 0 0,0 0 0,0 0-1,0 0 0,0 0 1,0 0-1,0 0 0,0 0 1,0 0-1,0 0 2,0 0-1,0 0 0,0 0 0,0 0 1,0 0 0,0 0-1,0 0-1,0 0 1,0 0 1,0 0-1,0 0 1,0 0 0,0 0-1,0 0 0,0 0 0,0 0 0,0 0 0,0 0 0,0 0 0,0 0 0,0 0 0,0 0 1,0 0-2,0 0 1,0 0 0,0 0 0,0 0 0,0 0 0,0 0 0,0 0 0,0 0 0,0 0-1,0 0 1,0 0 0,0 0-1,0 0 0,0 0 1,0 0-1,0 0 0,0 0 0,0 0 1,0 0-1,0 0 1,0 0-1,0 0 1,0 0 0,0 0-1,0 0 1,0 0 1,0 0 0,0 0-1,0 0 1,0 0 0,0 0 0,0 0-1,0 0 1,0 0 0,0 0 0,0 0-1,0 0 1,0 0-1,0 0 1,0 0-1,0 0 1,0 0-1,0 0 1,0 0-1,0 0 0,0 0 1,0 0-1,0 0-1,0 0 0,0 0 0,0 0 1,0 0-1,0 0 1,0 0-1,0 0 1,0 0-1,0 0 1,0 0 1,0 0-2,0 0 0,0 0 1,0 0 1,0 0 0,0 0 0,0 0 0,0 0 1,0 0-1,0 0 0,0 0 0,0 0-1,0 0 1,0 0-1,0 0 1,0 0 0,0 0 0,0 0 0,0 0 0,0 0 0,0 0-1,0 0 1,0 0-1,0 0 0,0 0 0,0 0 0,0 0 0,0 0 0,0 0 0,0 0 0,0 0 1,0 0-2,0 0 1,0 0 1,0 0 0,0 0 1,0 0 0,0 0-1,0 0 2,0 0 0,0 0-1,0 0 2,0 0-1,0 0 0,0 0 0,0 0 1,0 0 0,0 0 1,0 0-1,0 0 0,0 0 1,0 0 1,0 0 0,0 0 0,0 0 0,0 0 0,0 0 1,0 0 0,0 0 0,0 0 0,0 0 1,0 0-1,0 0 0,0 0 0,0 0-1,0 0 1,0 0-1,0 0 0,0 0 0,0 0 0,0 0 1,0 0 0,0 0 0,0 0 0,0 0 0,0 0 0,0 0 0,0 0 1,0 0 0,0 0 0,0 0 0,0 0-1,0 0 0,0 0 0,0 0-2,0 0-1,0 0 0,0 0 0,0 0 0,0 0-1,0 0 0,0 0-1,0 0 0,0 0 0,0 0 0,0 0-2,0 0 2,0 0 0,0 0-1,0 0 0,0 0 0,0 0 1,0 0 0,0 0-1,0 0 0,0 0 0,0 0-1,0 0 1,0 0 0,0 0-1,0 0 0,0 0 0,0 0 1,0 0 0,0 0 0,0 0-1,0 0 0,0 0 1,0 0-1,0 0 0,0 0 0,0 0 0,0 0 1,0 0-1,0 0 1,0-1-1,0 1-1,0 0 1,0 0 0,0 0 0,0 0 0,0 0 0,0 0 0,0 0 1,0 0 0,0 0-1,0 0 0,0 0 1,0 0-1,0 0 1,0 0 0,0 0 0,0 0 0,0 0-1,0 0 1,0 0 0,0 0 0,0 0 0,0 0 0,0 0 1,0 0-2,0 0 1,0 0 0,0 0-1,0 0 0,0 0 1,0 0-1,0 0 0,0 0 0,0 0 0,0 0-1,0 0 0,0 0 0,0 0-1,0 0 1,0 0 0,0 0 1,0 0 0,0 0 1,0 0-1,0 0 0,0 0 0,0 0 0,0 0 1,0 0 0,0 0 0,0 0-1,0 0 1,0 0-1,0 0 0,0 0 0,0 0 0,0 0-1,0 0 1,0 0-1,0 0 2,0 0-1,0 0 0,0 0 0,0 0 0,0 0 0,0 0 0,0 0 0,0 0 1,0 0 0,0 0 0,0 0 0,0 0 0,0 0-1,0 0-1,0 0 0,0 0 0,0 0 0,0 0 0,0 0 1,0 0 1,0 0 0,0 0-1,0 0-1,0 0 0,0 0 1,0 0-1,0-1 1,0 1 0,0 0 1,0 0-1,0 0 0,0-1 0,0 0 0,0 1-1,0 0 0,0 0 1,0 0 1,0-1 0,0 1-1,0 0 0,0 0 0,0 0 0,0 0 1,0 0-1,0 0 0,0 0 0,0 0 1,0 0 0,0 0 0,0 0 0,0 0 0,0 0-1,0 0 1,0 0-1,0 0 0,0 0 0,0 0 0,0 0 1,0 0 0,0 0-1,0 0-1,0 0 0,0 0 1,0 0-1,0 0 1,0 0 0,0 0-1,0 0 0,0 0 0,0 0 0,0 0 0,0 0 0,0 0 1,0 0 0,0 0 0,0 0 1,0 0-2,0 0 1,0 0-1,0 0 1,0 0 0,0 0 1,0 0-1,0 0 1,0 0 0,0 0 0,0 0-1,0 0 0,0 0 0,0 0-1,0 0 2,0 0 0,0 0 0,0 0-1,0 0 0,0 0-1,0 0 1,0 0 1,0 0-1,0 0-1,0 0 2,0 0 0,0 0 0,0 0 0,0 0 0,0 0 0,0 0 0,0 0 0,0 0 0,0 0 0,0 0 1,0 0-1,0 0 1,0 0-1,0 0 0,0 0 0,0 0 0,0 0 0,0 0-1,0 0 1,0 0 0,0 0-1,0 0 0,0 0-1,0 0-1,0 0 0,0 0 2,0 0-1,0 0 0,0 0-1,0 0 1,0 0 0,0 0 0,0 0 1,0 0 0,0 0 0,0 0 0,0 0 0,0 0 0,0 0 0,0 0 0,0 0 1,0 0 0,0 0 0,0 0 0,0 0-2,0 0 1,0 0-1,0 0 1,0 0 1,0 0-1,0 0 0,0 0 0,0 0 0,0 0 0,0 0-1,0 0 1,0 0-1,0 0 1,0 0-1,0 0 1,0 0-1,0 0 0,0 0 0,0 0 0,0 0 0,0 0 1,0 0 1,0 0-2,0 0 0,0 0 0,0 0 1,0 0-1,0 0 1,0 0 0,0 0 1,0 0-1,0 0 1,0 0 0,0 0-1,0 0 1,0 0-1,0 0 1,0 0 0,0 0 0,0 0 0,0 0-1,0 0 1,0 0 0,0 0 0,0 0-1,0 0-1,0 0 0,0 0 0,0 0 1,0 0 0,0 0 0,0 0 0,0 0 0,0 0 1,0 0 0,0 0 0,0 0 0,0 0-1,0 0 1,0 0 0,0 0 0,0 0 0,0 0 0,0 0 0,0 0-1,0 0 0,0 0 0,0 0-1,0 0 0,0 0 0,0 0 1,0 0 0,0 0 0,0 0 0,0 0-1,0 0 0,0 0 0,0 0 1,0 0-1,0 0 0,0 0 0,0 0 2,0 0 0,0 0 0,0 0-1,0 0-1,0 0 0,0 0 0,0 0 0,0 0 2,0 0 0,0 0-2,0 0 1,0 0 1,0 0 0,0 0 0,0 0 0,0 0-2,0 0 1,0 0 1,0 0 0,0 0 0,0 0-1,0 0 1,0 0-1,0 0 0,0 0 0,0 0-1,0 0 1,0 0-1,0 0 1,0 0-1,0 0 0,0 0-1,0 0 1,0 0 0,0 0 1,0 0-1,0 0 1,0 0 1,0 0-1,0 0 1,0 0-1,0 0 0,0 0 0,0 0 1,0 0 0,0 0 0,0 0 0,0 0-2,0 0 1,0 0 0,0 0 0,0 0 0,0 0-1,0 0 0,0 0 1,0 0 1,0 0-1,0 0 0,0 0 0,0 0 1,0 0 0,0 0-2,0 0 1,0 0 1,0 0-2,0 0 0,0 0 0,0 0 1,0 0 0,0 0-1,0 0 0,0 0 1,0 0-1,0 0-1,0 0 1,0 0 0,0 0 0,0 0 0,0 0 1,0 0 0,0 0 0,0 0-1,0 0 0,0 0 1,0 0 1,0 0 0,0 0-1,0 0-1,0 0 1,0 0 0,0 0 0,0 0 0,0 0 0,0 0 1,0 0-1,0 0 1,0 0-1,0 0 0,0 0-1,0 0 1,0 0 0,0 0 0,0 0 0,0 0 1,0 0 0,0 0-1,0 0 0,0 0-1,0 0 1,0 0-1,0 0 1,0 0 0,0 0 0,0 0 0,0 0 0,0 0-2,0 0-3,0 0-5,0 0-8,0 0-8,0 0-11,0 0-13,0 0-19,0 0-16,0 0-30,0 0-30,0 0-60,0 0-71,0 0-78,0 0-77,0 0-74,0 0-71,0 0-31,0 0-14,-3 0 2,2-2 6,-1 0 13,-1-1 241</inkml:trace>
  <inkml:trace contextRef="#ctx0" brushRef="#br0" timeOffset="412886.7633">14771 15693 0,'4'2'64,"-2"-1"1,2 0-5,-1 1-4,0-2-7,2 2-10,0 0-11,0 0-11,-1 0-8,2 0-4,-1-1-3,1 1-1,2-1-2,-2 1 0,0-2 0,3 1-3,-3 0-2,4 0-2,-2 1-2,1-2-2,1 1-4,2 0-5,0 1 0,-1-2-7,2 0-7,0 0-7,0 0-7,0 0-11,2 0-14</inkml:trace>
  <inkml:trace contextRef="#ctx0" brushRef="#br0" timeOffset="414700.7012">15391 15243 0,'-1'-3'53,"-2"-1"263,2 1 8,-1 2-36,-1-2-55,2 0-47,-2 2-42,2-1-17,-2 2-3,2-2 1,-2 1 2,0 0 0,2 0-1,-2 1-3,2-1-5,0 0-5,0 1-7,-1 0-6,1-1-6,1-1-11,-1 2-12,1 0-10,0 0-11,0 0-10,0 0-9,0 0-5,0 0-7,0 0-2,0 0-3,0 0 2,0 0 6,0 2 4,0 0 6,0-1 1,0 2 1,0 1 2,0 1 2,0-1 1,0 4 1,0-1 2,0 2 0,0 0 0,-1 0-1,-2 2-5,2 0-7,1 0-4,-1 1-4,0 1-3,-2 0-1,2 0-2,-2 1-1,2-2-2,0 1 0,-1 1 0,1-1-2,1 0-1,-1 0-1,-1 0 0,0-1-1,1 0 0,1 0-3,0 1-1,0-2 1,0 1-1,1-1 1,1-1-1,0 3-2,-1-3 0,0 0 1,2-1 0,-2 3 0,2-3 0,-2 1-1,2-1 0,-1-1 1,3-1-1,-3 0 1,2-1-1,-1 1-2,-1 0 1,3-3 0,-3 1 1,2 0 0,-1-2 1,1 1-2,-2 0 1,4-1 0,-2 0-1,0-1 0,-1-1-1,2 0 0,0 0-3,-1 1-4,1-2-5,2-2-6,0 1-12,1-1-13,-1 0-25,0-1-24,0 0-29,2-1-28,-1 0-25,-1-2-23,-1 0-22,3 1-20,-3-3-39,2 1-49,-2-1-51,0 0-51,0-1-16,-2 0 0,0 0 17,-2-1 401</inkml:trace>
  <inkml:trace contextRef="#ctx0" brushRef="#br0" timeOffset="415481.842">15133 15389 0,'-4'0'260,"0"0"49,2 0 4,-1 0-60,2 0-86,0 0-54,-2 0-40,3 0-20,0 0-10,0 0-3,0 0 0,4 0 0,-3 0 2,3 0-1,-2 0-1,2 0-1,2-1-3,-1 1-3,-1 0-1,2 0-3,2-2-2,-1 2-4,1 0-4,-1-1-6,3 0-11,-1-1-10,1 1-16,0-1-12,1 0-12,0-1-12,0 1-14,3-1-16,-3-1-19,3 2-38,-1-1-51,0 0-53,-1-2-54,1 1-20,0 2-9</inkml:trace>
  <inkml:trace contextRef="#ctx0" brushRef="#br0" timeOffset="417303.7212">15816 15417 0,'1'2'48,"0"0"275,-1 0 6,0-1-26,0 1-42,0-1-55,0-1-59,0 0-28,0 0-14,0 0 0,0 0 3,0 0 8,0 0 5,0-1 3,0-1-3,0 2-3,2-2-5,-2-1-7,1 2-6,-1-1-4,0 0-3,0-1-6,0-1-6,0 2-9,0-1-12,0-1-12,0 0-10,-1 0-9,-1 0-4,2 2-3,-2-1-4,-1-1-2,2 2-3,-3 0-2,1 0-1,-1 0-3,0 0-1,-1 0-2,-1 1-2,0 0 1,-2 1 0,1 0-2,-2 0-2,1 1 1,0 0-3,-2 1 1,1 0 0,-1 2 0,2-1-1,-2 1 1,1 1 0,-1 0 0,0 1 2,0 0 0,3 2 0,-2-1 0,0 2-1,2 0 2,0 1 1,0-2-1,1 3-2,1-1 2,0 1 0,-1-1-1,4 0 0,0 0-2,0 0-1,1-2 1,1 2-2,1-1 1,0-1 0,0-1 0,3 1 1,1 0-1,0-2 2,1 0 0,0-1 0,2 1 1,-1-3 1,3 2 0,1-2 1,-1 0 1,3 0-2,-2-2 2,1 0 0,2-1 2,-2-1-1,0 0 0,0-1 0,0 0 0,-3-1-2,2 1 1,-1-3 0,0 2 1,-1-3-1,-1 4 1,0-5 0,-2 2 1,2-2-1,-3 0 0,-2 0-1,2-1 0,-1-1-1,-1 1 0,-1-2-1,1 2 1,-1-2 2,-2 0 2,1 1 3,2-1 1,-3 1 3,0 1-2,0 1 0,0 0 1,0 0-1,0 2 0,0 0-2,0 1 2,0 1 0,0-1 0,0 2-2,0-1-3,0 2-4,0 0-3,-3 0-1,3 1-1,0 0 0,-1 1 1,1 0 2,-1 0-1,0 3 0,-1 0 0,1 0 1,1 1 1,-1 3-1,0-3 1,-1 4 0,2-2 0,0 1 0,0 1 1,0-1 0,0 1-1,2-1-3,0 0 1,-1 1 2,2-1 1,-1 0-2,3-1-1,0 2-1,0-3 0,1 1 2,-1-1-1,2 1 0,0-2-1,-1 0 0,3 1 2,0-2 2,-1 0 1,2-1-2,1 0 2,-2-1 0,2-2 0,0 0 1,2 0-1,-1 0 1,-2-2 1,3-1-2,-1 1 1,-1-2-2,0 1 0,-1-2-1,2-1 0,-1 0 0,-3-2 0,2 2 0,-1-3 0,1-1-2,-4 1 1,2-2-1,-1 0 0,-2-1 2,0-2 0,1 1 0,-1-3 1,-2 0 0,-1-1-1,1 0-1,-2-3-1,1 2-2,-2-1 1,0-1 2,0 1-1,-2-1 0,1 1-1,-2 0 1,2 2-1,-2 0 2,2 0-2,-1 2 0,-1 0 1,2 2 1,-3 1 1,3 0 1,-1 3 0,-1-1 0,2 2 0,0 0 0,-1 3-1,1-2 0,0 4-2,-1-2 0,1 3 0,1 0 0,-1 1 0,-1 1 0,0 0-1,1 1 1,1 3-1,0 0 1,0 0 0,0 1-1,0 3 2,0 1 0,0-1 1,0 4-2,0 0 2,0 1 0,1 1 0,-1 1-1,0 0 0,0 2 1,0-2-1,0 2-2,0 0 1,0 0 2,0 0-2,0 2 0,0-1 2,0-1 1,0-1 0,0 1-1,-1-1 0,1-1-1,-1 1 1,0-3 0,-1 2 0,1-2 1,1-1 0,0 0-2,-1-2 1,1-1 0,0-1 0,0 1-1,0-2 1,0 1 1,0-4-1,0 2-1,0-1 0,0-2 2,0 1 0,0-1 0,0 0-1,0-1-1,0-1 1,0-1 0,0 0-1,0 0-1,0-1 0,0-1 2,1-1 0,-1-3-2,1 1 0,1-3-1,-1 0-2,0-2 0,0-1 0,3 1 0,-3-2 0,2-1 0,-1-2 0,0 1-1,0-2-2,2 2 0,-2-1 0,3 0 0,-1 0 1,0 0-1,-1 1 0,2 0-1,-1 1 1,1 1 0,-1 0 0,2 0 0,-1 2-1,0 1-1,0 1 0,1-1 0,-1 2-1,-1-1-2,1 3-1,-2-1 1,1 0 0,1 4 0,-2-2-1,0 1-1,1 1 0,-3-1 1,2 1 2,-2 2 1,2-1 1,-1 0-1,-1 1 2,3 0 2,-3 1 2,0 0 1,1 1 1,-1 1 1,0 0 0,-1 1 1,1 0 1,1 2-1,-2-1 1,0 0-1,0 1 1,-2 1 1,1 1 0,0-1 0,-2 0 0,2 1-1,-4 1 1,2-1 0,-1 0 1,0 1 0,-2-1-1,1 1 0,0-1 0,-1 0 0,-2 0 2,2-1-2,0 0 0,-2 0 1,2 0-1,-2-1 1,0-1-1,2-1 0,0 1-1,-1 0 0,0-2 1,2 1-1,1 0 1,-1-1-1,-1 0 2,2-1 0,1-1-1,0 1-1,-2-1 0,3 0 1,-1-1-1,2 0-3,-1 0-1,0-1 0,2 0-3,-1-1-1,1 1-3,0-1-3,0 0-4,0 0-2,1 0-2,-1 0 0,2 0 0,0 1 1,-1-2 0,2 2 0,-1 0-1,3 0-1,-2-1 0,0 2 0,1-1 1,2 0-1,-2 0 1,1 1 3,0-1 0,1 1 0,-1 0-1,1 0 0,3 0 1,-3 0-1,4 0 2,-2 0 0,0 0 2,1 0 1,0 0 0,-2 0 2,2 0-1,0 0-1,-2 1-1,2-1 1,-2 1 0,-2 0 2,3 0 0,-3-1-1,0 2 0,1-1 3,-3 0 0,1 0 1,0-1 2,1 2 3,-3-1 1,2 0 0,-1-1 1,-1 2 2,3-2 0,-4 1-1,2 0 1,-1-1 0,1 2 0,-1-1 0,0 0 0,0-1 0,2 2-1,-2-1 1,-1 0-1,2 0 0,-2 1 0,2-1 0,-1 0-1,-1 0 1,3 0 0,-3 1-1,2-2 2,-1 2 1,0-1 1,0 0-1,-1-1 1,2 2-1,-2-1 0,3-1-1,-2 0 1,-1 0 1,2 0 0,-2 0-3,3-1 0,-2-1 3,3 2 0,-2-2-1,1 0-2,-1-1 0,1 1 0,2-1 0,-2 0-2,0-1-3,-2 0-3,2 1-3,0-2-1,-2 0 1,2 1-1,-3-2-2,2 1-1,-1-1 1,-2 0-2,1 0-1,2-1 1,-2 2 2,0-2 3,-1 2 2,0 0 4,0 0 3,0 1 0,0-2-1,0 3 2,0-1 1,0 2 1,0-2 1,0 2 1,0 0-1,0 0 0,0-1 0,0 3 0,0 0 0,0-1 1,0 1-2,0 0 1,0 0 2,0 0 0,0 0-2,0 0 0,0 0-2,0 0 1,0 0 1,0 0 0,0 0 1,0 0 0,-1 0-2,-3 0 0,3 1 0,-1-1-1,-1 0-1,2 3 1,-2-1 2,1 1 0,-1 0 0,-2 0 0,3 0 0,-2 2 2,2 1 0,-1 0 2,-2 1 3,3-1 1,-2 2 4,2-1 2,0 1 1,0 1 0,-1 0 0,1 1 0,1-2-2,-1 2 0,1 0 1,1-1-2,0 1-1,0 0 0,0-1-3,1 0-2,1 0-3,-1 1-1,1-2-1,1 1 0,-1-1 0,1 0-1,-1-1 3,2 1 0,2 0 1,-2-2 0,1 1 3,0-2 0,1 1-1,0-1 1,3-1 5,-3-1-1,3 1-1,0-2 1,-1-1-2,3 1 1,1-2-2,-1-2 0,1 2-1,-2-2-2,4-1-1,-2-1-1,2 2-3,-3-4-3,3 0-4,-2 1-4,-1-2-2,2 0-2,-2 0 0,-1 0-1,1-2-1,-2 1 1,1 0 0,-3-1-1,3 0-1,-4 0 1,3 1 1,-3 0 2,1-1 1,0 2 4,-2-1 1,0 2 0,0-1 2,-2 2 0,1 0 1,0-1-1,-1 4 1,-1-1 1,3 0 1,-4 1 1,2-1 0,-1 3 1,-1-1 2,2 1 0,-2 0 2,2 1 2,0-1 3,-2 3 3,2-1 1,-2 1 3,2 0 0,-1-1 2,0 2 0,0 0 6,-1 0 4,3 0 2,-3 1 1,-1 0 1,1 0 2,1 1-1,-1-1-1,0 1 2,-1 0 1,1-1 0,1 1 0,-2-1-1,0 1-1,0 0-4,0-1-5,0 1-1,0-1-2,0-2-2,0 3-1,-2-3-2,1 2-2,1-2-3,0 0-4,0 0-1,0-1 1,0 0-1,0 0 0,0 0 1,0-1 0,0-1 1,0 0 1,0 0 1,0 0-1,0 0 0,0 0-1,0 0 0,0 0 0,1-1-1,1-1-1,-1 0-5,0-1-4,2 0-5,0-2-4,0-1-7,-1 0-8,2-1-5,0 0-6,1-1-2,-2 0-3,1 0-4,1-2-6,0 1-1,0 1-1,0-3 1,0 3 0,1 0 4,-1 1 1,0-1 4,1 2 6,1 0 4,-1 1 2,1-1 4,-2 1 2,1 2 5,1 0 3,-2 0 3,0 0 2,1 2 1,-3 0 4,1 1 0,1 0 2,-1 0 2,1 0 1,-1 2 2,-1 0 1,1 0 0,2 1 1,-2 1 1,0-1 0,0 0-1,0 3 1,1-2 0,0 1 0,0 0 0,3-1 1,-2 1-1,-1 0-1,4 0 1,-2 0-1,0 0 2,1-1 2,1 1 1,-2-1 2,3 0 1,-1-1 2,1 1 2,0-2-1,2 1 2,-2-1 3,4-1 1,-1 0 3,2 0 1,-1 0 0,1-1 0,1 0 0,0-1-2,0 0-2,-1 0-1,1-1-2,-1-1-1,0 0-1,1 0 0,-2-1-3,-1 1-1,0-2-2,-2 0-1,0 0-1,-2-1 0,1 0-3,-4-1 2,0-1 0,1-1 1,-4 1 3,1-1 2,-3 0 2,-1 0 0,-1-1-1,0 1 2,-2 0-1,-2 0 2,0 1 1,0 1 2,-1 0 1,-1 0 3,-1 4 1,-2-2 0,2 1-5,-2 1 0,1 2-2,-2 1 0,1 0 2,-1 0 0,0 2 2,1 0-2,-1 2 0,0 1-2,0 1-1,3 0 0,-2 0-2,2 1 0,-2 0 2,4 1-2,-1-1-1,2 0 1,0 1 0,1 0 1,-1-1-2,4 0 2,0 0 0,1 0 0,1-1 0,0-1 0,0 1-3,4 0 3,-1-1 1,1-1 0,2 0 0,-2 0-1,3 1 0,-1-3-4,1 1 0,-1 0-1,3-1 0,-2 0-1,0 0-3,1-2-1,0 0 0,-2 0-1,3-2 0,-2 1 0,0-2 0,0 1-1,0-1 1,-1 0-1,0 0 1,0-1-2,1-1-1,-1 0 1,-2 0 2,2 1 2,0-1 0,-2-1 1,0 1-1,0 0 0,0 1-1,-1-1 2,-1 2 2,1-2 0,0 1 0,-2 2 1,1 0-1,-1 0 1,-1 0-2,2 0 2,-2 1 1,0-1 5,1 2 4,-1 2 6,1-1 5,0 1 7,0 2 7,-2 0 5,3 3 6,-1 0 5,-1 2 5,2 1 4,-2 1 4,0 2 1,3 1-1,-3 2-2,2 2-4,-1 2-3,-1 0-3,2 2-7,-2 2-7,2 1-6,0 0-4,-1 0-2,0 3-4,-2-2-4,1 3-2,1-1-2,-2 1-1,-2-2-1,1 1 0,0 1-1,-2-3-2,0 0-2,0 0-1,-2-1-1,1 0 0,-2-2-1,1-1-2,0 0 0,0-2-1,-1 0-1,0-3-1,0 0-1,0-2-1,1-1 0,0-1 1,-2-3-2,4 1 1,-1-2-2,0-1 0,-2 0-5,4-2-8,-1-1-9,-1-2-12,-1 0-17,0-2-23,2-1-29,-2-1-33,0-3-45,-3 0-52,3-3-40,-1-1-36,-3-2-68,3-4-83,-2 0-51,1-2-32,-1-3-12,0-2 4,1-1 12,-2-2 132</inkml:trace>
  <inkml:trace contextRef="#ctx0" brushRef="#br0" timeOffset="418081.1203">16849 15045 0,'-5'3'290,"-1"-2"104,2-1 2,0 0 3,1 0 2,0-1-82,-2 0-119,4-1-67,-1 2-40,-1-1-25,2 0-17,0 1-9,-1 0-7,2 0-12,0 0-11,0 0-20,0 0-21,0 0-24,2-2-24,-1 2-21,0-1-21,2 0-25,-1 0-28,4-1-72,-2 2-90,1-1-42,0-1-21,2 1-8,2-1 5</inkml:trace>
  <inkml:trace contextRef="#ctx0" brushRef="#br0" timeOffset="418116.9979">18700 15093 0,'-1'-3'44,"-1"0"295,2-1 13,-1 2-21,0-1-37,1 0-46,0 1-49,0-1-22,0 2-10,0-2-6,0 2-4,0 0-3,0-1-5,0 2-7,0-1-10,1 0-12,-1-1-13,0 2-13,0 0-10,0 0-10,0 0-7,0 0-5,1 2-4,-1-1 0,2 0 1,-1 2 2,0 1 2,-1 0 2,1 1 4,2 0 2,-2 2 1,3 0 1,-2 2-2,-1 0-4,2 1-4,-2 1-4,2 1-6,-1-1-4,-1 1-6,2 1-5,-1 2-3,1-1-2,-1-1-4,-2 2-5,2 0-3,-1 0-2,0-1-4,-1 2 1,1-2-2,1 2 0,-1-1 0,0-1-2,-1 0-1,1 0-2,2 0-2,-2 0 0,0-2-2,-1 1 0,0-2 1,0 0 0,0-1 0,0 0-3,0 0-1,0-2-1,0-1-3,0 1-2,0-1-3,0-1-5,0-2-6,0 2-10,0-3-11,0 0-12,0 0-15,0-1-22,0 1-27,0 0-36,0-3-43,0 0-32,0 0-29,0 0-21,0 0-17,0-3-36,1 0-44,2 1-50,-2-2-52,2 0-17,-1-1 1,2 0 15,1 0 300</inkml:trace>
  <inkml:trace contextRef="#ctx0" brushRef="#br0" timeOffset="423023.8892">19394 15167 0,'3'0'70,"0"0"130,-2 2-21,2-1-23,-2 0-26,2-1-24,-1 0-25,-2 0-15,2 0-9,-1 0-2,0 0 3,-1 0 2,1 0 4,2 2 5,-3-2 3,0 0 5,0 0 5,0 0 3,0 0 7,0 0 4,0 0 2,0 0 4,0 0 3,0 0 2,0 0 0,0 0-2,0 0-4,0 0-6,0 0-4,0 0-5,0 0-5,0 0-8,0 0-7,-3 1-8,2 0-6,1-1-8,0 1-8,-1-1-8,0 1-8,-1 0-5,1 0-1,-1-1-5,0 2-1,-2-1-2,2 1-1,-3 0-2,3 0 1,-2 0-3,0 0-1,-1 1-1,0 0-4,1 0 3,1 1 1,-1 0 0,-2 2-1,1-2 0,0 2 1,-1 1 1,1-2-1,0 1 0,0 1 1,-1 1 1,1-2 0,1 3 0,-1-2 3,1 1-1,0-1-1,2 1 0,-2 1 0,3-1-1,-3 1 0,3-1 0,1 1 0,0-1 0,0-2 0,0 3-2,1-2 1,3 1 0,-2-2-1,2 2 2,0-2 1,1 1 0,1-2 1,0 1-1,3-1-1,-2-1 0,2 0-1,0 0 0,0 0 0,0-2 1,3 1 0,-2-2 0,1 2 0,-1-2-1,1-1-1,0 0 0,-1 0 0,0 0 2,-1-1 1,1-2 0,-3 2 0,3-1 1,-3 0-1,3-1 2,-2 0 0,-2-1 1,3 0-2,-2 0 0,1-1-1,-2 0-1,0-1-1,0-2 0,-1 3 0,0-2 1,1-1 0,-2 1-1,1 0-1,-2-1-2,-1 0 1,3 2-1,-4-2 1,2 1 0,-2-1 0,0 0 2,-1 1 2,0 1 0,0-1 2,0 1 0,0 1 1,0-1 0,0 1 0,0 0 0,0 1 1,0 1-2,0 1 0,0-1-1,0 1 0,0-1-2,0 3 0,-1-1-2,1 1 0,-1 0-3,-2 1 0,2 1-2,-3 0 0,3 1 2,-1 0 0,-1 0 0,2 1 2,-2 1 0,2 0 1,-1 1 0,0-1-1,2 1 1,-2 1 1,2-1 2,0 1 1,2-1 0,-2 0 1,3 1-1,-2-1 1,3 1-2,0 0 1,-1-1 0,2-1-1,0 1 2,2-1 0,0 0 0,-1 0-3,2-2 1,0 1 0,1 0 0,0-2-1,-1 1 0,2-1 0,-1 0 1,2-1 1,-3-1 0,0 2 1,1-2-1,0 0 0,-2 0-2,1-2 2,-1 2 0,-2-1-2,2 0 1,0-2 0,-2 3 1,1-3 0,-2 0 0,-1-1-1,1 0 1,0 0-1,-2-1-1,-2 0-1,0-1-2,0-2-1,-2 2 0,-2-2-1,-1 1 0,1-1-2,-3-1-1,-2 1-1,2-1 0,-3 1 0,-1 0 0,1-1-1,-3 2 1,3-2 0,-2 4 0,0-3 0,1 4 0,0-2-1,0 1-1,1 1 0,0 0-1,2 0-1,-1 1-1,0 0-3,3 2-2,-1-1 0,0 0-1,2 2-1,-1-1-2,1 1-2,1 0-3,1 0-2,-1 0-1,0 0 0,3 1 0,-1-1 2,0 2 1,2-1 1,0-1 2,0 1 2,3 0 3,-1-1 0,2 1 5,2 0 2,-1 0 4,3 1 4,0-2 2,1 0 3,2 0-3,2 0-4,-1 0-3,1 0 0,0 0-3,2-2 0,-2 1-1,0 0-3,2 0 1,-1 1-2,-2-1 0,2 0 1,-2 0-1,-1-1 0,2 0 1,-2 0 4,-1 0 5,0 1 0,-1 0 3,-1 1 0,0-1 1,-1 0 1,-1-1 1,1 2 0,-2-1 0,-1 0 0,0 0 1,0-1 0,-1 2-1,-1 0 0,-1 0 1,3 0 0,-3 0 0,-1 0 0,0 0 1,1 0 1,1 0 3,-1 2 5,-1 0 2,0 1 2,0-1 3,0 2 0,0 0 2,0 1 3,0 0 2,0 1 0,0-1 3,0 3-1,-1-3 0,-1 3 0,1-2-1,1 1-2,-1 0-2,0-1 0,-2 2-2,3-2 0,-1 1-1,0-1-3,0 0-1,-1-2-2,2 3-2,-1-2-1,0-1 0,-1 0-2,1 0-1,1-2 0,-1 1-2,1 0 1,0-1-2,0 0 2,0 0-1,0-1 0,0-1 1,0 0 1,0 0 1,0 0 1,0 0 0,0 0 1,0 0 0,0 0 0,1 0-2,-1-1 0,3 0-2,-1-2-2,0 1-1,1-1-1,1 0-4,-2-1-2,2-1-3,1 0-2,0-2-3,0 2-4,0-3-1,0 1-2,1 0-2,0 0-3,1-1 1,0 0-2,-1 1 2,3 0 0,-3-1 1,2 3 3,0-1 2,-1 0 2,1 2 2,-2-1 2,2 1 1,-1 1 2,1 0 2,-1 1 3,1 0 2,-2 0-1,1 2 3,-2 0 3,0 0 3,1 0 3,-1 3 2,1-2 4,-2 2 1,0-1 2,1 1 3,-2 1 4,-1 0 4,3 0 2,-3 1 1,1 0 1,-2 1 2,2 0-2,-2 0-1,0 1 0,-1 0-3,2-1 1,-1 1 0,-1-2 0,0 3-1,0-3-2,0 2-2,0-2 0,0 0-2,0 1 1,-1-2-1,-1 1-2,2-1 1,-1 0-1,0-2-1,-1 2-4,1 0-2,1-1-1,-1-2 0,0 1-3,1 0 0,0-1-1,0-1 1,0 2 1,0-2 0,0 0-1,0 0 0,0 0-2,0 0 0,0 0 0,0 0 1,1-2 0,0 2-1,-1-2-1,3-1-4,-1 0-3,0-2-5,0 1-5,2-1-6,-2-3-3,3 2-5,-1-2-4,0 0-4,2-1-5,-1 0-5,1-1-4,0 1-2,0 0-1,3 0 0,-3 0 2,2 1 1,-1 0 3,2 1 2,-2 0 4,2 1 3,0 0 2,-2 2 5,-1-1 3,3 1 5,-3 1 3,2 0 4,-2 2 3,0 0 0,0-1 2,-1 2 2,-1 2 3,0-1 1,1 0 2,-2 2 0,1 0 1,0 1 1,-1 1 0,1-1 2,-1 2-1,-1 0 1,2 1 1,-3 0-2,2 0 0,-2 0-1,3 1-1,-2-1 0,-2 1-2,1-2-6,1 2-7,-1-3-10,0 3-12,-1-3-14,0 1-11,0-1-15,0 0-15,0-1-13,0 0-11,0 0-12,0-1-11,0 1-12,0-1-11,0 1-15,0-2-15,0 0-26,0 2-28,0-4-33,0 0-37,0 2-9,0-2 157</inkml:trace>
  <inkml:trace contextRef="#ctx0" brushRef="#br0" timeOffset="424510.9227">20471 15266 0,'4'-5'191,"-2"0"60,2 0-35,-2 1-34,3 2-28,-3-2-28,0 1-26,-1-1-11,2 3-5,-1 0-5,-2-2-1,2 0 0,-1 3-1,0-1 0,-1 0-2,1 0 3,-1 1 3,0 0 2,0 0-1,3 1-2,-2 0-4,0 0-3,-1 1-1,1 2-2,2-3-1,-2 3 1,2 0 4,-1 1 2,-1 0-2,2 0-5,-1 1-8,0 0-6,-1 1-6,0-1-4,0 2-3,-1-1-3,2 0-4,-1 0-3,0 0-3,-1-1-4,1 1-3,1-2-3,-1 3-4,-1-3-2,1 2 0,-1-2-3,0 0 0,0-1-1,0 1-2,0-2 0,0 2-1,0-2-2,0 0 0,0-1 0,0 0 1,0 0 0,0 0 2,0 0-1,1-1 1,2-1 1,-2 2 0,-1-2 1,0 0 0,0 0 0,1 0-1,-1 0 0,3-2-1,-1 2-2,-1-2-1,2-1-1,-1-1-2,3 0-2,-2 0-2,-1-2-2,2 1-3,1-2-2,0 0-1,-1-2-2,-1 3 0,1-3-1,2 1 0,-2 0-2,0-1-2,0 1 0,1-1 0,1 2 0,-1-1 3,0 2 1,1-1 1,-1 2 0,0-2 0,1 3 1,-1 0 1,0 1 2,0-1 1,0 1 1,-1 2 0,-1-1 1,1 1 1,2 0 1,-2 1 0,0 0 2,0 1 2,-1 0 0,2 1 4,0-1-1,-1 2 0,0 1 2,-1-1 4,1 1 2,-1 0 3,0 1 3,0 0 1,-2 1 1,3 0-3,-2-1 1,-1 2 1,1-1 1,-1 1 4,0-1 0,-1 0 2,0 2-1,0-3 0,0 3-1,0-4 0,0 3-2,0-2-2,0 0 0,0 2-2,0-3 1,0 1-1,0-1-1,0-1-4,0 1-1,0-1-2,0 0-2,0-2-2,0 1-1,0 0 1,0-2-1,0 2 0,0-2 2,0 0-1,0 0-1,0 0 0,0 0-2,0 0 0,0-2-1,1 2 0,1-2-2,-1 0-3,0 0-3,2-2-5,0 0-4,1 0-6,0-3-5,0 2-7,2-3-4,-1 0-6,1-1-6,1 0-5,1-2-5,-1 1-6,3 0-3,-1 0-5,1 0 1,0-1-1,0 2 4,1 0 1,-1 0 4,1 2 3,-1 0 5,1 0 4,0 0 6,-2 3 7,1-1 4,-1 1 4,-1 0 6,1 2 7,-3-1 3,2 0 4,-2 3 3,-1-1 3,1 1 4,-2 0 5,0 1 2,-2 1 3,3 0 2,-4 1 4,0-2 1,1 3 4,-1 1 0,-1-1 2,0 2 2,0 0 2,0 0 2,-1 0 0,-1-1 0,1 3-2,1-1-1,-1 0 0,0 1 0,1 0 0,0-1 1,0 1 0,0-2 2,0 3 4,1-3 1,0 1 3,-1-1 0,3 0 0,-1 1 1,1-1 1,-1 0 0,4-2 1,-1 1 0,-1 0-3,2-2-2,2 1-2,-1-2-3,2 2-5,-2-2-4,3 0-5,-1 0-1,1 0-3,0-1 0,1-1-1,-1 0-2,1 0-3,1 0-1,0 0-1,0-1-1,-1-1-1,1 0 1,0-1 1,0 1 0,-2-2 0,3 0 0,-2 0-1,0-1 0,1-2-1,-2 3-1,2-3 0,-4 1 2,2-2 0,-1 0 0,-2 1 2,1 0-2,-1-1-3,-2 0 1,0 1 0,-1 0 2,1 0 1,-3 1 0,2-1-1,-3 2 3,2 0 1,-2 0 1,-1 2 0,1-1-1,1 1-1,0 0 1,-2 0 1,0 1-2,0 2-1,-2-1-1,0 1 1,1 0 0,-1 1-2,-1-1-1,1 2-1,-1 1-1,-2 0 0,0 1 1,1 0 0,1 2 0,-1-1 1,-1 0 0,1 1 1,2 1 0,-1 0-1,0-1 1,-1 2 1,2-1 0,0 0-2,1 1 1,0 0-1,-1-1 2,2 1 2,2-2 2,-1 2 0,0-3 2,3 3 0,0-2 1,-1 1 1,1-1-1,1 0 2,2-1 0,0 1 2,0-1 0,1 0 0,-1-1 0,0 0-3,2 0 0,0-2-1,-2 1-1,3-1-2,-2 0-1,-1-1-1,1-1 1,-1 0-2,0 0 0,1 0 0,-2-1-1,3-1 1,-3 0-1,0-1 0,1 0-1,-2-1-2,1-1 2,-1 0 1,-2-2 0,1 0 1,0-2 0,-2 0-1,0-1 0,-1 0-1,-1 0 0,-1-1-1,-1 0 0,0-1 1,-2 1 0,2 0 0,-2 0 0,0 1-1,-2-1-1,2 2 0,-1-1 1,0 1-1,-2 1-1,2 0 0,-1 2 0,0-1 1,-1 3-1,2-1-2,-1 1 2,1 1-1,0 1 1,0-1-2,0 3 1,0 0 3,0 0-2,-1 0-1,2 3 1,1-1 1,-1 0 0,-1 1-1,1 0 1,2 1 0,-1 0 0,1 2 0,-1-1-1,2-1 2,-1 2-1,2-1-1,0 1 1,2 0-1,-1-2-1,0 2 0,3-1-1,0-1 2,0 1 2,2 0-1,0-1 2,-1 1 1,4-1 0,-2-1-1,1 1 1,-1 0 0,3-2 1,-2 2 0,0-2 2,2 0-1,1 0 0,-2-1-1,1 0-1,-1 0 0,1-1-2,-2 0 0,2-1 1,0 0 0,0-2-1,-1 2-2,1-2-1,-1 2-1,0-2 0,1-1 0,1-1-2,1 2-1,-2-2 0,-1 1 0,0 0 0,1-1-1,-1 0 0,-1 1-1,1 0 1,-1 0 1,-2 0 1,-1 2 1,1-4 0,-2 4 2,0-1 0,-1 0 2,0 2 1,-2-1-2,3 0 0,-2 1-1,-2 0 3,1 1 0,-1 0 2,2 1 1,-1 0 0,-1 1 2,0 1 2,0-1 2,0 2 3,0 0 1,0 1 2,0 0 1,0 0 2,-1 2 1,-1-1 0,1 2 0,1 0-2,-1-1 1,0 1-1,-2-2 0,2 3-1,1-2-3,-1 1-1,0-2 1,-1 1 2,2-2 2,-1 3-2,0-3 0,0 2-1,-1-2 1,2 0-1,-1 1 0,0-2 0,-1 1 0,1 0 0,1-2 0,-1 1 0,-1-2-1,0 2-1,1-1 2,1-2 1,0 1 5,0 0 3,0-1 3,0 1 2,0-2 3,0 0 0,0 0-2,0 0 1,0 0-1,0 0-1,0-2-1,0 1-2,1-1-3,1 0-5,0-1-6,-1-2-4,-1 1-5,3-1-4,-1-3-5,1 3-3,-1-3-4,2 0-4,1-2-4,-1 1-2,1-1-2,0 0-2,2-1 0,-1 1-2,-1-1-2,3 2-1,-2 0 2,1 1-1,-2-1 2,2 2 1,0 0 3,-1 1 3,-1 0 4,3 1 1,-2 1 1,0 0 3,0 1 1,-1 1 2,0 1 1,3 0 2,-3 1 2,0 0 2,0 1 1,1 0 2,-1 1-1,0 1 1,1-1 0,-1 3 0,-1-2 1,-1 2-1,2 1 0,0-1 1,-1 1 0,0 0 0,1 1 0,-3-1 0,2 2-3,-2-2 0,2 2 2,-1-3 0,0 3 0,1-2 1,-1 1 1,0 0-1,0-2 0,-1 0-2,3 0-2,-2 0-3,-1 0-1,-1-1-5,2-2-2,-2 2-6,2 0-5,0-1-10,1-2-12,-1 1-21,0-1-24,1 0-26,2-1-28,-1-1-19,0-2-19,3 2-18,-1-2-18,2-1-36,-2-1-47,2 0-54,1-3-58,0 0-16,-2-1-1,2-2 14,-1 0 369</inkml:trace>
  <inkml:trace contextRef="#ctx0" brushRef="#br0" timeOffset="425500.9885">22890 15134 0,'2'-3'316,"-1"0"47,0 0 10,-1 1-40,0-1-66,0 3-50,0-3-46,0 2-21,0-1-11,0 0-8,0 1-4,0 0-8,0-1-9,-1 2-12,0-1-15,-1 0-13,1 1-12,0 0-9,-3 0-9,2 1-6,-3 0-4,1 1-3,-1 0-1,-1 1-2,1-1 1,-1 1-3,-2 2 0,2 1 1,1-1 3,-1 1 3,1 1 2,0 1 1,0-1 1,-1 2-3,1 0-3,1 0-2,0 1-3,-2 0-1,4 0-1,-1 1 0,1 0 0,0 0-2,1-1-2,1 2-2,0 0-1,1-2 0,2 2-2,-2-1 2,3 0 4,0-1 0,1-1 2,0 0 1,1 0 1,1-1 0,-1 0-1,2-1 1,1 0 0,-2 0 0,4-2 0,-2 1 0,2-1 0,0 0-2,-1-2-1,1 1 1,-2-2-1,2 1 1,-1-1-2,1-2 1,-1 2 1,0-2 0,0-2 1,-2 2 0,0-2 0,1-1-1,-3-1-1,2 0-1,-2-2-1,-1 0-2,1-3-2,-2 1-3,-2-1-1,1-1-2,-2-1-1,0 1-2,-1-3 0,-1 1-1,1-1-1,-2 0-2,-1 0-1,-1-1-1,-1 1 0,-1 1-2,1-1 1,0 2-1,-2-1 0,1 1-2,-1 2 1,-1 0-2,0 0 1,1 2-1,-1-1 1,2 3 0,-1-1 1,0 0-1,1 4 1,0-1 0,0 0 0,-2 1 0,2 1 0,1-1 0,-1 2 0,1 2 1,1-1 2,-1 0-1,3 0 1,-2 2-1,2 0 1,-1-1 0,3 2 0,0 0 2,0 0 0,0 0 1,3 1 0,-1 0 1,4-2 0,-2 4 0,1-2-1,1-1 1,0 1 0,2 0 0,0-1 0,1 0 0,0 1 0,0 0 0,0-2 1,0 1-1,2-1 0,-1-2-3,2 2-1,-1 0-4,-1-3 0,1 1-4,-1 0-1,1-1-3,-1 0-2,1-1-2,0 0-3,-1-1-1,1 0 0,-2 0-1,1 0 0,-1-1-1,1-1 2,-2 0 2,2 1 2,-1-2 2,0 0 1,-2 1 2,2-1 1,-2 0 3,-2 1 2,3 0 2,-3 0 0,0 0 0,-1 2 2,0-1-2,1 0 1,-2 0 1,-1 2 0,2-1 1,-3 0 0,2 2 1,-1 0 1,-1 0-1,1 0-1,-1 0 1,0 3 3,-1-1 1,1 1 2,1 1 2,0-1 1,-2 2 1,0 1 1,0-2 2,0 4 0,0-2 1,-2 1 2,0 0 2,1 1 1,1-2 0,-1 3 1,0-2 0,-1 1 0,1-2 1,1 3 0,-1-2 0,0 0 1,-1-1-2,1 1-1,1-2-1,-1 0 0,0 0-1,-2 0 0,3-2-2,0 1-1,0 1-1,0-3-2,0 1-1,0-1-1,0-1 0,0 2 0,0-2 1,0-1 1,0 0 0,0 0 1,0 0 0,0 0 1,0 0-1,0 0 0,0 0 0,0 0-2,3-1 1,-1-2 0,-1 2-1,2-3-2,-1 1-1,2 0-1,1-3-3,-1 1-1,0-1-2,1-1-3,1 0-3,-1-2-2,1 3 0,1-2-2,-2-1-1,2 1 0,0 0-1,-1 1-2,-1-2 0,3 3 1,-2-1-1,0 1 2,0 0 1,0 2 0,1-1 1,0 1 4,-2 0 0,1 2 0,2-1 1,-2 0 1,-1 2 0,1 0 2,-1 1 1,0 0 0,0 0 0,-1 1 1,-1 0 0,1 2 0,-1 0 1,-1-1 0,3 2 0,-2 0 0,-1 0 0,-1 0 0,2 1-1,-2 0 1,2 1-1,0 0-3,-2-2-4,2 3-6,-2-1-7,2-2-8,-2 3-13,0-3-18,-1 1-22,2 0-22,-1-1-24,0 0-25,0 0-21,-1 0-20,3-1-13,-2-1-12,0 2-7,-1-1-8,1-1-22,1 1-30,-1 0-44,0-1-54,2 0-9,-1 0 8</inkml:trace>
  <inkml:trace contextRef="#ctx0" brushRef="#br0" timeOffset="426379.0459">23909 14965 34,'-3'-4'329,"2"2"2,1-1 2,-1 1-63,0 0-90,-1 1-50,1-2-34,1 3-16,-1-1-10,1 1-3,0 0-2,0 0 1,0 0 3,0 0 2,0 1 1,0 0 3,0 2 2,0 0 2,0 1 4,-1 1 6,-2 0 5,2 2 2,1-1 2,0 2-3,0 0-3,0 1-6,0 0-5,0 2-8,0-2-5,0 4-6,0-2-4,0 1-5,0-1-4,0 3-4,0-1-5,-1 1-3,0-1-5,-1 2-2,1-1-2,1-1-3,-1 2-3,1-1-4,0-1-2,0 0-4,0 0-1,0 0-2,0 0-1,0-1-2,0-1-3,0-1 1,0 1 0,0-2 0,0 0-1,0 0-1,0-2 0,0-1 0,0 1 0,0-2 0,0 0-1,0 0 1,0-2 1,0 1 0,0-1 2,0 0-1,0-1-1,0 0-2,0-1 2,0 0 1,0-1-1,0 0 1,0 0 3,0 0-1,0-2-1,0 0-2,0-2 0,0 2-2,0-4-2,1 1 0,-1-1-1,1-2 1,1 1-2,-1-3-1,0-1-2,0 1-1,3-1-2,-3-1-2,2-1 0,-1-1 0,1-1-1,-1-2 1,2 2-1,1-2-1,-1 0 3,-1 0-1,1 1 2,2-1-1,-1 0 0,0 0 3,0 1 0,3 0 0,-2 2 1,1-1 0,-2 2 1,2 1 0,0 2 0,-1-1 0,0 1 1,3 1-1,-3 1 2,-1 0-1,3 1 1,-2 2 0,1 0 1,-2 1-1,2 0 0,0 0 2,-1 2-1,-1 1 1,3 0 3,-2 1-1,-1 0 0,1 1 0,-1-1 0,0 2 0,-1 0 0,1 2 0,-2 0-1,1-1 1,-1 1 1,-1 1 2,2 0 0,-3-1 0,0 1-2,-1 1 1,0 0-1,-1-1-2,-3 1 0,2 0 0,-2-2 0,0 2 1,-1-1 0,-1-1 0,0 1 0,-3 0-2,2-1-1,-1 1 1,-3-1-1,1 0 1,2 0 3,-2 0-1,1 0 2,0-1-1,1-1 0,0 1-1,-1-2 1,3 2 1,-1-1 0,2 0 0,1-1-1,0-1 0,-1 0 0,3 2-1,-1-1-2,2-1 0,-1 0-1,0 0 1,1 1-2,1-1 0,0 0-1,0 0 0,0 0-3,0 0 3,0 0 0,0 1-1,1-1 2,1 2 0,-1-1 1,0 0 0,2 1 0,-1 0 0,-1-1 1,4 2 2,-2 0-2,-1 1 2,2 0 0,-1-2 1,0 4 1,2 0-1,-1-1 1,0 2 0,-1-2 2,2 4 1,0-2 1,-1 1 1,0 0-2,1 0 1,-2 2 2,1-1 2,1 0 0,1 1 2,-1-1-1,0 0 1,0 1 3,3-2 0,-2 2 0,1 0-2,-2-1-1,2 0 1,0 0 1,-2-1-1,0 1-1,0-2-1,1 1-4,-2-3 0,0 2-1,-1-2-4,2 0-7,-2 0-5,-1-2-7,1 1-8,-1-1-11,0-1-16,0 2-20,0-3-28,-2 1-31,2-1-26,-1-1-24,0 2-20,-1-2-15,0 0-16,1-2-17,-1 2-30,2-2-36,-1 0-46,0-2-49,0 0-13,2-1 6</inkml:trace>
  <inkml:trace contextRef="#ctx0" brushRef="#br0" timeOffset="427215.1028">24292 15195 7,'2'-1'288,"-1"-1"-20,2 2-33,-2 0-46,-1 0-50,0 0-28,0 0-18,0 0-3,0 0 1,0 0 3,0 0 6,0 0 6,0 0 5,0 0 5,0 0 6,0 0 1,0 0 1,1 0-4,-1 0-1,0 0-6,0 0-8,0 0-8,1 2-8,-1-2-10,0 0-9,0 0-8,0 0-11,0 0-10,0 0-11,0 0-14,0 0-19,0 0-23,0 0-26,0 0-25,0 0-25,0 0-22,0 0-21,0 0-16,0 0-17,2 0-22,-1 0-23,-1 0-52,0 0-64,0 0-36,1-2-24,2 2 1,-1-1 76</inkml:trace>
  <inkml:trace contextRef="#ctx0" brushRef="#br0" timeOffset="427249.0091">24613 15011 0,'1'-1'276,"2"-2"5,-2 3-28,2-2-37,0 0-41,-3 0-25,2 0-19,-1 2-5,0-1 1,0 0 0,-1 0-1,2-1 0,-2 2-2,0 0-6,0 0-8,0 0-2,0 0-1,0 0-2,0 0-6,0 0-4,0 0-9,0 3-4,0-1-6,1 1-3,0 0 0,0-1 0,-1 4-2,2 0 0,-1-1 3,0 2-6,-1 0-8,1 0-6,2 1-7,-2 3-3,0-2-3,-1 1-3,1 0-5,1 1-4,-1 1-4,0-1-2,-1-1-2,1 2-3,1 0-1,-2-2-3,0 2-2,0-1-2,0 0-2,0-1-1,0 0-3,0-1-1,0 0 0,0-1-5,0 1-5,0-1-7,-2 0-8,1 0-12,1-3-11,-1 2-17,0-1-19,-1-2-19,1 0-20,1 1-22,-1-2-20,0 0-17,-2-1-16,2 1-8,1-2-7,-1 2-1,-2-2-1,2 0 3,-1-1 5,0 0 8,0-1 8,-1 0 5,1-2 3,-1 1 3,2-1 4,-1-1 1,-1 0 2,2-1 2,0-1 4</inkml:trace>
  <inkml:trace contextRef="#ctx0" brushRef="#br0" timeOffset="428115.9651">24613 15211 49,'0'-6'154,"1"1"2,1 0 1,-1 1-11,0 0-16,-1 0-20,1 0-25,2 1-15,-1 1-14,1-1-6,-1 1-2,0 0 0,0 0 0,-1 1 2,2-1 2,-1 2 2,3 0 3,-2-1 1,0 1 2,1 0 0,2 0 2,-2 0 1,0 0-1,1 0 1,1 0 3,-1 0 2,0 0 1,1 0 0,0 0-1,1 0-3,0 0-1,-1-2-1,-1 2-1,3 0-1,-2-1-2,0 0-1,0 0-2,-1-1-3,0 2-5,0-1-5,0 0-6,0-1-4,0 1-3,0 0-3,-1-1-2,0 0-4,-1-1-4,2-1-2,-1 2-2,-2 0-1,2-2-4,-1 0-1,-1-1-2,2 2-1,0-2 2,-1-1 0,-1 0 0,0 0-1,-1-1-1,2 1 5,-2-1 4,3-1 5,-2 0 4,-1 1 5,2 1 3,-2-1 5,2 1 5,-1-2 2,-1 4 4,1-2 1,-1 1 0,1 1 2,-2 0 0,2 0 0,-1 0-4,0 2-3,0-1-5,-1 1-5,0 0-5,0 0-4,0 2-5,0 0-3,0 0-2,0 0-4,0 0-1,0 0-1,0 0-3,0 0 0,-1 0-1,0 3 0,0-2-1,-1 3 1,2-1 4,-2 2 2,1 0 2,-1-1 0,1 4 1,1-1 1,-1 2 3,-2-1 1,2 2 1,0-1 0,0 1-3,-1 0 0,1 1 0,1-1-2,-1 1-1,0-1-1,-2 2-3,2-2-1,1 1 0,-1-2-1,1 3-3,0-2 0,0 0-1,0 0-4,0-1-3,0-1-7,0 1-7,0-1-11,0 0-12,0-1-19,0 0-20,0 0-25,0-1-25,0-1-22,0 0-22,0 0-14,0-2-14,0 1-10,0-1-8,0 0-11,0-2-11,-1 1-22,1-2-28,0 0-36,0 0-39,0 0-5,0 0 12</inkml:trace>
  <inkml:trace contextRef="#ctx0" brushRef="#br0" timeOffset="428146.9165">24955 15169 150,'2'-2'310,"-1"2"-27,2 0-40,0 0-40,-1 0-39,2 0-19,-2 0-14,-1 0-3,2 0 0,-2 0 2,2 0 1,-1 0 2,-1 0-1,3 0-2,-3 0-4,2 0-8,-1 0-11,0 0-10,0 0-13,-1 0-9,1 0-11,-1 2-9,0-1-8,0 0-8,-1-1-7,3 2-11,-2-1-11,0 0-20,-1-1-22,0 0-25,0 0-27,0 0-24,0 0-21,0 0-20,0 0-17,0 0-23,0 0-24,0 0-62,0 0-78,0 0-41,-1 0-22,-3 0 2,2 0 12</inkml:trace>
  <inkml:trace contextRef="#ctx0" brushRef="#br0" timeOffset="428182.7861">25339 15049 138,'1'-2'297,"0"0"-29,0 0-46,-1 0-44,2 0-45,-2-1-22,0 3-10,0-1-2,0 1 1,0-2 3,0 2 3,0-1 3,0 1 1,0 0 0,0 0 0,0 0-3,0 0-2,0 0-1,0 0-6,0 0-3,0 0-6,0 0-5,0 0-4,0 0-7,0 0-7,0 0-7,0 0-7,0-1-7,0 0-7,0-1-5,-2 2-6,2-1-5,-1 0-5,-1-1-5,0 2-3,0-1-5,-1 0-3,-2 0-2,3 1 1,-2 0-1,-1 0-1,0 0-1,2 0 2,-1 1-2,0 0 0,0 0 1,-2-1-1,2 3 0,1-2 1,-1 2-1,0-1 1,1 1-1,0 0 0,-1 1 2,2 0-1,-1-2 1,0 2 2,0 1 0,3 1-1,-1-2-1,0 1-2,1 0 1,0-1 1,0 1 1,0 0 0,1 1-1,0 0 2,-1-2-1,3 3 1,0-2-1,-2 0-1,3 2 1,-1-2 1,-1 3 1,3-3 2,0 3-1,-1-2-1,0 1 1,-1-1-1,2 0 1,0-1-1,0 1 1,-1 0 0,2-1-1,-2 1 1,0-1 0,-1-1-2,2 1 1,0 0-1,-1-1 0,0 2 1,1-3-1,-2 1 1,1 2-1,-1-1 0,-1-1 0,2 0-1,-2 1 1,1-1-1,-1 0 1,-2 1 2,2 0 3,-1-1 3,-1 1 2,0-1 2,0 0 1,-1 2 2,-1-1 0,1-1 1,-1 1 2,-2 0 0,0-1 2,0 1 0,1-1-1,-1-1-2,-2 1 1,1 0-2,-1 0 0,-2-1-1,2 0-1,-3 1 2,2 1 0,-1-2 1,-2 1 0,3-1 0,-3-1 0,1 1 1,-2-2 0,1 2 0,2-2 0,-2 2-3,1-1 0,-1 0 0,1-1-2,-2-1-1,2 0-1,1 2-1,0-2-3,-2 0-1,4 0 0,-1-2-1,-1 2-1,2 0-3,0-1-1,0-1-2,1 0-8,0-1-10,-2 2-14,4-2-18,-1 1-28,0-1-34,-2-1-32,4 0-32,-1 1-28,-1-2-25,2 1-46,-1 1-54,1 0-57,-1-1-54,2 0-21,-1 0-5,-1 1 6,3-1 202</inkml:trace>
  <inkml:trace contextRef="#ctx0" brushRef="#br1" timeOffset="455689.8636">3521 16781 73,'0'0'198,"0"0"-23,0-1-23,0-1-22,0 1-20,0 0-21,0 1-19,0-1-12,0-1-8,1 1-3,-1 1-1,0-1 1,2 0 0,-2 1 2,0 0 3,0 0 7,2-1 5,-2 1 6,0 0 8,0 0 5,0 0 7,0 0 6,0 0 8,0-1 5,0 1 6,0 0 5,0 0 4,0 0 0,0 0-2,0 0-2,0 0-2,0 0-4,0-1-6,0-1-6,-2 1-6,0 1-6,2-1-8,-1-1-8,-1 1-5,1 0-7,0 1-5,1-1-2,-1 0-4,-2 0-3,2 1-6,-2-1-5,2-1-4,-1 1-4,-2 0-3,2 1-4,-1-1-4,-1-1-2,2 1-5,-3 1-2,0 0-3,1 0-3,0 0-1,1 1-1,-2 1-1,0-1 0,0 1 1,1 1-1,-2-2-2,2 1 0,-1-1-1,-1 3 1,1-1 0,1-1 0,0 1 1,0 1 0,0 1-1,0-1 1,-1 0-1,0 1-1,2 0 0,0 1 0,-1-1 1,2 0 1,-2 2-1,0-2 0,3 3 0,-1-2 0,-1 1-1,2 1 0,-2-2 2,2 2-1,0-1 1,0 1 0,-2 0 0,2-2 0,1 2 1,0 0 0,0 0 0,0-2 0,0 2-1,0-1-1,1 2 0,2-4 0,-2 3 2,0 0-2,0 0 0,2-2 0,-2 2 2,2 0 0,-1-1 0,3 1-1,-3-2 0,1 3-1,2-1 1,-1 1 1,1-2 0,-2 2 0,1-2-1,1 0 1,0 0-1,-1 1 1,1 0-1,0-1 1,1-1-1,-1 1 2,0-1-1,1 1 1,-1-2 0,0 0 1,1-1 0,2 0-1,-2 0 1,-1 1 0,2-2 1,0-1-1,1 1 1,-2 1-1,1-2 1,0 0 0,1-1 0,0 2 1,-2-3 1,2 1-1,-1 0 0,1-1-1,-1 0 1,1 0-2,-2-1-2,0 0-4,0 1-5,1-3-6,0 2-7,-2-1-11,0 0-10,1 1-18,-1-2-18,0-1-23,1 1-21,-1-1-23,0 1-22,0-3-18,1 2-14,-2-1-11,1 0-7,0 1-10,-1-1-8,0-1-20,-2 1-24,2 0-40,-3 1-47,3-2-8,-2-1 8</inkml:trace>
  <inkml:trace contextRef="#ctx0" brushRef="#br1" timeOffset="456494.564">3394 16996 0,'0'0'56,"0"0"154,0 0-26,0 0-24,0 0-23,0 0-25,0 0-25,0 0-16,0 0-13,0 0-8,0 0-4,0 0 1,0 0-1,0 0 4,1 0 4,2 0 5,-1 0 3,-1 0 3,2 0 6,-2 0 5,2 0 2,-1 0 5,3 0 2,-3 0 6,2 0 7,0 0 3,1 0 3,1 0-1,0 0-2,1-1-2,0 0-2,1-1-3,0 1-5,1 1-5,2-1-5,-1-1-3,1 1-7,-2 0-7,2-2-7,0 3-7,-1-1-8,1-1-5,-1 1-7,1 1-4,-2-1-5,1 0-2,0-1-5,-3 1-3,1 1-3,-1-1-2,1-1 0,-2 1-1,0 1-2,1 0 1,-1 0 0,-1 0 0,0 0-1,0 0-2,-1 0-2,0 0-9,0 0-9,1 0-16,0-1-16,-3 1-21,2-2-20,-1 1-20,-1 1-22,1-1-19,-2-1-15,3 1-17,-2 0-13,-1 0-27,2-1-30,-2 1-52,2 0-62,-1-1-19,-1 1 1,3-3 12,-3 1 348</inkml:trace>
  <inkml:trace contextRef="#ctx0" brushRef="#br1" timeOffset="458258.6391">4519 16852 0,'0'0'104,"0"0"30,0 0-18,0 0-18,0 0-18,0 0-16,0 0-15,0 0-12,0 0-11,0 0-6,0 0-6,0 0-2,0 0-2,0 0 0,0 0 0,0 0-1,0 0 3,0 0 0,0 0 1,0 0 0,0 0 1,0 0 1,0 0 2,0 0-1,0 0 2,0 0-1,0 0 1,0 0 1,0 0 2,0 0 2,0 0 0,0 0 1,0 0 1,0 0 2,0 0 2,0 0 3,0 0 0,0 0 3,0 0 3,0 0 1,0 0 4,0 0 2,0 0 2,0 0 1,0 0 4,0 0 1,0 0 2,0 0 3,0 0 1,0 0 4,0 0 3,0 0 2,0 0 1,0 0 1,0 0 0,0 0 1,0 0 0,0 0 0,0 0-2,0-1-1,0-1-4,3 1-2,-2 1-3,0-1-4,-1-1-4,1 1-5,1 0-5,0 1-4,-1-1-4,2 0-4,-2 0-4,2 1-4,-2-1-4,3-1 0,-2 1-3,-1 0-1,2 1-1,-1 0-2,1 0-1,-1 0-1,3-1 0,-2-1-1,-1 1-1,2 1 0,1 0-1,0 0 2,-1 0 1,-1 0 0,1 0-1,2 0 1,-2 0-1,0 0 2,1 0 2,1 0 0,-1 0 2,0 0 3,2 0 2,-2 0 2,2 0 1,1 0-1,-2 0-2,3 0 0,-3 0 2,2 0-3,0 0-1,0 0-2,0 0-2,0 0-1,-2 0-3,3 0-1,-3 0-3,2 0-1,-2 0-1,0 0 0,0 0 0,-1 0-1,-1 0 0,1 0 0,1 0 0,-2 0 1,0 0 0,-1 0-1,2 0 1,0 0 0,-1 0-1,-2 0 0,1 0 1,2 0-1,-3 0-1,1 0 1,-2 0 0,2 0 0,-1 1 0,-2-1-1,1 0 0,2 0 1,-3 0-1,0 0 0,0 0-1,0 0-3,0 0-7,0 0-13,0 0-16,0 0-21,0 0-20,0 0-19,0 0-18,-3-1-16,2 1-16,1-1-13,-1-1-12,-2 1-10,2 1-8,0 0-10,0-1-9,-1-1-12,1 1-14,-1 0-25,-2-2-31,3 2-15,-2-3-7</inkml:trace>
  <inkml:trace contextRef="#ctx0" brushRef="#br1" timeOffset="459091.9749">4677 16708 0,'0'-3'219,"0"2"11,0 1-33,0-3-30,0 2-28,0-1-24,0 0-24,0 0-11,0 0-6,0 1-1,0-2-2,0 2 3,0-1 2,0 1 3,0-2 0,0 1 3,0 2 0,0-2-1,0 1-3,0 1-3,0 0-6,0 0-6,0 0-5,0 0-6,0 0-6,0 0-5,0 0-8,0 0-4,0 0-4,0 0-1,0 0-1,0 0 0,0 0 3,1 1 2,1 1 0,-1-1 1,0 2 5,-1-2 3,1 1 3,2 0 3,-2 2 5,0-2 4,0 2 1,1-1 1,-1 1-1,0 0-1,-1 1-4,1-1-1,1 1 0,-1 1-5,0-1-1,-1 1-3,1 0-3,1-1-2,0 2-4,-1-1-2,0 1 0,1-1-5,-1 2-3,0-3-3,2 3-2,-2-3-1,0 2 0,1 0-2,0-1 0,-2 1-2,4-1 3,-2 1-3,-2-1-1,1 1-1,2-3-2,-2 2 0,-1 0-1,1-1 0,1 1-2,-1 0 1,-1-1 0,1-1-1,0 0 2,1 1-2,-1 0 0,-1-2 1,2 1 0,0 1 0,-1-2-2,0-1 0,-1 1-1,0 1 2,0-2 0,0 0 0,0-1-1,0 2-1,0-2 2,0 2-1,0-2-2,0 0-5,0 1-6,0-1-9,0 0-12,1-1-16,-1 2-23,2-1-24,-2-1-23,0 0-24,0 0-22,0 0-18,0 0-20,0 0-21,0 0-24,0 0-50,0 0-65,0 0-35,2-1-19,-1-1 1,2 2 23</inkml:trace>
  <inkml:trace contextRef="#ctx0" brushRef="#br1" timeOffset="459936.1065">5421 16685 49,'0'-1'287,"1"1"-26,-1-1-37,0-1-35,0 1-34,0 1-28,0-1-24,0 1-11,0 0-7,0 0-3,0 0-2,0 0-1,0 0-3,0 0-2,0 0-3,0 0-3,2 0-4,-2 0-4,0 0-6,0 0-3,0 0-4,0 0-4,0 0-5,0 0 2,0 0 2,0 0 3,0 2 1,0 1 1,0-2-1,0 1 1,0 2 0,-2-1 1,1 1 2,1 0 2,0 2 3,0 0 3,-1-2 2,0 4-3,-1-3-4,1 3-3,1 0-3,-1 1-3,-1-1-1,1 0-2,1 1-1,-1-1-1,-1 2-4,0 0-2,1-1-4,1 0-4,-1 0-3,0 0-3,-1 2-2,1-2-2,1-1-2,-1 2 0,0 0 0,-1-1-2,1 0 0,1-1-2,-1 0-2,0 0-3,1-2 0,0 2-1,-3-3 1,3 3 1,0-3-3,0 1 0,0-1-1,0 0-1,0-2 0,0 1 1,0 0 0,0-1 0,0-1 0,0 2 1,0-2 0,0 1-1,0-2 1,0 1 0,0-1 3,0 0 3,0 1 5,0-1 5,0-1 2,0 0 3,0 0 1,0 0 3,0 0 0,0 0 1,0 0 0,0-3 0,-1 2 0,1-2-2,0 1-2,0-2-3,-1-1-5,1 1-2,-1-3-2,-1 2-5,1-3-1,1 0-3,-1-1 1,-1 1-2,1-3 1,0 0-1,1 0-1,-1 1-1,-1-2 2,1 0-1,1-1-3,-1 0 1,-1 0 0,0 1 0,1-1 0,1 1 0,0 0 1,0 0-1,0 1 0,0-1 2,0 3 1,0-2 0,0 1-2,0 0 0,1 1 1,1 0 0,1 1 1,-2 0 0,2 0 0,-1 2-2,1-3 0,1 3 0,1 0 0,-2-1-1,2 1-2,0-1 0,1 2 2,1 0 0,-1-1 1,0 1-1,2 0-2,-1 1 0,1-1-2,-1 1 2,0 1 0,1-1 1,-1 2-1,1-2 1,-2 2 1,3 1-3,-3 0 0,-1 1 0,2 0 2,0 0 2,0 0-2,-1 1 2,-2 0 1,1 1 0,1 0-1,-1 1 0,-1 1 0,1-1 0,-2 0 2,1 1 1,-1 1 0,-2 0 0,2 0-2,-2-1 0,0 0 1,-1 1 0,0 0 0,0-1 0,0 1-2,0 0 2,-1 0 0,0 0 0,-2 0-1,0 0 2,1 0 1,-2 1-2,-1-2-1,2 1 0,-1-1 1,-1 1-1,-1 0 0,1-1 1,-2 2 0,0-1 0,2-2 1,-1 0-1,-2 1-1,2 0 0,-1-1-1,-1 1 0,2-2 2,1 1 0,-2 1 0,0-3-1,0 2 2,2-2 0,0 2-1,1-2-1,-1 0-2,2 1 0,0-1 0,-1-1-1,3 1 0,-1 0 0,-2 0 2,4-1-2,-1 1-2,0 0 0,-1 1-2,2-2 0,0 0-2,0 0 2,0 0 0,0 0 2,0 0 1,0 1-1,2-1 1,-1 3 0,0-2-1,-1 1 2,1 0 0,3-1 1,-3 2 2,2 1 1,-1-2 0,1 1 0,-1 1 1,3 0 0,-3 0 3,2-1 1,0 0 2,1 1 4,0 1 4,0 0 1,0 0 2,1 0 2,-1-1 1,0 2 1,1 0 0,2-1 2,-2 3 0,1-3 0,1 3-1,-2-3 1,3 3-2,-3-3-1,3 2-3,-2-3-1,-1 2-1,3 1-1,-3-3-1,3 2 1,-3 0-1,3-1 1,-3 0 0,2-1-2,0 1 1,-2 1-3,1-2 0,0 0-3,-2-1 0,1 1-1,0-1 0,-1 1-2,-1 0-1,1-2-1,0 1-3,-1 0 0,-2-2-1,2 2 0,0-2 0,-2 2-1,-1-1 0,2-2-1,-2 1 1,2 0 1,-2 0-1,0-1 2,-1 0 0,1 0 1,1 0 1,-2 0-1,0 0 0,0 0-6,0 0-6,0 0-10,0 0-12,2 0-12,-2 0-12,1-1-19,0 0-19,1 0-32,-1 0-38,-1-3-33,1 1-32,2 0-24,-2 0-18,2-1-16,-1 0-13,-1-1-27,3 1-30,-3-1-40,2-1-46,-1 1-11,-1 0 7</inkml:trace>
  <inkml:trace contextRef="#ctx0" brushRef="#br1" timeOffset="462341.7173">6022 16696 0,'0'0'57,"0"0"147,0 0-14,0 0-16,0 0-16,0 0-18,0 0-19,0 0-13,0 0-14,0 0-6,0-2-1,0 1 1,0 1 3,0 0 4,0 0 5,0-1 3,0 1 2,0-1 1,0 1-1,0 0-2,0 0-4,0 0-4,0 0-7,0 0-6,0 0-7,0 0-8,0 0-6,0 0-9,0 0-8,0 0-8,0 0-7,0 0-7,0 0-4,0 0-4,0 0-5,0 0-1,0 0 0,1 1 0,-1-1 2,0 1 2,0 2 4,0-2 1,0 2 2,0-1 2,0 2 3,-1 1 1,0 1 2,1-1 0,-1 2 0,-1 0 0,1 1-2,1 1-2,-1 1-2,0-1-2,-1 1-2,1 1-1,1-1-2,-1 1-1,0 2-2,-2-3 1,2 1-3,1 1 1,-1-2 0,0 2-1,-1-1 1,1-2-1,1 1-1,-1 2-1,0-4-1,1 1-2,0 2-1,0-3 1,0 1-1,0-3 1,0 2-1,0-1-2,0-1 2,0 0 0,0 0-1,0-2 1,0 0-1,0 1 1,0-1 0,0-1-1,0-1 2,0 1-2,0 1 1,0-3 1,0 1 0,0-1 1,0 2 0,0-2 1,0 0 0,0-1 1,0 0 1,0 0-1,0 0 0,0 0 1,0 0-1,0 0 1,0-1 2,0-2-1,0 2-1,0-2 0,0 1 1,0-2-1,0 0-1,0 0-1,0-3 0,0 2 1,0-2-1,0 0 0,0 0 1,0-1-3,0-2 0,0-1 0,0 1-2,0-2 0,0-1-1,0 1-1,0-1-1,0 1 1,0-1 1,0 0-2,0 0 0,0-1 0,0 1 0,0 0 0,1 0 0,0 0 0,-1 1 1,1 0 0,1 1 1,-1 0-1,0-1-1,3 1 0,-2-1 1,-1 2 0,3 0 1,-1 1 0,-1 0 0,2-1-2,1 0-1,-1 2 0,-1 0 2,1 0-1,2 2 0,-2-2 0,1 2 1,0 0-1,1 1 0,-1 1-1,0-1 2,1 1-2,-1 0 1,0 0 0,3 1 0,-3 1 0,0-1 0,1 2-1,-1-1 0,0 2 1,0 0 0,1 0 0,-1 0 0,0 2-1,1-2-1,-1 2 2,-1 1-1,0-1 2,-1 1 2,2 0-1,-2 1 2,-1 1 0,1-1-2,-1 0 0,-2 0 1,1 2 0,-1 0 0,0-1 1,-1 1 0,1 1-2,-1 0 2,-2-1-1,2 1-2,-3-1 0,2 1 0,-3-1 1,0 1-1,1-1 1,-1 1 0,-1 0 0,1-2-1,0 0 1,-1 2 0,0-1 1,-1-2-2,0 3 1,2-2-2,-2 0 1,-2 0-1,4-1 2,-1 2-1,-2-1 2,2-2-1,0 0 1,1 1 0,0-1-2,1 0 0,-2-1-1,2 1 0,2-2 0,-2 2 1,2-2 0,-2 0-1,3 1 0,-2-1-1,2-1 0,1 0-1,-1 1 0,-1-1 0,2 0 0,0 0 2,0 0-1,0 0-1,0 0 2,0 0-1,0 0 1,0 0 1,0 0-1,-1 2-1,1-2 1,0 1-1,0-1 0,0 0-1,0 0 2,0 0-1,0 0 1,0 0 0,0 0-1,0 0 0,0 0-2,0 0 2,0 0-1,0 0 1,0 0 1,0 0 2,0 0 0,0 0 0,0 0 0,0 0-1,0 0 0,0 0 0,0 0 1,0 0 1,0 0-1,0 0 1,0 0 0,0 0-1,0 0-1,0 0 0,0 0 0,0 0 0,0 0-1,0 0 0,0 0 0,0 0 0,0 0 0,0 0 0,0 0 1,0 0-2,0 0 0,0 0 0,0 0 1,0 0 1,0 0-1,0 0 0,0 0 0,0 1 1,0 1 0,1-1 0,1-1 0,-1 1 0,-1 0 1,0-1 0,1 2 0,0-1 1,1-1-1,-2 0-2,1 1 0,-1 0 1,2 0 0,0-1 1,-1 1 0,0 0-1,-1 1 1,1-1 0,1-1-1,-1 1-1,0 1 1,-1-1-1,1-1 0,1 1 1,-1 0 1,0 0 1,0 0-1,3 2-2,-3-2 0,2 1 0,-1 1 1,-1-2 0,2 2 1,-2-2 1,2 2 0,-2 1 2,3-2-1,-2 1 1,-1 0-1,2-1 1,-1 1 1,2 1 1,0-2 1,-2 0-1,1 2 1,-1-2-1,1 1 1,-1 1-2,1-3-1,0 3 0,1 0 0,-3 0 2,3-1 1,-3 2-1,3-1 0,0 0-1,-2-1-1,2 2 0,-2 0-1,1-1 2,1 0-1,-2 2-1,3 0 1,-2-1 0,-1 0-1,3 2-2,0-1-1,-1 1 0,-1-1 1,1 1 0,0-1-1,2 1 0,-1 0 0,0-2 1,1 1 0,-1 0 0,2 0 0,0 1 0,-1-2 1,-1 0 1,1 1 0,1 0-2,-2-1-1,2 1 2,-2-1 0,0 0 0,0-1-1,1 0-1,-1 0 1,0-1 1,1 1 1,-2-1-1,0 0 2,-1 1-2,2-3 1,-1 2 1,1-2-2,-1 2 1,1-2-1,-2 0 1,1 1 1,0-1 0,1-1-1,0 0 0,-1 0-1,1 0-1,1-1-2,-1-1-2,0 1-1,0-1-3,1-1-3,-1 0-4,0 2-9,1-3-12,-1 1-20,0 0-28,0-1-30,1 0-30,-1-2-27,0 1-23,0 1-23,-1-1-22,-2 0-39,1-2-51,-2 2-50,-1 0-52,0-2-16,-1 2-1</inkml:trace>
  <inkml:trace contextRef="#ctx0" brushRef="#br1" timeOffset="463151.5275">5843 16478 89,'3'-1'218,"-2"1"-25,0-1-23,-1 0-25,1 0-24,1 1-20,-1-1-18,-1-1-10,0 2-4,0 0-1,0 0-1,0 0 2,0 0 2,0 0 2,0 0 2,0 0-1,0 0 1,0 0-1,0 0-4,0 0-3,0 0-3,0 0-4,0 0-6,0 0-4,0 0-6,0 0-4,0 0-7,0 0-4,0 0-5,0 0-2,0 0-2,0 0-1,0 2-1,0-1-1,0 1-3,0 0 1,0 2 0,0 0 2,0-1 0,0 1 0,0 1 2,-1 0 1,1-1 0,0 2-1,-2 0 0,2 1 1,-1-1-1,1 2-1,0-2 1,0 2-1,0-1 0,0 2 0,0-3-2,0 2 0,0-1-1,0 2-1,0-2 0,0 0-2,0 0-1,0 1-2,0-3-2,0 3-1,0-3-2,0 2 0,0-1-1,0 1 1,0-2-1,0 0 1,0 2 0,0-3-1,1 2-1,-1 0-1,0-2 1,0 1 0,2 0-1,-2-1-2,0 0-6,0 0-9,0 0-13,0-1-16,0-1-17,0 2-17,0-3-16,0 2-13,0-3-13,0 3-12,0-2-12,0 2-15,0-2-14,0-1-24,0 0-32,0 0-44,0 0-55,0 0-14,0 0 3</inkml:trace>
  <inkml:trace contextRef="#ctx0" brushRef="#br1" timeOffset="464013.8779">5765 16587 0,'0'0'260,"0"0"-6,-1 1-43,1-1-45,0 0-45,0 0-30,0 0-23,0 0-9,0 0-4,0 0 1,0 0 2,0 0 3,0 0 4,0 0 2,1 0 0,0 0 0,2 0-3,-2 0-2,4-1-3,-3 1-4,2-2-3,0 1-3,1 0-5,0 0-5,0-2-5,0 2-7,1-2-7,-1 2-4,0-2-2,0 0-2,1 1 0,-1-2-2,0 1-2,1 2-2,-1-3-1,0 0 0,1 0 2,-1 3 2,0-3 4,-1 0 5,2 1 3,-2 1 5,0-1 3,-2 0 3,2 1 3,-3-2 4,3 3 5,-3-1 4,0 1 5,1-2 1,-1 1 3,0 1 0,-1-2-2,0 2-3,0-2-2,0 3-2,0-1-5,0-1 0,0 1-1,0 1-2,0-1 0,0-1-3,-1 1-4,0 0-4,-1 1-4,2 0-2,0 0-3,0 0-3,-1 0-3,0 0 0,-3 1-2,3 0-3,-1 1-2,-1-1-3,0-1-2,1 3-2,-2-2 1,1 0-1,0 2 0,-1 0-1,2-1-1,-2 2 0,2-1 2,-2 1 1,0-1 0,2 1 0,-2 0 0,0 2 0,-1-1 2,2 0 0,-1 2-1,0-3 1,-2 3 0,2-1-1,0 2 2,1-2-1,-1 1 1,-1-1-1,0 0 0,1-1-1,1 0-1,-2 2 1,1-2 0,0 0 0,-1 0-2,0 0 0,2 0 0,0 0 0,-1-1 1,2 0-1,-3 0-1,4-1 1,-2 0 0,2 0 1,-2-1 0,2 0-3,1 0-7,-1 1-13,0-3-17,-1 1-18,1 0-21,1-1-21,0 0-22,0 0-18,0 0-18,0 0-15,0 0-15,0 0-19,0 0-20,0 0-29,0 0-34,1-2-38,1-1-43,-1 1-6,0-2 10</inkml:trace>
  <inkml:trace contextRef="#ctx0" brushRef="#br1" timeOffset="464046.6859">5765 16515 0,'0'0'265,"0"0"-25,0 0-49,0 0-47,0 0-44,0 0-30,0 0-22,0 0-9,0 0-5,0 0-1,0 0 2,0 0 3,0 0 2,0 0 5,1 0 4,1 1 4,-1-1 6,0 1 5,3 1 5,-2-1 2,-1 2 4,2-2 1,-2 3 2,2-2 0,-2 0-1,1 2 1,1-2 0,2 2 3,-3-1-1,2 1 3,0 0-2,1 1-1,-2-2-1,1 1 0,0-1 1,1 1-1,0-1 1,0 1-2,0 0-2,1 0-4,-1 0-2,0 0-7,0 0-4,1-1-6,-1 0-5,-1 0-6,0 1-6,0-2-3,0 0-4,0 2-6,-1-3-4,-1 2-4,3-2-5,-4 1-2,2 0-3,-1-1-1,-1-1-2,1 2-4,-1-1-10,0-1-15,-1 1-19,1 0-29,-1-1-34,0 0-27,0 0-27,0 0-23,0 0-18,0 0-33,0 0-39,0 0-59,0 0-68,0 0-29,0 0-13,0 0 7,4 0 190</inkml:trace>
  <inkml:trace contextRef="#ctx0" brushRef="#br1" timeOffset="464876.5335">6930 16830 0,'0'1'29,"0"-1"194,0 1-19,0 1-20,0-1-22,0-1-25,0 0-26,0 0-17,0 0-13,0 1-7,0 0-1,0-1-1,0 2 3,0-2 2,0 0 2,0 0 3,0 0 2,0 0 3,0 0 4,0 0 3,0 0 1,0 0 1,0 0 1,0 0-1,0 0-2,0 0 1,0 0 0,0 0 0,0 0-3,0 0-1,0 0 0,0 0-2,1 0 1,1 0 0,1 0 1,-2 0 3,2 1 3,0-1 3,-1 0 1,2 0 0,1 0-6,-2 0-1,2 0-3,0 0-3,1 0-3,1 0-5,-1 0-8,0 0-5,0 0-7,1 0-7,0 0-8,-2 0-7,1 0-8,2-1-2,-2-1-1,-1 1-4,2 0-1,0 1 0,0-1-1,-1-1-1,-1 1-1,3 1-1,-2-1-2,0-2-2,0 3-2,0-1-1,0-1-1,0 1-1,-1 1-2,-2-1-1,1-1-1,1 1-1,-3 0 0,2 1-2,-3-1 0,2-1-1,-2 1 0,1 1-3,-1-1-2,0 1-5,-1 0-4,0 0-8,0 0-7,0 0-11,0 0-13,0 0-14,0 0-13,0 0-19,0 0-20,0 0-32,0 0-37,0 0-30,0 0-27,0 0-16,0 0-14,0 0-10,-2 0-8,-1 1-12,2-1-17,-2 1-26,-1 1-33,1-1-22,-2 1-18,0 1 15,0-2 216</inkml:trace>
  <inkml:trace contextRef="#ctx0" brushRef="#br1" timeOffset="465750.4988">6921 16954 0,'-1'3'203,"0"-2"21,0 2-29,-2-2-29,2-1-26,1 1-26,-1 1-25,1-1-12,0-1-8,0 0-2,0 0 1,0 0 2,0 0 2,0 0 4,0 0 2,0 0 2,0 0 1,0 0-1,0 0 2,0 0-2,0 0-3,0 0-2,0 1-1,0 1 1,0-2 3,0 1 1,0-1 1,0 1 1,0 1 0,0-1-1,0-1 2,0 1 0,0 1 2,0-1 2,1 0 0,-1-1 2,1 1-2,3 1-2,-3-2-2,3 1-2,-2-1 3,2 0-1,-1 0-2,1 2 3,0-1-1,0 0-2,1-1-3,1 1-4,-1 1-4,0-1-3,0-1-2,0 1-5,0-1-5,0 0-5,1 0-7,-1 0-4,1 0-6,2 0-4,-2 0-6,-1 0-2,2 0-4,0 0 0,-1 0-2,0-1 0,0 1 0,2-1 0,-2-1-2,-1 1 0,2 1-3,0-1-1,-1-2-1,1 3 0,-2-1 0,2-1 1,-1 1 0,-1 1 1,0-1 0,-2 0 0,2-1-1,0 1-1,-1 1 1,-1-1 0,-1-1 1,3 1 2,-3 1-1,1-1 0,-2 1-2,2 0-2,-1 0-1,-2 0-1,1 0 0,1 0-1,0 0 1,-2 0-1,0 0-1,0 0 1,0 0-1,0 0-1,0 0-2,0 0-4,0 0-4,0 0-6,0 0-8,0 0-14,0 0-15,0 0-17,0 0-18,0 0-33,0 0-40,0 0-42,0 0-44,0 0-29,0 0-23,0 0-29,0 0-32,0 0-57,0 0-67,0 0-23,1-3-2,0 2 8,2-2 15</inkml:trace>
  <inkml:trace contextRef="#ctx0" brushRef="#br1" timeOffset="466641.7629">7581 16637 0,'0'-3'66,"1"2"232,0 0-10,1-1-26,-1 2-36,-1-1-29,0 1-28,0-2-9,0 1-6,2 0 2,-2 1 5,0-1 1,0-1 2,2 1-2,-1 0-1,0 1-9,-1 0-10,0 0-11,0 0-15,0-2-13,0 2-15,0 0-15,1 0-13,-1 0-12,0 0-12,0 0-6,0 0-3,0 0-3,2 2 1,-1-2 0,0 1 1,-1 2 2,0-2 0,0 3 1,0-1 3,0 0 0,0 3 2,0-2 5,0 2 4,0 1 0,0 1 0,0-2-2,0 3-4,0-1 0,0 3-1,0-2-1,0-1-2,0 3-1,0 0-2,0-2-1,0 2-3,0 0-3,0 0-6,0 1-3,0-2-1,0 1-1,0 2-1,0-3 0,0 1-2,0 0-1,0-1 0,0 0-1,0 0-1,0-1-2,0 0-1,0-1 0,1 0 0,-1-2-1,0 2 1,0-1 0,0-1-2,0 0 1,0 0 0,0-2-1,0 0 0,0 0-1,0 1 1,0-1 0,0-2 1,0 0 1,0 1 0,0-2 4,0 2 3,0-1 3,0-2 4,0 0 2,0 0 1,0 0 2,0 0 0,0 0 2,0 0 0,0 0-1,0 0 1,0-2 0,-1-1-2,1-1-2,-1 0-4,1 0-4,-1-1-3,-1-2-2,1 0-2,1-1-1,-1-3-1,0 2-3,1-3 1,0 0-1,0-1 0,0 0-1,0-3 0,0 1-1,1-1 0,0-1 0,-1 0 1,1 0-1,1-2 0,-1 2 1,0 0 1,2 1 0,-1 1-1,-1-1 1,3 0-2,-3 2 1,2 2 0,-1-1 0,1 0-1,-1 2 0,2 1 0,0 2 0,-1-3 1,1 3-2,1-1-1,1 3 1,-1-2 0,0 1 1,3 1-1,-1 0 1,-1 0 1,3 2 0,0-1 1,-1 1-1,1 0-1,0 3-1,-2-2 2,3 0-2,-1 1-1,-1 2-1,0 0 2,2 0-1,-4 0 2,2 1 0,-1 2 0,-1-1 0,-1 1 0,1 1 1,-1 0 1,-1 1 0,0-2 0,1 3 2,-4 0 0,2 0 1,-2 2-1,-1-3-1,0 3 0,-1-1 0,-2 0 0,2 0 0,-4 1 0,1 0 1,0-1 0,-1 0 1,-2 0-1,2 2 1,-2-2 0,-1 0-1,1-1 2,-2 1 0,0-1 1,1 2-2,0-2 1,-2 1 0,2-1-1,-2 1-3,1-2 1,-1 0-1,1 2 1,1-2 1,0-2 0,-2 2-1,3-1-2,-1 0 0,1 0 0,1-2 0,-1 1-1,1 1 1,2-4 0,1 3-1,-1-2 0,-1 0 0,3 1-3,-1-1 0,2-1 0,0 1-1,-1 0 1,1-1 0,1 0 1,0 0-1,0 0 1,0 0-1,0 0 2,1 2-1,1-1 1,-1-1-1,0 1 3,2 1 0,-1-1 1,3 2 1,-1-1 0,-1 1-1,1 0-1,2 1 0,-1-1 1,0 1-1,3-1 0,-2 2 1,-1 0 0,1 0 0,3 0 1,-3 0-2,3 0 0,-3 2 1,4-2 0,-3 3 0,3-1 1,-1 0 1,1 0 1,0 2 2,1-2 2,-1 0 1,2 0-1,2 1 1,-3 0 1,3 0 0,-2-2 0,2 2-2,-3 0 1,3-2 1,-2 0 0,0 0-1,-1 0-1,-1-1-3,-1 0 0,-1-1-2,2 0 1,-4 0-1,1-2 0,0 1 0,-2 0 0,1-2-2,-2 2-1,-1-2-4,1 0-2,-1 1-7,0-1-7,0 0-8,-2-1-13,2 0-14,-1 0-15,-1 0-22,2 0-23,-2-1-37,3-2-40,-2 2-30,1-3-26,-1 0-16,2 1-12,-2-2-14,2 0-15,0 1-30,-2-2-37,2 0-39,-1-2-37,-1 2-5,-1-2 12</inkml:trace>
  <inkml:trace contextRef="#ctx0" brushRef="#br1" timeOffset="466675.5557">8161 16486 13,'0'-1'345,"0"-2"13,0 2 11,0-2-40,0 2-63,0 1-43,0-1-33,0 0-17,0 0-8,0 1-4,-1-1-2,-1-1-5,2 1-3,-1 0-7,1 1-6,0 0-11,0 0-11,0 0-12,0 0-11,0 0-14,0 0-13,0 0-9,0 0-9,0 0-6,0 0-7,0 0-5,0 0-7,0 0-3,0 0-5,0 0-1,0 0-2,0 0-1,0 1-1,0 2 1,0-1 2,0 0 0,0 3 1,0-1 0,0 0-1,0 0 2,0 2 4,0 0 0,0 0 3,0 1 1,0-1 0,0 1 1,0 2 0,0-2-1,0 2-1,1-1 0,1 0 1,-1 1-1,-1 0 1,1 0-2,1 0-2,-1 0-2,-1 2-3,1-3-3,-1 1 0,0 1-2,0 0-2,0-2-1,0 1-1,1-1-1,2-1-2,-3 0 0,1 2-2,-1-2-3,0-1-3,0 1-8,1-2-10,-1 0-15,0 2-14,0-2-18,0-2-19,0 2-25,0-1-26,0 0-24,0-1-24,0-1-19,0 1-18,0-2-14,0 2-12,0-2-4,0-1-2,0 0-7,0 0-9,0 0-15,0 0-16,0 0-24,0 0-28,0-3 2,-1 1 129</inkml:trace>
  <inkml:trace contextRef="#ctx0" brushRef="#br1" timeOffset="467512.8394">8069 16596 0,'-1'0'9,"0"0"310,1 0 4,0 0-38,0 0-55,0 0-51,0 0-47,0 0-27,0 0-16,0 0-5,0 0-1,0 0 3,0 0 4,0 0 4,1 0 5,0 0 4,2 0 6,-1 1 3,3 1 3,-1-2-2,-1 0 1,2 1-1,2-1-2,-1 0-7,0 0-9,3 0-10,-2 0-10,3 0-10,-1 0-10,1-1-11,0-1-9,1 1-8,0 0-9,-1-2-4,1 2-3,-1-2-2,0 2-2,0-3-3,1 1-1,-1 1-1,-1-2 0,-2 0 1,3 0 1,-4 0-2,2 1 0,-2-1 0,-1 0 0,0 1 0,-1 0 0,-2-1-1,2-1 0,-3 1 0,2 1 2,-2-1 0,-1 0 0,2 0 0,0 2-1,-2-2 3,0 0 1,0 1 1,0 2 0,0-2 0,0 2 1,-2-2-1,0 1 0,2 2-2,-1-1-2,-2-1 2,2 1-1,-3 1 0,2 0-2,-1 0 0,-3 1 0,2 1-1,1-1-2,-2 1-1,-2 1 0,2 1 1,0-1 1,-1 1 0,0 1 2,1-1 2,-2 1 0,0 1 1,1 0 1,-1 1 1,-1 0 0,2 1 0,-3 0 0,3 0 0,-2 1 0,0-1 0,1 1 1,-1-1 0,3 0-1,-2 1-1,0-1 0,1 1-2,0-1-1,0 0 0,1-2-1,-1 2 0,1-1-1,0-1 1,0 0-2,0-1-4,1-1-7,-1 1-8,3 0-11,-2-1-17,0-1-19,3 1-18,-2-2-17,2 1-18,0-2-19,0 0-16,-1 0-15,1 0-12,1-1-8,0 0-7,0 0-3,0 0 2,0 0 5,0-1 9,0 0 12,0-1 8,-1 1 7,0-2 3,-2-1 1,2 1 0,1-2-2,-1 0-5,0 0-8,-1-2-6,1 0 66</inkml:trace>
  <inkml:trace contextRef="#ctx0" brushRef="#br1" timeOffset="467546.7493">8072 16558 0,'2'-7'34,"-1"1"156,3 2-3,-3-1-10,2 0-12,-1 2-19,-1-1-19,2-1-17,-2 2-16,2-1-7,-2 2 1,3-1 2,-2-1 4,-1 4 5,2-3 5,-2 2 5,0-2 2,1 2 5,-1 0 4,0 1 7,-1 0 7,1 0 0,3 0-3,-3 0-3,0 1-4,2 2-1,-2-2-2,2 3 0,-2-3-4,3 3 1,-1 0 1,1 1-3,-1 1-6,-1-1-7,3 1-9,0 1-6,-1 1-4,1 0-3,0 0-4,1 0-6,-1 1-6,1-1-5,0 1-3,0-1-7,1 1-6,0-3-4,-1 2-4,3-1-3,-3 1-4,1-2-2,1 1-4,-2-2-1,3 1-2,-3 0-1,2-2-3,-1 1-1,-2-2-2,1 2 0,2-3-5,-2 1 0,-1 0-2,2-2-2,0 2-2,-1-3-4,0 1-6,-1 0-8,0 1-10,1-2-14,-2 0-18,0 0-22,-1 0-25,0-2-40,2 1-43,-4 0-39,2-2-39,-1 2-40,-1-1-39,1 0-62,-1-2-71,-1-1-35,0 1-17,-1-2 1,-2 1 11</inkml:trace>
  <inkml:trace contextRef="#ctx0" brushRef="#br2" timeOffset="477069.0832">884 17939 0,'-4'0'42,"-1"0"253,1 2-2,2-1-43,-2-1-58,3 0-47,-2 2-44,2-2-22,-1 1-14,-1-1-9,2 0-6,1 0-2,-1 0-5,0 0-3,-1 0-3,2 0-4,0 0-3,0 0-2,0 0-1,0 0-1,0 0 0,0 0 3,0 0 4,0 0 6,0 0 5,0 0 5,0 0 5,0 0 6,0 0 8,0 0 5,0 0 7,0 0 5,0 0 3,0 0 4,0 0 2,0 0 2,0 0-1,0 0-1,0 0-4,0 0-4,0 0-2,0 0-6,0 0-3,0 0-5,0 0-6,0 0-1,2 0-5,-2 0 0,0 0-2,1 0-1,0 0 1,0 0 2,3 0 1,-3 0 3,2 0 1,-1 0 0,1 1 0,-1 0 0,3-1 0,0 2-2,-1-2-3,0 0-3,2 0-2,-1 0-4,0 0-4,2 0-6,-2 0-5,3 0-3,0 0-4,0 0-3,0 0-5,1 0-2,1 0-3,-1 0-1,2 0 0,-1 0-4,1 0 0,1 0-1,0 0-1,0 1-1,2-1 0,-2 0 0,0 0 0,2 1 0,1-1 0,-2 2 0,0-2 0,2 0 1,0 0 0,-1 0 0,-1 1-1,2-1 1,0 0 0,1 0 1,-2 0 1,1 0 0,0 0 0,0 0 0,1 0 1,0-1-3,0-1 0,-1 2 0,0-1 0,1 0 0,0-1 0,0 2 0,0-1-3,1 0 0,-1 0-1,-3-1-1,2 2 0,-1 0 0,1-1 0,-4-1-1,3 1 0,-2 1 0,-2 0 0,0 0-1,0-1-1,-1 1 1,-2-1 0,0 1 0,0-2 1,-2 2 0,1 0 1,-2 0 0,-1 0 0,0 0 3,1 0 4,-2 0 3,0 0 2,1 0 2,-3 0 3,1 0 2,1 0 0,-2 0 0,0 0 0,0 0 0,0-2-2,-2-1-1,1 2 1,0-1-3,-3 0-2,0-1-3,1-1-3,-1 1-4,-1 0-1,-2-1-2,0-1 0,1 0-1,-4 0 0,0 0 0,1 0 0,-2-2 0,0 3-1,0-2 0,0-1 1,-3 3 0,2-2 0,-2 0 0,4 1 0,-2-1 0,-1 2 1,3-2 0,-1 1 0,2 2 0,0 0 0,1-1 0,-2 0-2,4 2 1,0-2-1,-2 2 0,3-1 0,1 1 0,0 0-1,0 1-1,1-2 0,1 3 0,-1-1-1,2 0 0,0 0 0,0-1-1,-2 2 1,3 0 0,0 0-2,0 0 2,0 0 0,0 0 0,3 0 1,-2 0 0,0 0 0,2 0 1,-1 0 0,1 0 0,-1 2 1,3-1 0,0 0 1,-1 0-1,1 2 2,1-2-1,-1 1 0,0 0 1,2 2 0,1-1-1,-2 0 1,4 0-1,-3 1 1,2 0 0,0 0-1,1 0 1,-2 1 0,2-1 0,-1 2 0,1-1 0,0-1-1,0 1 0,-3 0 0,2-1 1,0 0 0,-1 1 0,1 0-1,0 0 1,-3 0-1,3-1 1,-2 1-1,-2 0-1,2-1 1,0 0 0,-2 1 1,1 1 0,-1 0 0,-1-1 0,-1 1 1,2 0-1,-1 0 2,-1 1 1,-1-1-1,1 1 1,-1-1 0,-2 2 2,1-1 0,-1 1 3,-1-1 2,1 1 3,-2 0 2,-1 1 2,1-1 0,-2 0 2,0 2 1,-2-1 1,0 0 0,-2 1 1,2-1 0,-2 0 0,0 1 0,-1-2-2,1 3-4,0-3-2,-2 0-2,3 1-1,-2-3-3,0 3-1,3-3-1,-3 0-2,3 0-1,0-1-5,1 0-4,0-2-9,1 1-11,-1 0-12,3-2-17,-2-1-23,2 1-27,-1-2-38,2 1-40,-2-1-50,1-1-57,2 1-43,0-2-38,0 2-76,0-3-92,0 0-38,2 0-15,1 0 3,-2-2 11,2 2 19,-1-1 376</inkml:trace>
  <inkml:trace contextRef="#ctx0" brushRef="#br2" timeOffset="479847.0721">3249 17866 0,'-3'-1'258,"2"-2"54,-2 2 4,2-2-57,-3 3-87,3-3-51,-4 2-37,4 0-14,-1 0-6,-1-1 0,2 2 2,-2-1 3,2 0 0,-1-1-3,-2 1-3,4 1-5,-1-1-7,-1 0-7,1 1-4,0 0-6,1 0-5,0 0-5,-1 0-3,1 0-4,0 0-3,0 0-3,0 0-1,0 0-1,0 0 4,0 0 1,0 0 4,0 0 4,0 0 3,0 0 4,0 0 4,0 0 2,0 0 4,0 0 5,0 0 4,-2 0 7,1 1 7,1 0 4,-1-1 3,0 1 1,-2 2 1,2-2 1,-3 2 2,2-1-2,-2 1 0,2 0-1,-2 1-1,0 0-4,-2 0-4,1 2-7,0-1-6,-2 1-4,0 0-5,1 1-3,0 1-2,-2-2-4,1 3-3,-1-2-2,1 1 1,0-2-3,0 3 0,0-2-1,2 0 2,-1 1 0,-2-1 1,2 1 2,1-1 0,-2 2 1,0-1-2,1 2 0,0-2 0,1 2-1,0 0 0,-1-1 0,1 0 0,1 2-2,-1-1-3,0 2-1,3-1-3,-2-1-2,2 3-3,-1-2-2,2-1-1,-2 2-1,1-1 0,2 1-1,-1-1-2,1 0-1,0 1-1,1-2-1,-1 0 0,2 1 1,1 0 0,-2-2 0,3 2-1,-2-1 2,2 0-1,1 1 1,-1-2-1,-1 0 0,1 1 0,2-2-1,-1 0 1,2 1 0,0-1-1,-2 1 1,3-2-1,0 0-1,0-1 2,0-1 0,1 1-1,2-1 1,-2 0-1,2-2 1,-1 1 0,1 0 0,1-3 1,1 0 0,-1-1 0,2 0 0,1-1 0,-3 0 1,3-3-2,0 1 0,0 0-1,1-2 1,-2 0 0,1 0-2,0 0 0,-2-2 0,2 0 0,-3 0 0,1 0 1,-1 0-1,0 0 1,-1-1 1,-2 0 1,1 1 1,-3-2 0,2 1 1,-3-1 0,1 1 1,-2 0 2,-1-1 0,1 0 3,-1 0-3,-2 0 1,-1-1 1,1 0 0,-2-1 0,-2 1 1,1-1 0,0-1 1,-4 1 0,1 0-1,1-1 1,-3 2-1,0-1-1,0 0 1,1 1-1,-2 0 0,-1-1-1,2 1 0,-3 1-2,3-1 0,-4 1-1,3 1-2,-2-1-1,0 1 0,1 0 0,-1-1-1,-1 3-2,1-2 1,0 1-2,0 1 0,-1 0-1,0 0 0,-1 0 0,1 1 0,-1 0 0,-2 1 0,3 0-1,-2 0 1,1 1 0,1 0 0,-1 1 0,0 0 0,0-1-1,3 2 0,-2 0-5,1-1-1,0 2-5,2 0-5,-2 0-6,3 0-5,-3 0-10,3 0-9,0 0-11,-1 2-12,0 0-17,2 0-18,-1 0-30,1-1-37,0 1-29,-1-1-26,1 2-21,1-1-15,2 1-18,-1 0-18,1-1-50,-2 1-64,4 0-34,-1 0-25,1 0 0,0-1 7</inkml:trace>
  <inkml:trace contextRef="#ctx0" brushRef="#br2" timeOffset="481110.1427">3974 17579 0,'0'-3'83,"0"3"171,0-1-44,0 1-39,0-2-37,0 1-31,0 1-29,0 0-11,0 0-8,0-1-1,0 1 2,0-1 3,0-1 4,0 2 3,0-1 3,0 0 3,0-1 2,0 1 3,0 1 4,0-1 1,0 1 3,0 0 2,0 0 2,0 0 0,0 0 1,0-1-1,0 0 0,0 1-3,0 0-2,0-1 0,0 0-3,0-1-1,0 1-3,-1 1-3,0-1-1,1 0-3,0 1-4,0-2-3,0 2-3,0 0-4,0 0-2,0 0-3,0 0-3,0 0-2,0 0-3,0 0-2,0 0-2,0 0-1,0 0-2,0 0-2,0 0-1,0 0-1,0 0-3,0 0-1,0 0-1,-2 0-4,2 0-1,0 0-2,-1 0-4,1 0-2,0 0-2,0 0-3,-1 2-3,1-2-1,-1 1-3,1 0 0,0-1-1,0 1-2,0 1 0,0 0-1,0-1 2,0 1-2,0 1 1,0-1 0,0 2 2,0 0 0,0 0 1,0 0-2,1 1 1,0-1-1,-1 1 0,1 1 0,1 0 1,-1 1 0,0-2 0,-1 3 0,1-1-1,2 0-1,-2 1 1,0 0-1,-1 1 1,0-1 1,0 1 1,0-1 0,0 0 0,0 0-1,0-1-1,0 0 1,0 1-1,0 0 1,0-1 0,0 1 0,0-2 1,0 3 0,0-3 0,0 1-4,0-3-5,0 3-5,0-1-7,0-3-8,0 2-11,0-1-13,-1 0-17,0 0-17,1-1-20,0-1-20,0 1-19,0-2-16,0 1-15,0-1-10,0-1-8,0 0-7,0 0-5,0 0-2,0 0 2,0 0-4,0 0-6,0 0-11,0 0-14,0 0-37,-3-3-45,2 3-12,1-4 170</inkml:trace>
  <inkml:trace contextRef="#ctx0" brushRef="#br2" timeOffset="482113.2186">3836 17638 258,'-2'0'309,"0"0"-47,0 0-69,2 0-57,-1 0-48,1 0-23,0 0-12,0 0-9,0 0-3,0 0-3,-1 0 1,1 0-3,0 0-1,0 0-1,0 0-1,0 0-2,0 0 1,0 0 1,0 0 2,0 0 3,1 1 3,0-1 3,-1 1 0,4 1 3,-2-2 2,-1 0 3,2 0 2,-1 0 3,2 0 4,-1 0 2,0 0 1,1 0-1,1 0-4,0-2-5,1 1-6,-1 1-5,1-1-3,3-2-5,-1 2-5,0-1-3,1 0-2,-1-1-4,0-1-5,2 2-6,-3-1-4,2 0-2,-1 1-3,-1-1 0,-1 2 0,0-2 1,-1 2 0,2 0 0,-4-1 1,1 0 0,0 0-1,-2 1 1,3 1-1,-2-1 0,-1 0 2,-1-1-1,2 2 1,-3-1-2,1 0 1,0-1-2,1 2-1,-1 0-1,-1-1 2,2 0-1,0-1 0,-1 2 0,0-1 1,-1-2-1,0 2-1,0 1 1,0-1-1,0 0 2,0-1 1,0 2 0,0 0 1,0 0 0,0 0 0,0 0 0,0 0-1,0 0 1,0 0 0,1-1 3,-1 1 1,0 0 0,0 0 2,0 0 1,0 0-1,0 0-1,0 0 1,0 0 1,0 0 0,0 0 0,0 0-1,0 0 2,0-2 0,0 1-1,0 1-2,0-1 0,0 0 0,-1-1-1,1 2 0,0 0 1,0 0-1,0 0 0,0 0 1,0 0-1,0 0-1,0 0 0,0 0-1,0 0 0,0 0 0,0 0-1,0 0-2,0 0-1,-2 0 0,-2 0 0,3 0-2,-3 3 1,1-2 1,0 2 1,-1 0 2,-2 0-1,0 3-2,-1-2-2,0 2 0,-1-1 0,1 2 3,-2-1-1,1 1-1,0 2 0,-2-2 0,3 1 1,-2 0-1,0 0-1,3 1-2,-2-1 1,0-1 2,1 1 1,-1 0 1,3-1 0,-2 0-1,0 1 2,2-1 0,-1 0-2,1 0-1,2-3-4,-1 3-6,-1-2-7,1 0-7,2-1-8,-1 0-8,2 0-12,-2 0-9,2-1-10,0-1-10,0 0-8,-2 0-6,2 0-5,1 0-4,-1-2-4,0 1-3,-1 1-1,2-2 1,0 0 2,0 0 2,0 0 5,0-2 5,0 1 5,0-1 7,2-1 2,-1 0 4,0-1 2,-1-1 2,1 0 4,2 0 3,-2-2 4,0 3 0,-1-4 0,0 3-1,0-3-3,0 3-2,0-2-2,0-1-1,0 1 2,0 0 2,0-1 3,-1 2 6,0-1 11,-2 0 11,2 1 15,1-2 18,-1 3 15,0-3 14,-1 4 15,1-2 11,1 0 10,-1 2 7,0-1 4,-1 1 3,1 0 3,1 0 0,0-1-5,0 2-6,0 1-8,0-1-9,0-1-6,0 2-6,0 0-4,0 1-2,0-2-1,0 2-1,0-2 3,0 2 0,0 1 1,0-1-1,0 1 2,0 0 3,0 0 1,0 0-1,0 0 2,0 0 1,0 0 3,0 0 1,0 0 1,0 0 3,0 0 1,0 0 3,0 0 1,1 0 4,1 1 3,0-1 2,-1 1 3,2 2 6,-2-2 3,3 2 1,-2-2 1,1 3 1,-1-1-3,2-1 0,-1 2 0,1-1 3,0 1 1,1 0-1,0 0-2,1-1-5,-2 0-2,2 1-6,2 0-4,-2 0-5,0 0 0,3 0-2,-3-1 1,3 1-1,-2 0-1,-1-1-3,3 0-4,-3 1 0,3 1-1,-3-1-1,0-1-2,2 1-1,-2 0 0,-1 0-1,2-2-2,0 2-1,-1 1-3,0-2-3,0 1-5,-1 0-2,1 0-3,-1-1-4,0-1-2,0 2 0,-1-1 0,1-1-2,-1 1 0,1 0 0,-2-1 0,1 0-1,0 0 0,-1-1 0,-1 2 0,3-2-1,-3 1 1,2 0-1,0-2-1,1 2-1,-3-1-1,2 0 2,0 1-3,-2-1-1,2 0-2,0 0 0,-2-1 0,2 1 0,-2 0 0,2 0 0,-3-1 0,3 0 1,-3 0 1,2 0-1,-2 0-2,0 0-3,0 0-5,1 0-7,-2 0-8,0 0-12,0 0-21,0 0-23,0 0-31,0 0-34,0 0-28,0 0-30,0 0-20,0 0-19,0 0-33,0 0-39,0 0-58,0 0-68,0 0-25,0 0-5,0 0 11,0 0 370</inkml:trace>
  <inkml:trace contextRef="#ctx0" brushRef="#br2" timeOffset="484674.2202">4530 17818 162,'2'-2'160,"-2"2"-21,0 0-20,0 0-21,0 0-22,0 0-17,0 0-14,0 0-7,0 0-4,0 0-1,0 0 0,0 0 2,0 0 2,0 0 1,0 0 4,0 0 2,0 0 4,0 0 2,0 0 4,0 0 4,0 0 3,1 0 5,-1 0 4,0 2 5,0-2 5,0 0 5,0 0 4,0 0 5,0 0 3,0 1 3,0 0 1,0-1 3,0 0 2,0 0 0,0 0-1,0 0-1,0 0-3,0 1-5,0-1-5,0 0-5,0 2-6,0-2-5,0 0-5,0 0-7,0 0-5,0 0-5,0 0-7,0 0-6,0 0-6,0 0-3,0 0-3,0 0-3,0 1-1,-1 0 1,-1-1-2,2 2 1,0-1-1,0 0 2,0-1 2,0 3 1,-1-2 1,1 2 0,0-1 0,-1 2 0,1-2 2,-1 2 1,-1 0 0,1-1 2,1 0 1,-1 2 1,0 1-1,-2-1-1,2 0-2,1 2-2,-1-1 0,0 1 0,-1-1-1,1 2-1,1 0 0,-1 0-4,0 1-2,-1-1-4,1 1-3,1-1-3,-1 0-1,0 1-2,-1 0-1,0 0 0,2-1-1,0 0-1,0 1 1,0-1 0,0 1-1,0-1 0,0 0 0,0 1 1,0-1 0,0 1 1,0-1-1,0 0 1,0 1-1,0-1 1,0 1-1,0-1 3,-1 0 1,-1 1 0,1-1-1,0 1-1,1-1 1,-1 0-1,-1 1 0,1-1 0,1 1 0,-1-1-1,0 0 0,-1 1 0,1-1-1,1 0-2,0-1 0,0 1-2,0 0 1,0-1-1,0 0 1,0-1-2,0 1 0,0 0 0,0-1 0,0 1 0,0-2 0,0 2-1,0-2 0,0-1 0,0 1 0,0 0-1,0-2-1,0 1 2,0 0-1,0 0 1,0-2-1,-1 1 1,0 0 0,1 0 0,0-1-1,0 0 1,0-1 0,-3 1 0,2-1 0,1 2 0,0-2 0,0 1 0,0-2-2,0 1 1,-1 0-1,0 0 0,1-1 0,0 0 1,0 0-1,0 0 0,0 0 0,0 0 0,0 0 0,0 0 1,0 0 1,0 0 0,0 0 0,0 0 0,0 0-1,0 0 0,0 0 1,0 0-1,0 0 1,0 0 0,0 0 0,0 0-1,0 1-1,0 0 0,0-1 0,0 1-2,0 1-1,0-2 0,0 1-2,0 0 0,0 0-1,0-1-2,0 2-3,0-1-5,0 2-3,0-2-8,0-1-7,0 1-11,0-1-11,0 2-11,0-1-13,0 2-22,0-2-26,0 0-31,-2 0-33,2-1-28,0 0-21,0 0-19,0 0-15,0 0-31,0 0-36,0 0-53,0 0-62,0 0-20,0 0-3,2-2 15,-1-1 364</inkml:trace>
  <inkml:trace contextRef="#ctx0" brushRef="#br2" timeOffset="485817.2565">5390 17568 0,'-1'-2'223,"0"-1"63,-1 3-32,1-1-48,-2 0-59,1 0-37,-2-1-27,1 0-10,0 1-4,-2 1 1,3-1 3,-1 0 6,-1-1 5,1 2 6,-1-1 3,3 0 5,-2-1 5,2 2 2,-2 0 3,2 0 1,1 0-1,-1 0-3,0-1-3,-2 1-3,2-1-4,1 1-5,-1 0-6,1 0-6,-1 0-7,1 0-6,0 0-7,0 0-5,0 0-9,-2 0-3,1 0-5,1 0-3,-1 1-4,-2 0-2,2-1-3,-1 0 0,-2 2-1,3 0 0,-2 0 2,2 0-1,-3-1 2,2 3 2,-1-2 0,-2 0 2,3 2 3,-2 0 0,-1-1 2,1 1 0,-1 0 1,2 0 0,-1 0 0,0 1-1,-2 0 0,1-1 1,0 1-1,-1-1 1,1 0 0,0 1-1,0 2-2,-1-2 0,1 0 0,-2 1-1,0 0-1,2 2-1,-1-3-2,-1 3 0,0-1 0,1 1-2,0-2-3,-2 2-3,1 1-3,1-1 0,-2 1-2,1 1-1,1-1-1,-2 1 1,2-1 1,1-1-1,-1 3-1,0-2-1,1 0 0,0 3 0,-1-2-1,2 0 0,0 0 1,0 0-1,-2 1 1,4-2-1,-1 2-1,-1-1-1,3 1 0,-1-1 0,0 1-1,0-1-1,2 2-2,-1-1 1,-1 0 2,2 1 1,0-1-2,0 0 1,0 0-1,2 0-1,-1 1 1,-1-1-1,2 0-2,0 0 0,-1 1 2,0 0 0,2-2 0,-1 2 0,-1-1-2,2-1 1,-2 3-2,3-2 0,-2-1 0,2 0-2,-2 1 2,2-1 0,0-2-1,2 2 1,-2-1-1,0 0-1,2 0 1,-1-1-1,0 1 0,0-2 1,2 0-1,-2 1 1,1 0 0,2-2 0,-2 0 0,0 1 0,3 0 0,-3-2-1,3 1 0,-3-1 0,3 1 1,-2 0-1,-1-1 1,3 0-2,-1 0 0,0-1 0,-2 1 0,2 0 0,-1-2 0,1 1 0,-1 0 0,1-1 0,-2 1 1,0-1 0,0 1-2,-1-1 0,1-2 1,-1 3-1,0-1 1,0-1 0,-1 1 1,1-2-1,-1 1 0,-2 0 0,3 0 0,-2-1 0,-2 0-1,1 0 0,1-1 2,-3 2 0,1-1-1,1 0 1,-1-1 0,0 0 0,-1 0 0,0 0-1,0 0-1,0 0 0,0 0 0,0 0 0,0 0 1,0 0 0,0 0 0,0 0-1,0 0 0,0 0-1,0 0 1,2 0 0,0 1 0,-2-1 1,0 0 1,0 0 0,0 0-1,0 0 1,0 0-1,0 0 1,0 0 0,0 0 0,0 0 0,0 0-1,1 1 0,0-1 0,-1 1-1,1 0 0,1-1 2,-1 0-1,0 0 0,-1 2 0,1-2 1,1 0-1,-1 1-1,-1-1 1,0 0 1,1 1-1,-1 1 1,0-2 0,0 0 0,0 0-1,1 0-1,1 1 1,0 0-1,-1-1 2,-1 1 0,1-1-1,1 0 1,-1 0-1,0 2-1,2-2 0,-2 0 0,0 1 0,1-1 1,-1 2 0,0-2 0,0 0 0,3 0 1,-3 1-1,-1 0 0,1-1 0,1 1 0,-1-1 0,0 0 1,-1 2 0,1-2 0,1 0-1,-1 0 1,0 1-1,-1-1 0,1 1-1,1-1 1,0 0-1,-1 0 0,-1 2 0,0-2 0,1 0 1,1 0 0,-2 0 1,0 0 2,0 0-1,0 0-1,0 0-1,0 0 2,0 0-1,0 0 1,0 0-1,0 0 0,0 0 1,0 0-1,1 0 0,-1 0-1,0 0-1,0 0 0,0 0 1,0 0-1,0 0 2,0 0 0,0 0 0,0 0-2,0 0 2,0 0 0,0 0 1,0 0-2,0 0 0,0 0-4,0 0-3,0 0-5,0 0-7,0 0-9,0 0-14,0 0-14,0 0-24,0 0-27,0 0-43,0 0-52,0-2-40,0 0-33,0 0-27,0 0-26,0 1-51,0-2-65,0 0-45,0 1-38,1-4-8,1 3 5</inkml:trace>
  <inkml:trace contextRef="#ctx0" brushRef="#br2" timeOffset="488237.2866">5932 17900 0,'-3'2'201,"2"-1"78,-2 0-27,2-1-60,-2 0-74,2 0-39,-2 0-22,0 0-10,2 0-3,-2 0 1,2 0 4,1 0 2,-1 0 3,0 0 1,-1 0 0,1 0 3,1 0 0,-1 0 1,1 0-1,0 0-1,-1 0-3,-2 0-2,2 0-1,1 0-2,0 0-1,0 0 0,-1 1 0,1-1 0,-1 0-1,-1 2 0,1-1 1,1 0-1,-1-1 2,-1 2 0,1-1 1,0 0 0,1-1 1,-1 1 1,-1 0 0,1 0 2,-2 0 0,0 2 0,2-2 2,-3 3 0,2-1-1,-1-2 0,-1 4-1,0-1-3,0 0-1,0 0-1,0 1-1,-2 0-2,2 1-2,-1 0-3,0 1-4,-1-1-4,1 2-5,0 0-4,-1-1 0,1 2-2,0-1-1,-1 0-3,2 2 0,0-1-2,1-1-3,-1 3 0,-1-2-3,1 0 0,2 0 1,-2 1 1,3-1-1,-2 1 1,1-1 0,1-1-2,-1 3 0,2-2-1,0 0 0,0 0 0,0 1-1,2-2 0,-1 1-1,3-1-2,-2 1-2,2-1 2,0 1-1,-1-3 0,2 2 1,0-1-1,1 0 1,2-1-2,-2 2 0,3-4-1,-2 2 2,1-2-2,0 1-1,1-1 1,1 0 1,-1-2-2,1 2 0,-2-3 0,3 1-2,1-2 1,-2 2 0,1-2 1,-1 0 0,0 0 0,-2-2-1,4 2 1,-4-2 0,2 1 0,0-3-1,0 2 1,0-2 1,-1 0 0,1-1 0,-3 1 0,3-1 0,-3 0 0,1-1-1,-1 0-1,0 1 2,0-3 1,-1 2 0,-2-3 1,1 3 0,0-3 1,-3 1-1,2 0 0,-3-3 0,1 3 0,-1-1 1,-1-1 0,0-1 1,-1 2 1,-2-3 1,2 3 0,-3 0 0,0-2 0,0 2 0,0 0 0,-1-1 1,0 0 0,-3 2 2,2-2 1,-1 1 3,-1 0 2,2 0 0,-3 1 0,3 0-1,-3-1-2,3 2-1,-1-1-1,-2 1 0,3 0 0,-3 1 0,3 0-1,-3 0-1,3 1-3,-2 1-4,1-1-1,0 1-2,-2 0-1,3 0 1,-2 2-1,1 0 0,-1 0 1,1-1-2,-1 3-2,2-1-2,-2 1-3,0 0-5,1 1-4,-1 0-4,2 2-6,-3-2-6,3 2-12,-3 1-13,3 0-16,1 0-19,-2-1-20,2 0-24,0 1-19,-1 1-20,2-2-16,0 2-13,0-1-11,3 0-11,-1 2-19,-1-1-25,3-1-56,0 1-67,3 0-22,-2-2-3,0 1 12,3 0 333</inkml:trace>
  <inkml:trace contextRef="#ctx0" brushRef="#br2" timeOffset="489145.6105">6646 18089 168,'-3'1'327,"2"2"-30,1-2-45,-1-1-48,-2 2-49,2-1-21,0-1-10,-1 1-2,1-1-1,0 2 5,1-1 6,-1-1 1,-1 0 1,2 0-2,0 0-4,0 0-7,0 0-10,0 0-9,0 0-12,0 0-11,0 0-11,0 0-9,0 0-5,2 0-7,-1-1-4,0 1-5,2 0-4,-1-2-2,2 2-5,2-1 0,-1 1 0,0-1 2,4-1 1,-2 2 0,3-1-1,0 0 0,3-1-2,-1 2-2,-1-1-2,3 0-3,-2 0-3,1-1 0,0 2-3,1-1-2,-2 0-2,1 0-1,-1 1-2,2 0-2,-3 0-1,0 0 0,0-1-2,-2 1 1,2-1 0,-3 1-2,-1 0 1,2-1 0,-3 1-1,0 0 0,-1 0 0,0 0 2,-1 0 0,2 0 0,-3 0 1,-1 0-2,1 0-1,-1 0-4,-2 0-6,1 0-10,-1 0-13,0 0-20,0-2-23,0 2-29,0 0-32,0-1-24,-1 0-20,1-1-18,-1 0-13,-2 0-15,2 1-12,-1-2-25,-1 3-27,-2-2-51,2-1-62,-1 2-16,-1-2 6</inkml:trace>
  <inkml:trace contextRef="#ctx0" brushRef="#br2" timeOffset="489179.5567">6823 17951 0,'0'0'78,"0"0"250,0-1 10,-1 0-46,1-1-68,-1 2-45,0-1-36,-1 0-11,1 0-3,1-1 6,-1 2 8,0 0 8,-2-1 6,2-1 0,-2 1 0,1 1-7,1-1-8,-1 1-11,1 0-10,0 0-13,1 0-12,0 0-13,0 0-13,0 0-12,0 0-15,0 0-10,0 0-10,0 0-9,0 0-6,0 0-2,0 0-1,0 0-1,0 0 0,0 0-1,0 1 1,0 0 2,-1 2 1,-1 0 1,1 1 0,1 1 3,-1-1 1,0 2 2,-1 0 3,1 2-1,-1-1 1,-1 1 1,2 0 1,1 1 0,-2 1-1,0-1 1,1 1-2,1-1 0,-1-1-1,0 4-1,-1-3 1,1 2 0,1-1-1,-1 1-1,0-2-1,-1 0-1,2 0-1,0 1-3,0-1 1,0 0-1,0-1 0,0 0 0,0-2-1,0 3 0,0-3-3,0 1 0,0-2-1,0 1 0,0-1-1,0-1-1,0 1 1,0-1-3,0-1-1,0 1-7,0-1-8,0 0-6,0-1-8,0-1-14,0 1-17,0 0-23,0-2-27,0 0-29,0 0-29,0 0-25,0 0-23,0 0-20,0 0-19,0 0-37,0 0-47,2-2-51,-1 0-53,0-1-14,2 0 4</inkml:trace>
  <inkml:trace contextRef="#ctx0" brushRef="#br2" timeOffset="490128.9546">7310 17812 227,'0'-2'348,"0"-1"6,0-1 6,0 2-68,0 0-106,0-2-50,0 3-28,0-2-10,0 2-3,0-2 2,0 3 6,0-1 6,0 0 7,0-1 4,0 2 3,0-1-2,0 0-3,0 0-8,0-1-6,0 2-11,0-1-9,0 0-10,0-1-11,0 2-9,0-1-7,0 1-7,0-1-8,0-1-4,0 2-4,0 0-4,0 0-4,0 0 1,0 0 0,0 0 0,0 0 1,0 0 1,0 0 2,0 0 1,0 0 1,0 0 3,0 0 2,0 0 1,0 0 3,0 0 0,0 0 2,0 0 1,0 0-2,0 0-2,0 0-2,0 0-1,0 0-1,0 0 1,0 2 1,0-1-2,0 0 0,0 1-3,0 0-1,0 1 0,0-1 2,0 2-1,0 0 0,0 3 1,0-2-1,0 2 0,0-1-2,0 2-1,0 0-4,0 1 0,0 0-2,0 1 0,0 1-1,1-2-1,-1 3 0,0-1-2,0 1 0,0 1-2,0 1 0,0-1 0,2 0-1,-2 2 0,0-1 1,0-1 0,0 2-1,0-1-1,0-1-1,0 2-1,0-1-1,0-1 0,0 0-1,0 1-1,0-1 0,0-1 0,0-1 0,0 1 1,0 0-1,0-2-1,0 1 0,0-2 0,0 2 0,0-3 0,0-1 0,0 0 1,0-1 0,0 1 1,0 0-1,0-4 0,0 2-1,0-2-3,0 3 0,0-5-4,0 2-3,0-1-6,0 0-7,0 0-8,0-1-9,0-1-14,0 0-17,0 0-24,0 0-31,0 0-38,0 0-43,0 0-31,1 0-23,-1-2-18,2 1-15,1-3-25,-2 1-32,3 0-56,-2-3-66,2 0-22,2 0-2,-2 0 16,0-2 357</inkml:trace>
  <inkml:trace contextRef="#ctx0" brushRef="#br2" timeOffset="491019.9157">7684 17945 0,'-3'-1'7,"2"-1"352,-2 2 10,0 0-4,2 0-5,-2 0-68,2-1-94,-3-1-46,3 1-22,-1 1-9,-2-1-1,3 0 1,-2-1 1,2 2-1,0-1 0,-1 0-6,1-2-8,1 3-9,-1-1-8,0 1-9,-1-2-9,2 2-10,0-1-11,-1 0-7,1 1-5,0 0-5,0 0-4,0 1-2,-1 0-1,0 1 0,-2-1 2,2 2 1,-1-1 1,-1 2 0,2 0 0,-2 1 3,2 1 6,-1-1 1,-2 1 0,0 2 0,2 0-1,-1 0 0,-1 1-1,2 0-2,-3-1 0,3 4-1,-1-3 1,-1 2 0,2-1-1,-3 3-2,4-2-4,-2-1-4,2 2-2,-2-1-1,2 0 0,0 0-2,0-2-1,1 2-3,0 0 0,0-3-4,1 2-2,0 0-2,-1-2-3,3 0-1,-2 0 0,3-2 1,-1 3 0,1-3-1,1 2 0,0-3-1,1 0 2,-1 0 0,2 0-2,1-2-2,0 1 2,0-1 0,1 1 1,2-3-2,-1 0 0,0 1-1,1-1-1,2-1 1,-1 0 0,-2 0-1,2-1 0,1-1-1,-2 1 1,0 0 0,0-2-1,-1 0 1,1 0 1,-1-2-1,0 2 0,-1-4-2,1 2-1,-3-2 0,2 1 0,-3-3-1,2 1-1,-2-1-2,-1-2 3,-1 0-2,1 1-2,-2-3 0,1 1-1,-3-1 1,2 0 1,-2 0 2,-1-2 0,0 2-1,0-1 1,0 1 0,-2-1 4,-1 3-2,1-1-2,-1 0 2,-3 2 1,2 0 0,-1 2 1,0-1 1,-2 1-1,-1 1 0,0 1 1,-1 0 0,-2-1-1,1 3 0,-3 0-1,1-1 1,0 4 1,-1-2 1,-2 0-1,2 2 0,0 0-2,0 0-1,0-1-1,1 2-6,-2 0-6,3 0-7,0 2-8,-1-1-11,1 0-8,1 2-17,-1-1-19,2 1-30,0 1-35,1 0-34,-2 0-33,3 0-25,-2 2-21,4-1-23,0 2-24,-1 0-64,3 1-79,2-1-34,0 1-11,1 0 7,1 1 57</inkml:trace>
  <inkml:trace contextRef="#ctx0" brushRef="#br2" timeOffset="491059.6035">8511 17926 245,'0'0'329,"0"0"-32,0 0-52,0 0-49,0 0-49,0 0-23,3 0-11,-3 0-3,0 0 0,0 0 3,1 0 2,-1 0 3,0 0 2,0 0-1,0 0-2,0 0-2,0 0 0,0 0 1,1 2 2,-1-2-1,0 1-5,0-1-2,0 3-6,0-1-5,0 1-7,0 1-3,0-1-1,0 0-2,0 3-3,0-1-3,0 1-3,0 0-9,0 0-10,-1 1-7,0-1-4,-2 3-3,2-1-4,1 0-2,-1 1-1,0 1-4,-1 0-4,1 1-3,1 0-1,0 0-3,0 0-5,0 0-2,0 1-2,0-1-2,0 0-3,0 0-2,0 0-2,0 1 0,0-2-2,0 0 0,0 0-1,0-1-2,0-1-1,-1 1-6,0-3-6,-1 1-13,1-1-10,1 0-16,0 0-16,-1-2-23,1 1-27,0-1-28,0-1-30,0 0-24,0 0-23,0-1-17,0 0-16,0 0-9,0-2-8,0 0-15,0 0-21,0 0-38,0 0-49,0 0-17,-3 0-2,2 0 15,-3-3 365</inkml:trace>
  <inkml:trace contextRef="#ctx0" brushRef="#br2" timeOffset="491976.0175">8340 18098 158,'-3'2'353,"2"-1"3,0 0-1,0-1-67,-1 2-98,0-2-52,2 0-30,0 0-16,0 0-9,0 0-4,0 0 2,0 0-2,0 0-2,2 0-1,1 0-3,-1 0-3,2 0-4,1-2-6,1 2-6,-1-1-7,0 0-9,4-1-6,-3 1-8,4-2-5,-1 2-4,1-2-3,-2 2-3,3-1-3,0 0-3,0 0-4,1 1-3,-2-1-5,2-1-6,0 1-4,-1-1-6,0 0-3,-1 1-2,1-1-4,-2-1-5,1 2-2,-3-1-2,3 0 0,-4 1 3,3-1 2,-3-1 2,-1 2 3,1 0 5,-1-2 5,-1 2 4,1-1 4,0 0 4,-3 1 5,2-1 4,-3 1 7,2 0 4,-2 0 6,2 0 3,-2 1 4,-1-2 3,2 2 5,0-2 5,-1 3 5,0-1 6,-1 0 6,0 0 6,0-1 4,0 2 3,0 0 3,0 0-1,0 0-1,0 0-1,0-1-2,0 0-2,0 0-4,-1 1-4,0 0-4,-1 0-4,0 0-5,0 0-5,-1 0-3,-1 1-3,0 0-2,1 0-1,-3 3-2,-1-1 0,0 1 0,1-2 2,-2 4 3,1-1 2,-2 0 0,0 0 1,2 1-2,-3 1-2,3 0-2,-1-2-2,-2 3-3,3-3-1,-2 4-3,1-2 0,1 1-3,0-1-3,-2 0-3,4 0-4,-1-1-1,-2 1-1,3 0-5,0-1-5,2 1-9,-2-2-11,1 0-15,0 2-17,2-3-24,-1 1-23,-2-1-23,4-1-21,-1-1-18,-1 2-15,3-3-12,-1 2-10,0-1-7,-1-2-2,2 1-1,0 0 1,0-1-4,0 0-8,0 0-15,0 0-22,0 0-28,0 0-27,-1-1-6,-1 0 288</inkml:trace>
  <inkml:trace contextRef="#ctx0" brushRef="#br2" timeOffset="492012.8567">8392 18008 281,'1'-2'344,"-1"2"-25,0 0-38,0 0-54,0 0-60,0 0-30,0 0-17,0 0-4,0 0-1,0 0 7,0 0 9,0 0 6,0 0 3,1 0 0,1 0-2,-1 2-4,0-1-5,2 0-6,-2 2-5,4-2-3,-3 1-4,2 0-4,-1 2-8,-1-1-8,3 0-9,-3 0-10,2 3-7,0-2-5,1 1-6,0 1-3,-1-2-2,1 3-2,0-1-3,1 1-2,-1-1-1,1 2-4,0-1-2,0 1-3,1-1-4,0 0-4,-1 1-1,3 0-3,-3-1-1,2 0-2,-1 1-1,1 0-1,0-1-1,-2 1-1,1-2-2,0 1 0,-1-2-1,2 2 1,-2-2-2,0-1 1,0 1 0,1 0-1,-1-2 0,1 1-1,-2 0-1,2 0-1,-1-2-2,-1 1 1,0 0 0,-2 0 0,2-1 0,0-1 0,-2 1-3,-1-1 0,1 0 0,-2 0-4,3-1-3,-3 2-6,0-1-9,-1 0-9,1-1-15,-1 0-18,0 0-22,0 0-34,0 0-42,0 0-37,0 0-40,0-1-24,2 0-22,-1-1-26,0 0-29,-1 1-62,1-2-79,1 0-30,0-1-7,-1 0 8,3 2 92</inkml:trace>
  <inkml:trace contextRef="#ctx0" brushRef="#br2" timeOffset="492918.2105">9296 17825 217,'1'-1'343,"1"-2"-28,-1 2-39,0-1-49,-1 0-55,1 1-22,1 1-12,-1-2-3,0 1 1,-1 1 7,0 0 6,0-1 1,0 0 1,0-1-2,0 2-5,0-1-6,0 0-7,0-1-10,0 1-11,0 1-10,0-1-12,1 0-10,-1 1-9,0 0-9,0 0-10,0 0-7,0 0-3,0 0-6,0 0-4,0 0-4,0 0-4,0 0 0,0 0 0,0 0 2,0 0 6,0 1 3,0 0 5,0 2 2,0-1 3,0 2 1,0-1 1,0 1 0,0 1 1,0 0 2,0 1 1,0 1-1,-1 0-1,1 2-5,-1-1-5,0 1-4,-1 2-4,1-1-5,1 1-2,-1-1-3,0 2 0,-1 1-2,1-1 0,1 0-1,-1 0-1,0-1-1,1 1-1,0 1 0,0 0-2,0-1-1,-3 0-3,2-1 0,1 0 0,0 0 0,0-1-1,-1 1-2,0-1 0,-1-1-2,1 1 0,1-2-1,0 1 0,0-3 0,0 3-2,0-3 0,0 0 1,0 0-1,0 0 0,0-1 2,0-1 0,0 0 0,0 0-2,0-1 0,0 0-1,0 0-1,0 0-3,0 0-4,0-2-3,0 0-7,0-1-8,0 0-10,0 0-12,0 0-17,0 0-19,0 2-33,0-2-37,0 0-37,0 0-40,0 0-25,0 0-21,0 0-19,0-2-17,0 2-41,0 0-47,0-2-44,0-4-44,0 3-8,0-2 7</inkml:trace>
  <inkml:trace contextRef="#ctx0" brushRef="#br2" timeOffset="492957.1079">9730 17518 189,'0'0'323,"0"-1"-30,0 0-48,0-1-50,0 2-54,0 0-26,0 0-11,0 0-4,0 0 0,0 0 1,0 0 5,0 0 0,0 0-1,0 0-2,0-1-3,0 1-2,0 0-4,0 0-1,0 0-3,0 0 0,0 0 3,0 0-1,1 0-2,0 0 0,0 0 0,2 1 1,-2 1 4,3-1 4,-2 0 2,3 1 3,-1-1-2,0 3-1,0-1-1,2 0-6,-1 0-9,0 1-6,0 1-5,2-1-5,-2 0-6,1 1-6,2 0-7,-2 0-7,-1 1-5,2-2-5,0 3-3,0-1-4,-1 0-4,-1 1-3,3-1-2,-2 1-1,-1 0-2,1 2 0,-1-1-1,0 0-1,-1 1 0,1-1 0,-2 2-2,1 0 0,1 0-1,0 0 0,-1 1 1,-1 0 0,0-1-1,1 2 1,-1-1-1,0 2 3,-2-2 0,2 2-1,-2 1 1,0-1-3,-1 0 0,0 1 0,0-1 1,0 2-2,0-1 1,-1-1 0,0 3-1,-2-1 0,2 0-1,-2 0-1,0 0-1,-1 0-1,1-1 1,1 2-1,-2-2 2,-2 1-1,2-1-1,1 0-1,-1 0 0,-1 0 0,0-1-2,0 1 1,0-3 0,-1 1 0,1 0-1,0-1 1,-1 0 1,1-1-1,0-2-1,0 1 1,0-1 0,1-1-1,-1-1 0,1 1 1,-1-2-1,2 0-2,-1 0-2,0-1-6,-1 0-4,2 0-6,-1 0-8,0-2-5,0 1-7,-2 0-10,2 0-11,1-1-17,-2-1-17,-1 1-22,1 0-25,-1-1-31,0-1-35,1 0-27,2 0-25,-1 0-16,-1 0-15,1-1-25,2 0-36,-1 0-54,1-2-62,-1-1-21,3 0-3,-1-1 13,1 1 267</inkml:trace>
  <inkml:trace contextRef="#ctx0" brushRef="#br2" timeOffset="493958.6829">10385 17495 77,'2'-1'280,"-1"-1"-35,0 2-52,-1-1-43,1 1-39,1 0-18,-2 0-4,0 0 0,0 0 6,1 0 10,0 0 12,-1-2 10,1 2 11,-1 0 9,2 0 8,-1-1 4,-1 1 3,2-1 2,0 0 1,-1-1-6,0 2-5,-1-1-9,0 1-9,0 0-9,0 0-9,0-1-12,0 1-13,0 0-10,0 0-10,0 0-9,0 0-9,0 0-8,0 0-10,0 0-6,0 0-5,0 0-4,0 0-4,0 0-2,0 0-4,0 0 1,0 0 1,0 2 0,0 0 2,0 0 1,0 2 1,0 0 3,0 1 2,0-1 3,0 3 3,-1-1 3,0 2 1,-1-1 0,0 2 0,2 0 0,-1 0-2,-1 1-3,1 0-2,-1-1-3,-1 3 0,2-1-2,-2-1-3,2 2-2,-1 0-3,-2 1-1,2-1-3,-1-1-1,2 1-1,-2 1-1,2 1-1,-1-1-1,-2 0-1,3 0 0,-1 0-1,1-1 0,1-1 1,-1 1 0,0 0-1,-1 1 0,1-2 0,1 0 0,-1 0-1,0-2 0,-1 2 0,1-2 0,1-1 1,-1 1-1,0-2-1,-2 0 0,2-1 0,1 0-2,-1-2-2,0 1-4,-1 1-4,2-3-7,-1 0-8,1 1-9,0-1-11,0-1-12,0 0-12,0 0-14,0 0-14,0-1-30,0 0-33,0-1-31,0 0-33,0 0-20,0 0-16,0 0-15,-1-1-15,1 1-42,-1-3-52,-2 2-41,2-2-35,-2 1-9,1-2 4</inkml:trace>
  <inkml:trace contextRef="#ctx0" brushRef="#br2" timeOffset="493998.5768">10214 17688 110,'-2'-2'355,"-1"2"2,-1-1 2,2 0-55,-2-1-80,3 1-63,-1 1-54,0-1-30,1 0-18,1-1-7,-1 2 1,1 0 2,0 0 5,0 0 6,0 0 6,1-1 5,-1 0 0,3 1 3,-1 0 0,4 0-2,-2 0 0,1 0-2,2 0-2,-1 0-3,2 0-3,1 0-5,-2 0-5,3 0-8,0 0-7,1-1-6,0 0-2,-2 1-3,3-1-4,0 0-5,0-1-2,0 2-2,1-1-4,-1 0-1,2-1-2,-2 1-3,1 1-2,-1-1 0,2 0-3,-3-1-1,3 2 1,-2 0-1,-1-1-2,2-2 1,-2 2 0,-1 0 0,0-1-2,-3 2 1,3-1 0,-4 0 1,1-1 0,-1 1-1,-1 1 0,-1-1-2,-1 1 1,2-2-2,-1 2 0,-2-1-1,2 0-2,-1-2 0,-2 2-2,3-2-2,-2 2 0,-1-1-1,2 0-1,-2-1 2,2-1-1,-1 2 1,-1-1 0,3-1 0,-3 0-1,2-1 3,-1 2 0,-1-1 3,2-1 1,-2 1 1,2 0 1,-2-1 2,3 0-2,-2 1 2,-2 0 0,1 0 0,1 1-1,-1-2 3,0 3 1,-1-1 2,1 0 0,-1 1 1,0 0 1,0 0 0,0-1 2,0 2 1,0 0 1,0-1 0,0 2-1,0 0 2,0 0-1,0 0-1,0 0-1,0 0-1,0 0-1,0 0-1,0 0-1,0 0-2,-1 0 0,0 0 2,-2 0 0,2 2 0,-3-1 2,-1 0 1,2 3 4,-2-1 0,-3-1 1,2 2 2,-3 1 3,1 1 0,0 0 3,-3 1 0,2-1-1,-2 2 0,0 0 0,1 0 1,0 1 0,0-1-1,-1 2-1,1 0-1,-1 0-1,0 0-1,1 1-3,-1-2-1,1 2-1,-2-2 0,4 3-1,-2-2 0,0 0-2,1 1 0,-2-3-2,4 2-2,-2 0-1,0-2-2,3 0 1,-3-1 0,3 0-1,0 1-3,1-3-3,0 2-8,0-1-9,0-2-11,0 0-11,3 1-18,-1-2-21,0 0-21,2-1-23,-2 1-23,1-2-25,1 0-20,1 1-16,-1-1-9,1-1-9,0 0-5,-1 0-4,1 0-15,-2-1-19,1-2-29,-1 2-35,-1-2-19,2-1-11</inkml:trace>
  <inkml:trace contextRef="#ctx0" brushRef="#br2" timeOffset="494802.1038">10311 17564 284,'0'0'332,"0"0"-36,0-1-56,0 1-48,0 0-45,0 0-19,0 0-5,0 0-3,0 0 0,0 0 2,0 0 4,0 0 3,0 0 2,0 0 1,0 0 0,0 0 1,0 0 0,0 0-1,1 0-1,-1 1 0,1 1-3,2-1-1,-2 0 0,2 2-3,-1-2-5,-1 2-6,4 0-7,-2-1-6,-1 2-6,2 0-7,0-1-6,1 1-8,-2-1-7,1 1-9,1 0-8,1 2-7,-1-1-7,0-1-3,0 2-4,3-1-2,-2 1-1,-1 0-2,2 0-1,1 0-2,-1 1-3,1-1-3,0 1-1,1 1-1,-1-2 0,0 3-1,1-2-1,0 1-1,-2-1 1,3 0-1,-2 1-1,0 0-1,1-1 0,-2 0 0,1 1 0,-2-1-2,1 0-1,0 0 1,0-1-2,-2 1 0,0-3-1,-1 3 1,1-2-2,-2-1 0,1 1 0,0-1-1,-2 0 0,1 0 0,2 1 1,-4-2 0,2 0-1,-1-1 0,-1 2 0,2-1 0,-2-2 0,3 1 1,-3 0 0,0-1-2,-1 2-1,1-2-4,1-1-3,-1 2-7,0-1-6,-1 0-10,0-1-13,0 0-15,0 0-20,0 0-38,0 0-48,0 0-49,0 0-47,0 0-46,0 0-44,0 0-65,0 0-78,0-4-39,0 0-20,0 1-5,0-2 6</inkml:trace>
  <inkml:trace contextRef="#ctx0" brushRef="#br1" timeOffset="509495.7716">12061 18000 0,'0'1'145,"0"-1"88,0 0-47,0 0-43,0 0-41,0 2-27,0-1-21,0-1-12,0 0-5,0 0-4,0 0 1,0 0-1,0 0 1,0 1 4,0 0 4,0-1 1,0 2 0,0-1 4,0-1 1,0 1 3,1-1 5,1 2 2,-1-1 5,-1-1 2,1 0 3,-1 1 1,1-1 2,2 2-1,-2-1-2,0 0-3,0-1 0,2 2-1,-2 0 0,2-1-1,-1 1 0,1 0-3,0-1-3,1 1-4,1-1-3,0 2-3,1-2-5,-1 2-2,3-2-1,0 0 0,1-1-2,1 1-3,0 0-2,1 0-8,1-1-5,1 2-4,-1-1-3,3-1-3,-1 0-1,-2 0-2,2 1-2,1-1-1,0 1-2,0-1-1,-2 2 0,1-1-2,1-1 0,-1 1 0,-2-1 2,2 2 0,-2-1 0,2-1 0,-3 1 0,0-1 1,-1 2 1,0-1-1,-2 0-2,0-1 0,0 2 1,-1-2 0,-1 0 0,-2 0-1,1 0 0,1 0-1,-2 0-4,-2 0-7,2 0-6,-1 0-12,0 0-11,-2 0-14,2 0-12,-2 0-15,-1 0-16,2 0-15,-2 0-17,0 0-12,0 0-11,0 0-15,0 0-16,0 0-28,0 0-38,0 0-42,-3-2-45,-1 2-17,-1-1 60</inkml:trace>
  <inkml:trace contextRef="#ctx0" brushRef="#br1" timeOffset="510478.9716">12136 18130 0,'-5'2'54,"0"2"240,0-1-3,1-2-60,0 2-86,2-2-54,-1 2-35,2-2-17,-3 0-8,3-1-3,1 2 4,-1-1 2,0 0 5,1-1 3,0 0 5,0 0 5,1 1 7,0 0 3,-1 0 2,1 0 2,3 1 1,-3 0 2,3 0 2,-2-1 0,2 1 0,2 0 0,-2-2-3,2 1-2,2-1-2,-1 2-2,1-1-3,0 0-3,1 0-3,2-1-3,2 2-3,-2-1-6,1 0-4,2-1-4,-2 2-5,2-1-4,2-1-4,-1 1-2,0-1-3,-1 0-3,1 0-2,-1 0-3,1 0 0,0 0 0,1 0 0,-2 0 0,1 0 0,-1 0 0,-1 0 0,0 0 1,-1 0 2,0 2 0,0-1-1,-1 0 1,0-1-1,-2 0 3,-2 0 1,3 0 0,-4 0-2,2 2 0,-2-2 0,-1 0 1,1 0-2,-2 0 0,0 0-1,-1 0 0,2 0 2,-2 0 0,-1 0 0,1 0-2,-2 0-3,2 0-1,-2 0-2,0 0-2,-1 0-3,0 0-11,0 0-16,1 0-23,-1 0-28,0 0-23,0 0-23,0 0-18,0-2-17,0 2-16,0-1-22,0 1-46,-1-3-58,1 3-54,-1-2-50,0 0-12,-1-2 6</inkml:trace>
  <inkml:trace contextRef="#ctx0" brushRef="#br1" timeOffset="511387.7013">13457 17589 0,'9'-2'206,"-2"-1"190,-2-1-4,1 0-3,-2 1-2,1 0-78,-2-1-111,-1 0-74,1 1-58,0-1-32,-2 0-20,1 2-10,-1 0-5,0 1-2,-1-2-1,1 3 3,1-1 6,-1 1 8,-1 0 11,1 1 7,-1-1 8,2 3 9,-1-2 10,0 3 7,-1 1 5,0 1 6,0 0 5,0 2 4,0 3 2,0-1 0,0 1-3,0 1-6,1 1-5,2 1-6,-2 1-4,0 0-5,-1 2-8,1 0-6,1 2-4,0-1-2,-1 0-6,1 3-2,0-2-2,-2 2-3,1-2-4,1 2-3,0-1-2,-1 2-4,-1-2-2,1 1-2,1-1-1,-1 1-3,0-2-1,-1 1-2,2-2 1,-1 1-1,0-2 1,-1 0-1,1-1 2,-1-1 0,0-1-1,0-1 0,0-1-1,0-1-2,0 0 1,0-2 0,0-1 1,0 0 2,0-2 4,0 0 3,0 0 6,0-2 1,0 0 3,0 0 1,0-2 0,0 1 1,0-3 0,0 0 0,0 0 0,-1-3 0,1 1-2,-1-3-2,1 1 0,0-5-6,0 1-7,0-4-6,0 0-5,0-2-3,0-2-4,1-1-1,-1-4-4,3 0-1,-1-3-2,-1-1-2,4-1-1,-2-2-2,0-2-1,1 1 1,2-1 0,-1 0 4,0 0 3,3-2 3,-2 2 0,0 0 2,0 1 3,1 0 1,0 3 2,0 1 1,1 0 2,-1 3 0,1 2 1,-1 1 1,3 0-1,-2 4 1,2 0-2,-3 3 2,4 0-1,-2 3 2,1-1 0,1 2 0,-1 0-1,1 1 2,-1 2-2,1 1 1,2-1 1,-2 2 0,0 2 0,-1-1 1,1 1-1,0 1 0,-2 1-1,2 0 1,-1 0 0,0 3 0,0-1-1,-1 0 1,-2 0 2,2 2-2,-3 1 0,0-1 0,0 0 0,-2 2 0,1-1 0,-2 1 1,-2 1 1,-1-2 0,-1 2-1,-2 0 1,1 1 0,-2-1 0,-1 1-2,-4-1 0,2 0 0,-3 1-2,0-1 0,-2 1-4,-1 0 0,-2-1-1,3 1-3,-3-1-1,-1 1-4,0-2 0,0 1-2,-2 0 0,2-1-2,1 0 1,-1-1 1,0 0-1,0-1 1,1-1 1,0 2 1,2-3 3,-2 0 2,3 1 3,0-1 4,2-1 0,0 0 0,2 0 1,0-1 2,1 0 0,2 0 0,-1 0 0,3-1-1,0 2 1,-1-2 0,3 0-1,-2 1-2,2 0-1,1 0 1,0-1-1,0 0 3,0 0-1,0 2 1,3 0 2,-1 0-1,2 0 2,0 1 2,1 1 1,0 0 2,0 0 1,2 1 1,-1 1 4,2 0-1,-1 0 1,2 2 2,-1 1 0,0-1 1,3 0 5,-2 2 2,1 1 5,0-2 0,1 3 0,-1 0 0,1-2 0,1 2 0,0 0 0,0 0 0,0 0 0,1 1 2,-1-2 0,2 1 1,-3 1-1,3-1-1,-2 0-3,2 0-2,-3 1 0,0-1-1,2-2-1,-2 2-2,0-1-1,0 0 0,2 1-2,-2-3-2,-1 2-2,0-1-3,-2-2-2,1 0-2,0 0-2,-1-1 1,0 0-2,-1-2 1,0 1-2,-1-1-2,0-1-3,-1 0-6,0 0-7,-1-1-6,1-1-12,-3 1-13,2-2-21,-2 2-22,2-1-28,-3-2-31,3 2-24,-3-1-23,2-1-20,-1 0-18,-2 0-33,2-1-38,0-1-60,2 1-72,-2-3-25,3 0-5,-1 2 10,0-4 201</inkml:trace>
  <inkml:trace contextRef="#ctx0" brushRef="#br1" timeOffset="511424.6093">14438 17926 0,'-1'2'113,"1"-1"242,-1 3 4,-2-1-29,2-1-45,-1-1-62,0 2-68,-1-3-36,0 0-24,2 2-11,-2-1-7,2 0-6,-1-1-4,-1 0-6,2 0-8,-3 0-6,3 0-7,0 0-13,0 0-16,-1 0-19,1 0-21,1 0-19,0 0-17,0 0-18,0 0-16,0 0-14,0 0-16,0 0-30,0 0-37,0 0-65,0 0-75,0 0-34,0 0-15</inkml:trace>
  <inkml:trace contextRef="#ctx0" brushRef="#br1" timeOffset="511459.512">14981 17517 198,'0'0'312,"0"0"-43,0 0-61,0-1-56,0-1-57,1 1-26,1 1-14,-2 0-5,0 0-2,0-1 1,0 1 1,0 0 2,0 0 2,0 0 0,0 0 1,0 0 0,0 0 2,0 0 1,0 0 4,0 0 0,0 0 0,0 0 1,0 0 0,1 1 2,-1-1 0,0 1 3,0 2 1,0-2 3,0 2 5,1 0 4,-1-1 2,0 2 0,0 0-2,0 0-3,1 1-1,2-1-3,-2 2-3,0 0-5,-1-1-4,1 3-3,1-2-4,-1 1-2,0 1-6,-1 0-3,1 0-1,1 1-1,-1 0-1,0-1-3,-1 3-2,2-1-3,-2 2-2,0-1-1,0-1-1,1 3-1,-1 0-1,1 0-5,-1 0-2,2-1-3,0 1-5,-1 1-2,0-1-1,-1 0-2,1 0-1,1 0-2,-1 0 0,0 0-4,-1-1-6,1 0-5,1 0-6,-1-2-10,0 2-10,-1 0-18,1-2-16,1-1-24,0 1-23,-1-1-23,-1-1-22,1-1-17,1 1-17,-1 0-10,0-2-9,-1 1-6,1-3-4,1 3-10,-1-2-9,-1-1-25,0 1-30,0-1-27,0-2-27,0-2-1,0 0 260</inkml:trace>
  <inkml:trace contextRef="#ctx0" brushRef="#br1" timeOffset="512444.0796">15013 17782 23,'-1'-4'318,"0"2"-16,0-1-23,-1 2-61,0-1-80,2 0-42,0 0-25,0 0-8,0-1-1,0 2 3,0-1 5,0 2 8,0-1 7,2 0 5,0 0 5,-1-1 5,0 2 3,3-1 2,-2 0 1,2-1-3,2 0-3,-1 0-5,0 2-4,3-2-5,-1 0-4,-1 0-7,4-1-10,-2 2-9,0-2-7,1 2-9,2 0-7,-2-1-5,2 0-3,0 0-3,-1 0-2,3-1-1,-2 1-3,0 0-3,1-2-2,0 2-2,0-1-2,-1-1-2,1 3-1,0-2-2,0-1 2,-2 2-2,3-2-1,-1 1 0,-1-1 1,0 0 0,1 0 0,0 0-1,-1-1 0,-1 1 1,1 0 0,-2-1 1,1 0 0,-1 1 0,-1-1 1,1 0 1,0 0-1,-2 0 1,2 1-2,-3-1 1,3-2 2,-3 3-1,0-2-1,0-1 1,-1 3-3,0-2 2,-1 0-1,2 1 2,-3-1-1,-1-1 0,1 1-2,-1 0 0,-2 0 0,2 0-1,-2 1-2,0-1-1,-2 0 0,1 1 1,-2 0 1,1-2-1,-2 2 1,-1 1-2,2 0-1,-1-1 1,0 2 1,-2-1 0,1 2 1,0-1 0,0-1 1,-1 3-1,2 0 0,-1-1 0,1 0 0,-1 0-1,2 1 0,-1 1 0,0-1 0,2 0 0,-2-1 0,3 2-1,-2 0-1,2 0 3,-1 0 5,0 0 2,2 0 4,-2 2 0,1-1-1,-1 0 0,0 2 3,1-1 1,-1 1 3,1 1 6,0 1 7,0 0 4,-1-1 3,1 3 0,1-2-1,-1 4 1,0-2 0,-1 2 5,2 0 4,0 1 3,0 1 3,2 0-1,-1-1 1,0 2-4,0 1-4,2-1-4,-1 1-1,3 2-1,-2-1-2,-1-1-2,2 3-3,1-2-2,0 2-3,-1-1-4,-1 0-2,1 0-3,2 0-1,-2 0-3,1-1-1,0 1 0,0-1-3,-1-1 0,-1 0-1,1 0-1,2 1-1,-3-3-2,-1 1-1,1 1 1,-2-1-1,2-1 1,-2 0-2,0-1 0,-1 1 1,0-1-2,0 0 1,0 0-2,0-2-3,0 2-8,-1-1-6,0-1-11,-1 0-9,1 1-13,1-3-12,-1 3-19,-2-2-20,2 0-31,1-2-35,-1 1-28,0-2-28,-1 0-18,2 2-16,0-3-12,0 1-14,0-1-39,0 0-52,0-1-45,0 1-37,2-1-7,-2-2 10</inkml:trace>
  <inkml:trace contextRef="#ctx0" brushRef="#br1" timeOffset="512479.9773">15931 17886 114,'-1'0'419,"1"1"6,-2 0 2,-1 2-21,3-2-34,-1 1-77,0-1-95,-1 0-54,2-1-34,-1 0-18,1 0-11,0 0-11,0 0-8,0 0-8,0 0-8,0 0-6,0 0-5,0 0-5,0 0-4,0 0-11,0 0-13,0 0-17,0 0-21,0 0-25,0 0-28,0 0-23,0 0-22,0 0-19,0 0-14,0 0-14,0 0-11,0 0-22,0 0-29,0 0-54,1 0-68,2-1-31,-1 0-13,2-1 6,1 0 341</inkml:trace>
  <inkml:trace contextRef="#ctx0" brushRef="#br1" timeOffset="513339.3631">16721 17476 44,'4'-4'362,"-2"1"8,1-1 9,-1 1-51,1-1-82,-2 0-58,2-1-47,-1 1-27,-2-1-16,1 0-4,1 0-1,-1 0 5,0 0 2,-1 2-1,1-1-4,-1 1-6,0-1-7,0 1-5,0-1-4,0 0-8,0 0-7,0 0-5,0 0-3,0 2-5,0-1-6,0 0-5,0 1-8,0-1-5,-1 1-5,1-1-6,-1 2-3,0-1-3,-2 1-1,2-2-1,-3 2-2,2 1-1,-3-1-2,1-1 2,0 1 0,-1 1-1,-2 0-2,1 0 2,-1 0 1,-3 0 0,3 1-1,-3 1 1,1-1-1,-1 2 0,2-1 1,-2 1 1,1 1 2,-1 0 0,-1 0-1,2 0 2,-1 1 1,2 0 1,-2 0-1,2 3 1,-2-2 2,3 0 0,-1 2 0,1 0 1,1-2 2,-2 2 0,3 0-1,0 0 0,2 1 0,-2 0-1,2 2-1,-1-2 2,3 0-1,-1 0 0,0 1 1,1-1 1,1 1 2,0-2 1,1 1-1,1 0 0,0-1 0,-1 0 1,3 1-2,0-1 0,1 0-1,0 0 1,0 0 2,2-1-2,-2 0 0,3-1-1,0 0-2,1-2-2,1 3-2,-1-2-1,2-1-1,0 0 0,-1 0-1,1 0 2,-1-3 0,3 3-3,-1-1 0,-2 0-2,1 0 0,-1-3 0,1 3 1,-2-1 0,1 1 0,0-2 0,-3 2 0,2-1 0,-2-1 0,0 1 0,0 0 1,-1 1 0,-1 0 0,1-2 0,-2 2-2,0-2 1,0 3 2,-2-1 1,3-1-1,-3 2 2,1 0 0,-2 0 2,2 1 2,-1-2 1,-2 4 1,2-1 3,-1 1 0,0-1 3,-1 2 1,0 0 1,0 1 0,0-1-1,-1 1 0,0 2 1,-1-2 0,1 0 0,-2 3-1,2-3-2,-1 2 0,-1-1 0,-2-1-1,3 1-1,-2-1 0,2 1 0,-2-1 1,-1 0 0,1 1 1,-1-2 0,0 1 0,-1-1 1,1-1 0,-1 1 1,-3-1 0,3 0 1,-4 0-1,3-3 0,-2 3-2,0-2 0,-2 0 0,2-1 1,-2 0 0,1 0 0,-2 0 1,-1-1 0,2-1 1,0 0-2,-3 0-2,3-2 0,-3 2-2,2-2 1,0 0 1,-2-2-2,-1 2-1,1-2-3,2 0 0,-3 0-3,3-1-3,-2-1-8,3 0-10,-2 0-10,1 0-13,3-1-17,-2 1-18,2-1-37,1 0-44,0-1-39,2 1-39,-1 0-52,2 1-60,1-1-66,-1 0-71,4 1-29,0-2-11,1 2 2,0-1 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20723" y="573340"/>
            <a:ext cx="7480300" cy="9912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953735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953735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953735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9/8/2025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953735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9/8/2025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9/8/2025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171450"/>
            <a:ext cx="9144000" cy="93726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49225" y="140715"/>
            <a:ext cx="6694805" cy="4521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953735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01625" y="1278128"/>
            <a:ext cx="4970780" cy="2524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e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jp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3887" y="1295400"/>
            <a:ext cx="7943850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45" algn="ctr">
              <a:lnSpc>
                <a:spcPct val="100000"/>
              </a:lnSpc>
              <a:spcBef>
                <a:spcPts val="100"/>
              </a:spcBef>
            </a:pPr>
            <a:r>
              <a:rPr sz="4800" b="0" spc="-10" dirty="0">
                <a:solidFill>
                  <a:srgbClr val="10253E"/>
                </a:solidFill>
                <a:latin typeface="Arial MT"/>
                <a:cs typeface="Arial MT"/>
              </a:rPr>
              <a:t>CSE322</a:t>
            </a:r>
            <a:endParaRPr sz="4800" dirty="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sz="4800" b="0" spc="475" dirty="0">
                <a:solidFill>
                  <a:srgbClr val="10253E"/>
                </a:solidFill>
                <a:latin typeface="Arial MT"/>
                <a:cs typeface="Arial MT"/>
              </a:rPr>
              <a:t>Regular</a:t>
            </a:r>
            <a:r>
              <a:rPr sz="4800" b="0" spc="-240" dirty="0">
                <a:solidFill>
                  <a:srgbClr val="10253E"/>
                </a:solidFill>
                <a:latin typeface="Arial MT"/>
                <a:cs typeface="Arial MT"/>
              </a:rPr>
              <a:t> </a:t>
            </a:r>
            <a:r>
              <a:rPr sz="4800" b="0" spc="300" dirty="0">
                <a:solidFill>
                  <a:srgbClr val="10253E"/>
                </a:solidFill>
                <a:latin typeface="Arial MT"/>
                <a:cs typeface="Arial MT"/>
              </a:rPr>
              <a:t>Expressions</a:t>
            </a:r>
            <a:r>
              <a:rPr sz="4800" b="0" spc="-245" dirty="0">
                <a:solidFill>
                  <a:srgbClr val="10253E"/>
                </a:solidFill>
                <a:latin typeface="Arial MT"/>
                <a:cs typeface="Arial MT"/>
              </a:rPr>
              <a:t> </a:t>
            </a:r>
            <a:r>
              <a:rPr sz="4800" b="0" spc="715" dirty="0">
                <a:solidFill>
                  <a:srgbClr val="10253E"/>
                </a:solidFill>
                <a:latin typeface="Arial MT"/>
                <a:cs typeface="Arial MT"/>
              </a:rPr>
              <a:t>and</a:t>
            </a:r>
            <a:endParaRPr sz="4800" dirty="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54100" y="2971800"/>
            <a:ext cx="708342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49655" algn="l"/>
                <a:tab pos="7070090" algn="l"/>
              </a:tabLst>
            </a:pPr>
            <a:r>
              <a:rPr sz="4800" u="heavy" dirty="0">
                <a:solidFill>
                  <a:srgbClr val="10253E"/>
                </a:solidFill>
                <a:uFill>
                  <a:solidFill>
                    <a:srgbClr val="F69646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4800" u="heavy" spc="640" dirty="0">
                <a:solidFill>
                  <a:srgbClr val="10253E"/>
                </a:solidFill>
                <a:uFill>
                  <a:solidFill>
                    <a:srgbClr val="F69646"/>
                  </a:solidFill>
                </a:uFill>
                <a:latin typeface="Arial MT"/>
                <a:cs typeface="Arial MT"/>
              </a:rPr>
              <a:t>their</a:t>
            </a:r>
            <a:r>
              <a:rPr sz="4800" u="heavy" spc="-260" dirty="0">
                <a:solidFill>
                  <a:srgbClr val="10253E"/>
                </a:solidFill>
                <a:uFill>
                  <a:solidFill>
                    <a:srgbClr val="F69646"/>
                  </a:solidFill>
                </a:uFill>
                <a:latin typeface="Arial MT"/>
                <a:cs typeface="Arial MT"/>
              </a:rPr>
              <a:t> </a:t>
            </a:r>
            <a:r>
              <a:rPr sz="4800" u="heavy" spc="605" dirty="0">
                <a:solidFill>
                  <a:srgbClr val="10253E"/>
                </a:solidFill>
                <a:uFill>
                  <a:solidFill>
                    <a:srgbClr val="F69646"/>
                  </a:solidFill>
                </a:uFill>
                <a:latin typeface="Arial MT"/>
                <a:cs typeface="Arial MT"/>
              </a:rPr>
              <a:t>Identities</a:t>
            </a:r>
            <a:r>
              <a:rPr sz="4800" u="heavy" dirty="0">
                <a:solidFill>
                  <a:srgbClr val="10253E"/>
                </a:solidFill>
                <a:uFill>
                  <a:solidFill>
                    <a:srgbClr val="F69646"/>
                  </a:solidFill>
                </a:uFill>
                <a:latin typeface="Arial MT"/>
                <a:cs typeface="Arial MT"/>
              </a:rPr>
              <a:t>	</a:t>
            </a:r>
            <a:endParaRPr sz="48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rgbClr val="C00000"/>
                </a:solidFill>
              </a:rPr>
              <a:t>Regular</a:t>
            </a:r>
            <a:r>
              <a:rPr sz="3200" spc="-90" dirty="0">
                <a:solidFill>
                  <a:srgbClr val="C00000"/>
                </a:solidFill>
              </a:rPr>
              <a:t> </a:t>
            </a:r>
            <a:r>
              <a:rPr sz="3200" spc="-10" dirty="0">
                <a:solidFill>
                  <a:srgbClr val="C00000"/>
                </a:solidFill>
              </a:rPr>
              <a:t>Expressions</a:t>
            </a:r>
            <a:endParaRPr sz="32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301624" y="1278128"/>
            <a:ext cx="8232775" cy="161839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374900" algn="l"/>
                <a:tab pos="2715895" algn="l"/>
                <a:tab pos="3388995" algn="l"/>
              </a:tabLst>
            </a:pPr>
            <a:r>
              <a:rPr dirty="0" smtClean="0"/>
              <a:t>1</a:t>
            </a:r>
            <a:r>
              <a:rPr lang="en-US" dirty="0" smtClean="0"/>
              <a:t>. </a:t>
            </a:r>
            <a:r>
              <a:rPr spc="-35" dirty="0" smtClean="0"/>
              <a:t> </a:t>
            </a:r>
            <a:r>
              <a:rPr spc="-10" dirty="0"/>
              <a:t>terminal</a:t>
            </a:r>
            <a:r>
              <a:rPr spc="-30" dirty="0"/>
              <a:t> </a:t>
            </a:r>
            <a:r>
              <a:rPr spc="-10" dirty="0"/>
              <a:t>symbol</a:t>
            </a:r>
            <a:r>
              <a:rPr dirty="0"/>
              <a:t>	</a:t>
            </a:r>
            <a:r>
              <a:rPr lang="en-US" dirty="0" smtClean="0"/>
              <a:t> </a:t>
            </a:r>
            <a:r>
              <a:rPr spc="-50" dirty="0" smtClean="0">
                <a:latin typeface="Microsoft Sans Serif"/>
                <a:cs typeface="Microsoft Sans Serif"/>
              </a:rPr>
              <a:t>Λ</a:t>
            </a:r>
            <a:r>
              <a:rPr dirty="0">
                <a:latin typeface="Microsoft Sans Serif"/>
                <a:cs typeface="Microsoft Sans Serif"/>
              </a:rPr>
              <a:t>	</a:t>
            </a:r>
            <a:r>
              <a:rPr spc="-25" dirty="0"/>
              <a:t>and</a:t>
            </a:r>
            <a:r>
              <a:rPr dirty="0"/>
              <a:t>	</a:t>
            </a:r>
            <a:r>
              <a:rPr dirty="0">
                <a:latin typeface="MS PGothic"/>
                <a:cs typeface="MS PGothic"/>
              </a:rPr>
              <a:t>∅</a:t>
            </a:r>
            <a:r>
              <a:rPr spc="-190" dirty="0">
                <a:latin typeface="MS PGothic"/>
                <a:cs typeface="MS PGothic"/>
              </a:rPr>
              <a:t> </a:t>
            </a:r>
            <a:r>
              <a:rPr dirty="0"/>
              <a:t>are</a:t>
            </a:r>
            <a:r>
              <a:rPr spc="-80" dirty="0"/>
              <a:t> </a:t>
            </a:r>
            <a:r>
              <a:rPr spc="-10" dirty="0" smtClean="0"/>
              <a:t>regular</a:t>
            </a:r>
            <a:r>
              <a:rPr lang="en-US" spc="-10" dirty="0" smtClean="0"/>
              <a:t> expression</a:t>
            </a:r>
            <a:endParaRPr spc="-10" dirty="0"/>
          </a:p>
          <a:p>
            <a:pPr marL="450215" indent="-437515">
              <a:lnSpc>
                <a:spcPct val="100000"/>
              </a:lnSpc>
              <a:buSzPct val="97916"/>
              <a:buAutoNum type="arabicPeriod" startAt="2"/>
              <a:tabLst>
                <a:tab pos="450215" algn="l"/>
              </a:tabLst>
            </a:pPr>
            <a:r>
              <a:rPr dirty="0"/>
              <a:t>(R</a:t>
            </a:r>
            <a:r>
              <a:rPr spc="-25" dirty="0"/>
              <a:t> </a:t>
            </a:r>
            <a:r>
              <a:rPr dirty="0"/>
              <a:t>1</a:t>
            </a:r>
            <a:r>
              <a:rPr spc="-20" dirty="0"/>
              <a:t> </a:t>
            </a:r>
            <a:r>
              <a:rPr dirty="0"/>
              <a:t>+</a:t>
            </a:r>
            <a:r>
              <a:rPr spc="-20" dirty="0"/>
              <a:t> </a:t>
            </a:r>
            <a:r>
              <a:rPr dirty="0"/>
              <a:t>R2)</a:t>
            </a:r>
            <a:r>
              <a:rPr spc="-20" dirty="0"/>
              <a:t> </a:t>
            </a:r>
            <a:r>
              <a:rPr dirty="0"/>
              <a:t>is</a:t>
            </a:r>
            <a:r>
              <a:rPr spc="-20" dirty="0"/>
              <a:t> </a:t>
            </a:r>
            <a:r>
              <a:rPr spc="-10" dirty="0"/>
              <a:t>regular</a:t>
            </a:r>
            <a:r>
              <a:rPr spc="-20" dirty="0"/>
              <a:t> </a:t>
            </a:r>
            <a:r>
              <a:rPr spc="-10" dirty="0"/>
              <a:t>expression.</a:t>
            </a:r>
          </a:p>
          <a:p>
            <a:pPr marL="310515" indent="-297815">
              <a:lnSpc>
                <a:spcPct val="100000"/>
              </a:lnSpc>
              <a:spcBef>
                <a:spcPts val="480"/>
              </a:spcBef>
              <a:buSzPct val="97916"/>
              <a:buAutoNum type="arabicPeriod" startAt="2"/>
              <a:tabLst>
                <a:tab pos="310515" algn="l"/>
              </a:tabLst>
            </a:pPr>
            <a:r>
              <a:rPr dirty="0"/>
              <a:t>R1.</a:t>
            </a:r>
            <a:r>
              <a:rPr spc="-25" dirty="0"/>
              <a:t> </a:t>
            </a:r>
            <a:r>
              <a:rPr dirty="0"/>
              <a:t>R2,</a:t>
            </a:r>
            <a:r>
              <a:rPr spc="-25" dirty="0"/>
              <a:t> </a:t>
            </a:r>
            <a:r>
              <a:rPr dirty="0"/>
              <a:t>is</a:t>
            </a:r>
            <a:r>
              <a:rPr spc="-25" dirty="0"/>
              <a:t> </a:t>
            </a:r>
            <a:r>
              <a:rPr dirty="0"/>
              <a:t>also</a:t>
            </a:r>
            <a:r>
              <a:rPr spc="-20" dirty="0"/>
              <a:t> </a:t>
            </a:r>
            <a:r>
              <a:rPr dirty="0"/>
              <a:t>a</a:t>
            </a:r>
            <a:r>
              <a:rPr spc="-25" dirty="0"/>
              <a:t> </a:t>
            </a:r>
            <a:r>
              <a:rPr spc="-10" dirty="0"/>
              <a:t>regular</a:t>
            </a:r>
            <a:r>
              <a:rPr spc="-25" dirty="0"/>
              <a:t> </a:t>
            </a:r>
            <a:r>
              <a:rPr spc="-10" dirty="0"/>
              <a:t>expression.</a:t>
            </a:r>
          </a:p>
          <a:p>
            <a:pPr marL="450215" indent="-437515">
              <a:lnSpc>
                <a:spcPct val="100000"/>
              </a:lnSpc>
              <a:spcBef>
                <a:spcPts val="480"/>
              </a:spcBef>
              <a:buSzPct val="97916"/>
              <a:buAutoNum type="arabicPeriod" startAt="2"/>
              <a:tabLst>
                <a:tab pos="450215" algn="l"/>
              </a:tabLst>
            </a:pPr>
            <a:r>
              <a:rPr dirty="0"/>
              <a:t>R*,</a:t>
            </a:r>
            <a:r>
              <a:rPr spc="-45" dirty="0"/>
              <a:t> </a:t>
            </a:r>
            <a:r>
              <a:rPr dirty="0"/>
              <a:t>is</a:t>
            </a:r>
            <a:r>
              <a:rPr spc="-40" dirty="0"/>
              <a:t> </a:t>
            </a:r>
            <a:r>
              <a:rPr spc="-10" dirty="0"/>
              <a:t>regular</a:t>
            </a:r>
            <a:r>
              <a:rPr spc="-40" dirty="0"/>
              <a:t> </a:t>
            </a:r>
            <a:r>
              <a:rPr spc="-10" dirty="0" smtClean="0"/>
              <a:t>expression.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0225" y="925576"/>
            <a:ext cx="8050530" cy="498341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21590" algn="l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latin typeface="Calibri"/>
                <a:cs typeface="Calibri"/>
              </a:rPr>
              <a:t>Any</a:t>
            </a:r>
            <a:r>
              <a:rPr sz="2800" b="1" spc="-6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set</a:t>
            </a:r>
            <a:r>
              <a:rPr sz="2800" b="1" spc="-55" dirty="0">
                <a:latin typeface="Calibri"/>
                <a:cs typeface="Calibri"/>
              </a:rPr>
              <a:t> </a:t>
            </a:r>
            <a:r>
              <a:rPr sz="2800" b="1" spc="-20" dirty="0">
                <a:latin typeface="Calibri"/>
                <a:cs typeface="Calibri"/>
              </a:rPr>
              <a:t>represented</a:t>
            </a:r>
            <a:r>
              <a:rPr sz="2800" b="1" spc="-5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by</a:t>
            </a:r>
            <a:r>
              <a:rPr sz="2800" b="1" spc="-6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a</a:t>
            </a:r>
            <a:r>
              <a:rPr sz="2800" b="1" spc="-5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regular</a:t>
            </a:r>
            <a:r>
              <a:rPr sz="2800" b="1" spc="-5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expression</a:t>
            </a:r>
            <a:r>
              <a:rPr sz="2800" b="1" spc="-5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is</a:t>
            </a:r>
            <a:r>
              <a:rPr sz="2800" b="1" spc="-1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called </a:t>
            </a:r>
            <a:r>
              <a:rPr sz="2800" b="1" dirty="0">
                <a:latin typeface="Calibri"/>
                <a:cs typeface="Calibri"/>
              </a:rPr>
              <a:t>a</a:t>
            </a:r>
            <a:r>
              <a:rPr sz="2800" b="1" spc="-8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regular</a:t>
            </a:r>
            <a:r>
              <a:rPr sz="2800" b="1" spc="-85" dirty="0">
                <a:latin typeface="Calibri"/>
                <a:cs typeface="Calibri"/>
              </a:rPr>
              <a:t> </a:t>
            </a:r>
            <a:r>
              <a:rPr sz="2800" b="1" spc="-20" dirty="0">
                <a:latin typeface="Calibri"/>
                <a:cs typeface="Calibri"/>
              </a:rPr>
              <a:t>set</a:t>
            </a:r>
            <a:r>
              <a:rPr sz="2800" b="1" spc="-20" dirty="0" smtClean="0">
                <a:latin typeface="Calibri"/>
                <a:cs typeface="Calibri"/>
              </a:rPr>
              <a:t>.</a:t>
            </a:r>
            <a:endParaRPr lang="en-US" sz="2800" b="1" spc="-20" dirty="0" smtClean="0">
              <a:latin typeface="Calibri"/>
              <a:cs typeface="Calibri"/>
            </a:endParaRPr>
          </a:p>
          <a:p>
            <a:pPr marL="355600" marR="5080" indent="-21590" algn="l">
              <a:lnSpc>
                <a:spcPct val="100000"/>
              </a:lnSpc>
              <a:spcBef>
                <a:spcPts val="100"/>
              </a:spcBef>
            </a:pPr>
            <a:endParaRPr lang="en-US" sz="2800" b="1" spc="-20" dirty="0" smtClean="0">
              <a:latin typeface="Calibri"/>
              <a:cs typeface="Calibri"/>
            </a:endParaRPr>
          </a:p>
          <a:p>
            <a:pPr marL="219075">
              <a:lnSpc>
                <a:spcPct val="100000"/>
              </a:lnSpc>
              <a:spcBef>
                <a:spcPts val="495"/>
              </a:spcBef>
            </a:pPr>
            <a:r>
              <a:rPr sz="2400" dirty="0" smtClean="0">
                <a:latin typeface="Calibri"/>
                <a:cs typeface="Calibri"/>
              </a:rPr>
              <a:t>If</a:t>
            </a:r>
            <a:r>
              <a:rPr sz="2400" spc="-75" dirty="0" smtClean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example,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a,</a:t>
            </a:r>
            <a:r>
              <a:rPr sz="2400" i="1" spc="-4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b</a:t>
            </a:r>
            <a:r>
              <a:rPr sz="2400" i="1" spc="-35" dirty="0">
                <a:latin typeface="Calibri"/>
                <a:cs typeface="Calibri"/>
              </a:rPr>
              <a:t> </a:t>
            </a:r>
            <a:r>
              <a:rPr sz="2400" spc="-140" dirty="0">
                <a:latin typeface="Microsoft Sans Serif"/>
                <a:cs typeface="Microsoft Sans Serif"/>
              </a:rPr>
              <a:t>ε</a:t>
            </a:r>
            <a:r>
              <a:rPr sz="2400" spc="-9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∑</a:t>
            </a:r>
            <a:r>
              <a:rPr sz="2400" i="1" dirty="0">
                <a:latin typeface="Calibri"/>
                <a:cs typeface="Calibri"/>
              </a:rPr>
              <a:t>.</a:t>
            </a:r>
            <a:r>
              <a:rPr sz="2400" i="1" spc="-3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Then</a:t>
            </a:r>
            <a:endParaRPr sz="2400" dirty="0">
              <a:latin typeface="Calibri"/>
              <a:cs typeface="Calibri"/>
            </a:endParaRPr>
          </a:p>
          <a:p>
            <a:pPr marL="337185" indent="-267335">
              <a:lnSpc>
                <a:spcPct val="100000"/>
              </a:lnSpc>
              <a:spcBef>
                <a:spcPts val="415"/>
              </a:spcBef>
              <a:buAutoNum type="romanLcParenBoth"/>
              <a:tabLst>
                <a:tab pos="337185" algn="l"/>
              </a:tabLst>
            </a:pPr>
            <a:r>
              <a:rPr sz="2000" dirty="0">
                <a:latin typeface="Calibri"/>
                <a:cs typeface="Calibri"/>
              </a:rPr>
              <a:t>a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denotes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set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i="1" spc="-20" dirty="0">
                <a:latin typeface="Calibri"/>
                <a:cs typeface="Calibri"/>
              </a:rPr>
              <a:t>{a},</a:t>
            </a:r>
            <a:endParaRPr sz="2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60"/>
              </a:spcBef>
              <a:buFont typeface="Calibri"/>
              <a:buAutoNum type="romanLcParenBoth"/>
            </a:pPr>
            <a:endParaRPr sz="2000" dirty="0">
              <a:latin typeface="Calibri"/>
              <a:cs typeface="Calibri"/>
            </a:endParaRPr>
          </a:p>
          <a:p>
            <a:pPr marL="337820" indent="-325120">
              <a:lnSpc>
                <a:spcPct val="100000"/>
              </a:lnSpc>
              <a:buAutoNum type="romanLcParenBoth"/>
              <a:tabLst>
                <a:tab pos="337820" algn="l"/>
              </a:tabLst>
            </a:pPr>
            <a:r>
              <a:rPr sz="2000" dirty="0">
                <a:latin typeface="Calibri"/>
                <a:cs typeface="Calibri"/>
              </a:rPr>
              <a:t>a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+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denotes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{a,</a:t>
            </a:r>
            <a:r>
              <a:rPr sz="2000" i="1" spc="-35" dirty="0">
                <a:latin typeface="Calibri"/>
                <a:cs typeface="Calibri"/>
              </a:rPr>
              <a:t> </a:t>
            </a:r>
            <a:r>
              <a:rPr sz="2000" i="1" spc="-25" dirty="0">
                <a:latin typeface="Calibri"/>
                <a:cs typeface="Calibri"/>
              </a:rPr>
              <a:t>b},</a:t>
            </a:r>
            <a:endParaRPr sz="2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55"/>
              </a:spcBef>
              <a:buFont typeface="Calibri"/>
              <a:buAutoNum type="romanLcParenBoth"/>
            </a:pPr>
            <a:endParaRPr sz="2000" dirty="0">
              <a:latin typeface="Calibri"/>
              <a:cs typeface="Calibri"/>
            </a:endParaRPr>
          </a:p>
          <a:p>
            <a:pPr marL="394970" indent="-382270">
              <a:lnSpc>
                <a:spcPct val="100000"/>
              </a:lnSpc>
              <a:spcBef>
                <a:spcPts val="5"/>
              </a:spcBef>
              <a:buAutoNum type="romanLcParenBoth"/>
              <a:tabLst>
                <a:tab pos="394970" algn="l"/>
              </a:tabLst>
            </a:pPr>
            <a:r>
              <a:rPr sz="2000" dirty="0">
                <a:latin typeface="Calibri"/>
                <a:cs typeface="Calibri"/>
              </a:rPr>
              <a:t>ab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denotes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i="1" spc="-10" dirty="0">
                <a:latin typeface="Calibri"/>
                <a:cs typeface="Calibri"/>
              </a:rPr>
              <a:t>{ab},</a:t>
            </a:r>
            <a:endParaRPr sz="2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55"/>
              </a:spcBef>
              <a:buFont typeface="Calibri"/>
              <a:buAutoNum type="romanLcParenBoth"/>
            </a:pPr>
            <a:endParaRPr sz="2000" dirty="0">
              <a:latin typeface="Calibri"/>
              <a:cs typeface="Calibri"/>
            </a:endParaRPr>
          </a:p>
          <a:p>
            <a:pPr marL="394335" indent="-381635">
              <a:lnSpc>
                <a:spcPct val="100000"/>
              </a:lnSpc>
              <a:buAutoNum type="romanLcParenBoth"/>
              <a:tabLst>
                <a:tab pos="394335" algn="l"/>
              </a:tabLst>
            </a:pPr>
            <a:r>
              <a:rPr sz="2000" dirty="0">
                <a:latin typeface="Calibri"/>
                <a:cs typeface="Calibri"/>
              </a:rPr>
              <a:t>a*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denotes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set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{lambda,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a,</a:t>
            </a:r>
            <a:r>
              <a:rPr sz="2000" i="1" spc="-3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aa.</a:t>
            </a:r>
            <a:r>
              <a:rPr sz="2000" i="1" spc="-3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aaa,</a:t>
            </a:r>
            <a:r>
              <a:rPr sz="2000" i="1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...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}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and</a:t>
            </a:r>
            <a:endParaRPr sz="2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60"/>
              </a:spcBef>
              <a:buFont typeface="Calibri"/>
              <a:buAutoNum type="romanLcParenBoth"/>
            </a:pPr>
            <a:endParaRPr sz="2000" dirty="0">
              <a:latin typeface="Calibri"/>
              <a:cs typeface="Calibri"/>
            </a:endParaRPr>
          </a:p>
          <a:p>
            <a:pPr marL="336550" indent="-323850">
              <a:lnSpc>
                <a:spcPct val="100000"/>
              </a:lnSpc>
              <a:buAutoNum type="romanLcParenBoth"/>
              <a:tabLst>
                <a:tab pos="336550" algn="l"/>
              </a:tabLst>
            </a:pPr>
            <a:r>
              <a:rPr sz="2000" dirty="0">
                <a:latin typeface="Calibri"/>
                <a:cs typeface="Calibri"/>
              </a:rPr>
              <a:t>(a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+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b)*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denotes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{a,</a:t>
            </a:r>
            <a:r>
              <a:rPr sz="2000" i="1" spc="-3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b}*.</a:t>
            </a:r>
            <a:r>
              <a:rPr sz="2000" i="1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set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represented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by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R</a:t>
            </a:r>
            <a:r>
              <a:rPr sz="2000" i="1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denoted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by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L(R),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30225" y="239776"/>
            <a:ext cx="163576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Definitions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10" dirty="0">
                <a:solidFill>
                  <a:srgbClr val="C00000"/>
                </a:solidFill>
              </a:rPr>
              <a:t>Questions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8257" y="994664"/>
            <a:ext cx="8618220" cy="4577080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305435">
              <a:lnSpc>
                <a:spcPct val="100000"/>
              </a:lnSpc>
              <a:spcBef>
                <a:spcPts val="740"/>
              </a:spcBef>
            </a:pPr>
            <a:r>
              <a:rPr sz="3200" dirty="0">
                <a:latin typeface="Calibri"/>
                <a:cs typeface="Calibri"/>
              </a:rPr>
              <a:t>Describe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following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sets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by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regular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expressions:</a:t>
            </a:r>
            <a:endParaRPr sz="3200">
              <a:latin typeface="Calibri"/>
              <a:cs typeface="Calibri"/>
            </a:endParaRPr>
          </a:p>
          <a:p>
            <a:pPr marL="740410" indent="-727710">
              <a:lnSpc>
                <a:spcPct val="100000"/>
              </a:lnSpc>
              <a:spcBef>
                <a:spcPts val="640"/>
              </a:spcBef>
              <a:buFont typeface="Microsoft Sans Serif"/>
              <a:buAutoNum type="alphaLcParenBoth"/>
              <a:tabLst>
                <a:tab pos="740410" algn="l"/>
              </a:tabLst>
            </a:pPr>
            <a:r>
              <a:rPr sz="3200" spc="-10" dirty="0">
                <a:latin typeface="Calibri"/>
                <a:cs typeface="Calibri"/>
              </a:rPr>
              <a:t>{101}</a:t>
            </a:r>
            <a:endParaRPr sz="3200">
              <a:latin typeface="Calibri"/>
              <a:cs typeface="Calibri"/>
            </a:endParaRPr>
          </a:p>
          <a:p>
            <a:pPr marL="740410" indent="-727710">
              <a:lnSpc>
                <a:spcPct val="100000"/>
              </a:lnSpc>
              <a:spcBef>
                <a:spcPts val="640"/>
              </a:spcBef>
              <a:buFont typeface="Microsoft Sans Serif"/>
              <a:buAutoNum type="alphaLcParenBoth"/>
              <a:tabLst>
                <a:tab pos="740410" algn="l"/>
              </a:tabLst>
            </a:pPr>
            <a:r>
              <a:rPr sz="3200" spc="-10" dirty="0">
                <a:latin typeface="Calibri"/>
                <a:cs typeface="Calibri"/>
              </a:rPr>
              <a:t>{abba}</a:t>
            </a:r>
            <a:endParaRPr sz="3200">
              <a:latin typeface="Calibri"/>
              <a:cs typeface="Calibri"/>
            </a:endParaRPr>
          </a:p>
          <a:p>
            <a:pPr marL="740410" indent="-705485">
              <a:lnSpc>
                <a:spcPct val="100000"/>
              </a:lnSpc>
              <a:spcBef>
                <a:spcPts val="640"/>
              </a:spcBef>
              <a:buFont typeface="Microsoft Sans Serif"/>
              <a:buAutoNum type="alphaLcParenBoth"/>
              <a:tabLst>
                <a:tab pos="740410" algn="l"/>
              </a:tabLst>
            </a:pPr>
            <a:r>
              <a:rPr sz="3200" spc="-10" dirty="0">
                <a:latin typeface="Calibri"/>
                <a:cs typeface="Calibri"/>
              </a:rPr>
              <a:t>{01,10}</a:t>
            </a:r>
            <a:endParaRPr sz="3200">
              <a:latin typeface="Calibri"/>
              <a:cs typeface="Calibri"/>
            </a:endParaRPr>
          </a:p>
          <a:p>
            <a:pPr marL="740410" indent="-727710">
              <a:lnSpc>
                <a:spcPct val="100000"/>
              </a:lnSpc>
              <a:spcBef>
                <a:spcPts val="640"/>
              </a:spcBef>
              <a:buFont typeface="Microsoft Sans Serif"/>
              <a:buAutoNum type="alphaLcParenBoth"/>
              <a:tabLst>
                <a:tab pos="740410" algn="l"/>
              </a:tabLst>
            </a:pPr>
            <a:r>
              <a:rPr sz="3200" dirty="0">
                <a:latin typeface="Calibri"/>
                <a:cs typeface="Calibri"/>
              </a:rPr>
              <a:t>{</a:t>
            </a:r>
            <a:r>
              <a:rPr sz="3200" dirty="0">
                <a:latin typeface="Microsoft Sans Serif"/>
                <a:cs typeface="Microsoft Sans Serif"/>
              </a:rPr>
              <a:t>Λ</a:t>
            </a:r>
            <a:r>
              <a:rPr sz="3200" spc="-150" dirty="0">
                <a:latin typeface="Microsoft Sans Serif"/>
                <a:cs typeface="Microsoft Sans Serif"/>
              </a:rPr>
              <a:t> </a:t>
            </a:r>
            <a:r>
              <a:rPr sz="3200" spc="-20" dirty="0">
                <a:latin typeface="Calibri"/>
                <a:cs typeface="Calibri"/>
              </a:rPr>
              <a:t>,ab}</a:t>
            </a:r>
            <a:endParaRPr sz="3200">
              <a:latin typeface="Calibri"/>
              <a:cs typeface="Calibri"/>
            </a:endParaRPr>
          </a:p>
          <a:p>
            <a:pPr marL="740410" indent="-727710">
              <a:lnSpc>
                <a:spcPct val="100000"/>
              </a:lnSpc>
              <a:spcBef>
                <a:spcPts val="640"/>
              </a:spcBef>
              <a:buFont typeface="Arial"/>
              <a:buAutoNum type="alphaLcParenBoth"/>
              <a:tabLst>
                <a:tab pos="740410" algn="l"/>
              </a:tabLst>
            </a:pPr>
            <a:r>
              <a:rPr sz="3200" i="1" dirty="0">
                <a:latin typeface="Calibri"/>
                <a:cs typeface="Calibri"/>
              </a:rPr>
              <a:t>{abb,a,</a:t>
            </a:r>
            <a:r>
              <a:rPr sz="3200" i="1" spc="-85" dirty="0">
                <a:latin typeface="Calibri"/>
                <a:cs typeface="Calibri"/>
              </a:rPr>
              <a:t> </a:t>
            </a:r>
            <a:r>
              <a:rPr sz="3200" i="1" dirty="0">
                <a:latin typeface="Calibri"/>
                <a:cs typeface="Calibri"/>
              </a:rPr>
              <a:t>b,</a:t>
            </a:r>
            <a:r>
              <a:rPr sz="3200" i="1" spc="-80" dirty="0">
                <a:latin typeface="Calibri"/>
                <a:cs typeface="Calibri"/>
              </a:rPr>
              <a:t> </a:t>
            </a:r>
            <a:r>
              <a:rPr sz="3200" i="1" spc="-20" dirty="0">
                <a:latin typeface="Calibri"/>
                <a:cs typeface="Calibri"/>
              </a:rPr>
              <a:t>bba}</a:t>
            </a:r>
            <a:endParaRPr sz="3200">
              <a:latin typeface="Calibri"/>
              <a:cs typeface="Calibri"/>
            </a:endParaRPr>
          </a:p>
          <a:p>
            <a:pPr marL="648335" indent="-522605">
              <a:lnSpc>
                <a:spcPct val="100000"/>
              </a:lnSpc>
              <a:spcBef>
                <a:spcPts val="640"/>
              </a:spcBef>
              <a:buFont typeface="Microsoft Sans Serif"/>
              <a:buAutoNum type="alphaLcParenBoth"/>
              <a:tabLst>
                <a:tab pos="648335" algn="l"/>
              </a:tabLst>
            </a:pPr>
            <a:r>
              <a:rPr sz="3200" dirty="0">
                <a:latin typeface="Calibri"/>
                <a:cs typeface="Calibri"/>
              </a:rPr>
              <a:t>{</a:t>
            </a:r>
            <a:r>
              <a:rPr sz="3200" dirty="0">
                <a:latin typeface="Microsoft Sans Serif"/>
                <a:cs typeface="Microsoft Sans Serif"/>
              </a:rPr>
              <a:t>Λ</a:t>
            </a:r>
            <a:r>
              <a:rPr sz="3200" spc="-175" dirty="0">
                <a:latin typeface="Microsoft Sans Serif"/>
                <a:cs typeface="Microsoft Sans Serif"/>
              </a:rPr>
              <a:t> </a:t>
            </a:r>
            <a:r>
              <a:rPr sz="3200" dirty="0">
                <a:latin typeface="Calibri"/>
                <a:cs typeface="Calibri"/>
              </a:rPr>
              <a:t>,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0,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00,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000....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spc="-50" dirty="0">
                <a:latin typeface="Calibri"/>
                <a:cs typeface="Calibri"/>
              </a:rPr>
              <a:t>}</a:t>
            </a:r>
            <a:endParaRPr sz="3200">
              <a:latin typeface="Calibri"/>
              <a:cs typeface="Calibri"/>
            </a:endParaRPr>
          </a:p>
          <a:p>
            <a:pPr marL="740410" indent="-727710">
              <a:lnSpc>
                <a:spcPct val="100000"/>
              </a:lnSpc>
              <a:spcBef>
                <a:spcPts val="640"/>
              </a:spcBef>
              <a:buFont typeface="Microsoft Sans Serif"/>
              <a:buAutoNum type="alphaLcParenBoth"/>
              <a:tabLst>
                <a:tab pos="740410" algn="l"/>
              </a:tabLst>
            </a:pPr>
            <a:r>
              <a:rPr sz="3200" dirty="0">
                <a:latin typeface="Calibri"/>
                <a:cs typeface="Calibri"/>
              </a:rPr>
              <a:t>{1,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11,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111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...</a:t>
            </a:r>
            <a:r>
              <a:rPr sz="3200" spc="-50" dirty="0">
                <a:latin typeface="Calibri"/>
                <a:cs typeface="Calibri"/>
              </a:rPr>
              <a:t> }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10" dirty="0">
                <a:solidFill>
                  <a:srgbClr val="C00000"/>
                </a:solidFill>
              </a:rPr>
              <a:t>Problem</a:t>
            </a:r>
            <a:endParaRPr sz="32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7425" y="1295400"/>
            <a:ext cx="8121445" cy="359984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91180" y="1609344"/>
            <a:ext cx="7424420" cy="395236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294640" algn="l"/>
              </a:tabLst>
            </a:pPr>
            <a:r>
              <a:rPr sz="3200" dirty="0">
                <a:solidFill>
                  <a:srgbClr val="FF0000"/>
                </a:solidFill>
                <a:latin typeface="Calibri"/>
                <a:cs typeface="Calibri"/>
              </a:rPr>
              <a:t>Which</a:t>
            </a:r>
            <a:r>
              <a:rPr sz="3200" spc="-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0000"/>
                </a:solidFill>
                <a:latin typeface="Calibri"/>
                <a:cs typeface="Calibri"/>
              </a:rPr>
              <a:t>of</a:t>
            </a:r>
            <a:r>
              <a:rPr sz="3200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3200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FF0000"/>
                </a:solidFill>
                <a:latin typeface="Calibri"/>
                <a:cs typeface="Calibri"/>
              </a:rPr>
              <a:t>following</a:t>
            </a:r>
            <a:r>
              <a:rPr sz="3200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0000"/>
                </a:solidFill>
                <a:latin typeface="Calibri"/>
                <a:cs typeface="Calibri"/>
              </a:rPr>
              <a:t>does</a:t>
            </a:r>
            <a:r>
              <a:rPr sz="3200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0000"/>
                </a:solidFill>
                <a:latin typeface="Calibri"/>
                <a:cs typeface="Calibri"/>
              </a:rPr>
              <a:t>not</a:t>
            </a:r>
            <a:r>
              <a:rPr sz="3200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FF0000"/>
                </a:solidFill>
                <a:latin typeface="Calibri"/>
                <a:cs typeface="Calibri"/>
              </a:rPr>
              <a:t>represents </a:t>
            </a:r>
            <a:r>
              <a:rPr sz="3200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3200" spc="-9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0000"/>
                </a:solidFill>
                <a:latin typeface="Calibri"/>
                <a:cs typeface="Calibri"/>
              </a:rPr>
              <a:t>given</a:t>
            </a:r>
            <a:r>
              <a:rPr sz="3200" spc="-9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FF0000"/>
                </a:solidFill>
                <a:latin typeface="Calibri"/>
                <a:cs typeface="Calibri"/>
              </a:rPr>
              <a:t>language?</a:t>
            </a:r>
            <a:endParaRPr sz="3200" dirty="0">
              <a:solidFill>
                <a:srgbClr val="FF0000"/>
              </a:solidFill>
              <a:latin typeface="Calibri"/>
              <a:cs typeface="Calibri"/>
            </a:endParaRPr>
          </a:p>
          <a:p>
            <a:pPr marL="294640">
              <a:lnSpc>
                <a:spcPct val="100000"/>
              </a:lnSpc>
            </a:pPr>
            <a:r>
              <a:rPr sz="3200" spc="-10" dirty="0">
                <a:latin typeface="Calibri"/>
                <a:cs typeface="Calibri"/>
              </a:rPr>
              <a:t>Language:</a:t>
            </a:r>
            <a:r>
              <a:rPr sz="3200" spc="-114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{0,01</a:t>
            </a:r>
            <a:r>
              <a:rPr sz="3200" spc="-10" dirty="0" smtClean="0">
                <a:latin typeface="Calibri"/>
                <a:cs typeface="Calibri"/>
              </a:rPr>
              <a:t>}</a:t>
            </a:r>
            <a:endParaRPr lang="en-US" sz="3200" spc="-10" dirty="0" smtClean="0">
              <a:latin typeface="Calibri"/>
              <a:cs typeface="Calibri"/>
            </a:endParaRPr>
          </a:p>
          <a:p>
            <a:pPr marL="294640">
              <a:lnSpc>
                <a:spcPct val="100000"/>
              </a:lnSpc>
            </a:pPr>
            <a:endParaRPr sz="3200" dirty="0">
              <a:latin typeface="Calibri"/>
              <a:cs typeface="Calibri"/>
            </a:endParaRPr>
          </a:p>
          <a:p>
            <a:pPr marL="702945" lvl="1" indent="-408305">
              <a:lnSpc>
                <a:spcPct val="100000"/>
              </a:lnSpc>
              <a:buAutoNum type="alphaLcParenR"/>
              <a:tabLst>
                <a:tab pos="702945" algn="l"/>
              </a:tabLst>
            </a:pPr>
            <a:r>
              <a:rPr sz="3200" spc="-20" dirty="0">
                <a:latin typeface="Calibri"/>
                <a:cs typeface="Calibri"/>
              </a:rPr>
              <a:t>0+01</a:t>
            </a:r>
            <a:endParaRPr sz="3200" dirty="0">
              <a:latin typeface="Calibri"/>
              <a:cs typeface="Calibri"/>
            </a:endParaRPr>
          </a:p>
          <a:p>
            <a:pPr marL="721995" lvl="1" indent="-427355">
              <a:lnSpc>
                <a:spcPct val="100000"/>
              </a:lnSpc>
              <a:buAutoNum type="alphaLcParenR"/>
              <a:tabLst>
                <a:tab pos="721995" algn="l"/>
              </a:tabLst>
            </a:pPr>
            <a:r>
              <a:rPr sz="3200" dirty="0">
                <a:latin typeface="Calibri"/>
                <a:cs typeface="Calibri"/>
              </a:rPr>
              <a:t>{0}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U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{01}</a:t>
            </a:r>
            <a:endParaRPr sz="3200" dirty="0">
              <a:latin typeface="Calibri"/>
              <a:cs typeface="Calibri"/>
            </a:endParaRPr>
          </a:p>
          <a:p>
            <a:pPr marL="680085" lvl="1" indent="-385445">
              <a:lnSpc>
                <a:spcPct val="100000"/>
              </a:lnSpc>
              <a:buAutoNum type="alphaLcParenR"/>
              <a:tabLst>
                <a:tab pos="680085" algn="l"/>
              </a:tabLst>
            </a:pPr>
            <a:r>
              <a:rPr sz="3200" dirty="0">
                <a:latin typeface="Calibri"/>
                <a:cs typeface="Calibri"/>
              </a:rPr>
              <a:t>{0}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U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{0}{1}</a:t>
            </a:r>
            <a:endParaRPr sz="3200" dirty="0">
              <a:latin typeface="Calibri"/>
              <a:cs typeface="Calibri"/>
            </a:endParaRPr>
          </a:p>
          <a:p>
            <a:pPr marL="721995" lvl="1" indent="-427355">
              <a:lnSpc>
                <a:spcPct val="100000"/>
              </a:lnSpc>
              <a:buAutoNum type="alphaLcParenR"/>
              <a:tabLst>
                <a:tab pos="721995" algn="l"/>
              </a:tabLst>
            </a:pPr>
            <a:r>
              <a:rPr sz="3200" dirty="0">
                <a:latin typeface="Calibri"/>
                <a:cs typeface="Calibri"/>
              </a:rPr>
              <a:t>{0}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^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{01}</a:t>
            </a:r>
            <a:endParaRPr sz="3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025" y="16256"/>
            <a:ext cx="30200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IDENTITIES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FOR</a:t>
            </a:r>
            <a:r>
              <a:rPr sz="1800" spc="-5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REGULAR EXPRESSIONS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762000"/>
            <a:ext cx="4505324" cy="424814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9600" y="5181600"/>
            <a:ext cx="7848599" cy="74294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9225" y="108203"/>
            <a:ext cx="427037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200" spc="-10" dirty="0" smtClean="0">
                <a:solidFill>
                  <a:srgbClr val="C00000"/>
                </a:solidFill>
              </a:rPr>
              <a:t>ARDEN’S </a:t>
            </a:r>
            <a:r>
              <a:rPr sz="3200" spc="-10" dirty="0" smtClean="0">
                <a:solidFill>
                  <a:srgbClr val="C00000"/>
                </a:solidFill>
              </a:rPr>
              <a:t>THEORM</a:t>
            </a:r>
            <a:endParaRPr sz="3200" dirty="0"/>
          </a:p>
        </p:txBody>
      </p:sp>
      <p:sp>
        <p:nvSpPr>
          <p:cNvPr id="3" name="object 3"/>
          <p:cNvSpPr txBox="1"/>
          <p:nvPr/>
        </p:nvSpPr>
        <p:spPr>
          <a:xfrm>
            <a:off x="530225" y="1019048"/>
            <a:ext cx="8072755" cy="282956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580"/>
              </a:spcBef>
            </a:pPr>
            <a:r>
              <a:rPr sz="2400" spc="-10" dirty="0">
                <a:latin typeface="Calibri"/>
                <a:cs typeface="Calibri"/>
              </a:rPr>
              <a:t>Theorem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:</a:t>
            </a:r>
            <a:endParaRPr sz="2400">
              <a:latin typeface="Calibri"/>
              <a:cs typeface="Calibri"/>
            </a:endParaRPr>
          </a:p>
          <a:p>
            <a:pPr marL="355600" marR="21590" indent="208915" algn="just">
              <a:lnSpc>
                <a:spcPct val="100000"/>
              </a:lnSpc>
              <a:spcBef>
                <a:spcPts val="480"/>
              </a:spcBef>
            </a:pPr>
            <a:r>
              <a:rPr sz="2400" dirty="0">
                <a:latin typeface="Calibri"/>
                <a:cs typeface="Calibri"/>
              </a:rPr>
              <a:t>(Arden'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theorem)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Let</a:t>
            </a:r>
            <a:r>
              <a:rPr sz="2400" spc="18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P</a:t>
            </a:r>
            <a:r>
              <a:rPr sz="2400" b="1" spc="1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Q</a:t>
            </a:r>
            <a:r>
              <a:rPr sz="2400" b="1" spc="1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two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regular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expressions </a:t>
            </a:r>
            <a:r>
              <a:rPr sz="2400" dirty="0">
                <a:latin typeface="Calibri"/>
                <a:cs typeface="Calibri"/>
              </a:rPr>
              <a:t>over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∑</a:t>
            </a:r>
            <a:r>
              <a:rPr sz="2400" dirty="0">
                <a:latin typeface="Calibri"/>
                <a:cs typeface="Calibri"/>
              </a:rPr>
              <a:t>.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If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does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contain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Λ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following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equation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in </a:t>
            </a:r>
            <a:r>
              <a:rPr sz="2400" b="1" dirty="0">
                <a:latin typeface="Calibri"/>
                <a:cs typeface="Calibri"/>
              </a:rPr>
              <a:t>R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namely</a:t>
            </a:r>
            <a:endParaRPr sz="2400">
              <a:latin typeface="Calibri"/>
              <a:cs typeface="Calibri"/>
            </a:endParaRPr>
          </a:p>
          <a:p>
            <a:pPr marL="1115060">
              <a:lnSpc>
                <a:spcPct val="100000"/>
              </a:lnSpc>
              <a:spcBef>
                <a:spcPts val="480"/>
              </a:spcBef>
            </a:pPr>
            <a:r>
              <a:rPr sz="2400" b="1" dirty="0">
                <a:latin typeface="Calibri"/>
                <a:cs typeface="Calibri"/>
              </a:rPr>
              <a:t>R</a:t>
            </a:r>
            <a:r>
              <a:rPr sz="2400" b="1" spc="-2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=</a:t>
            </a:r>
            <a:r>
              <a:rPr sz="2400" b="1" spc="-1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Q</a:t>
            </a:r>
            <a:r>
              <a:rPr sz="2400" b="1" spc="-1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+</a:t>
            </a:r>
            <a:r>
              <a:rPr sz="2400" b="1" spc="-15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RP</a:t>
            </a:r>
            <a:endParaRPr sz="2400">
              <a:latin typeface="Calibri"/>
              <a:cs typeface="Calibri"/>
            </a:endParaRPr>
          </a:p>
          <a:p>
            <a:pPr marL="355600" marR="5080" indent="299085" algn="just">
              <a:lnSpc>
                <a:spcPct val="100000"/>
              </a:lnSpc>
              <a:spcBef>
                <a:spcPts val="480"/>
              </a:spcBef>
            </a:pPr>
            <a:r>
              <a:rPr sz="2400" dirty="0">
                <a:latin typeface="Calibri"/>
                <a:cs typeface="Calibri"/>
              </a:rPr>
              <a:t>has</a:t>
            </a:r>
            <a:r>
              <a:rPr sz="2400" spc="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unique</a:t>
            </a:r>
            <a:r>
              <a:rPr sz="2400" spc="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solution</a:t>
            </a:r>
            <a:r>
              <a:rPr sz="2400" spc="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(i.e.</a:t>
            </a:r>
            <a:r>
              <a:rPr sz="2400" spc="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one</a:t>
            </a:r>
            <a:r>
              <a:rPr sz="2400" spc="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only</a:t>
            </a:r>
            <a:r>
              <a:rPr sz="2400" spc="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one</a:t>
            </a:r>
            <a:r>
              <a:rPr sz="2400" spc="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solution)</a:t>
            </a:r>
            <a:r>
              <a:rPr sz="2400" spc="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given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R</a:t>
            </a:r>
            <a:r>
              <a:rPr sz="2400" b="1" spc="-2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=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QP*.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8600" y="-34047"/>
            <a:ext cx="19812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400" spc="-10" dirty="0" smtClean="0">
                <a:solidFill>
                  <a:srgbClr val="FF0000"/>
                </a:solidFill>
                <a:latin typeface="Calibri"/>
                <a:cs typeface="Calibri"/>
              </a:rPr>
              <a:t>PROOF</a:t>
            </a:r>
            <a:endParaRPr lang="en-US" sz="4400" dirty="0">
              <a:solidFill>
                <a:srgbClr val="FF0000"/>
              </a:solidFill>
              <a:latin typeface="Calibri"/>
              <a:cs typeface="Calibri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/>
              <p14:cNvContentPartPr/>
              <p14:nvPr/>
            </p14:nvContentPartPr>
            <p14:xfrm>
              <a:off x="274320" y="721800"/>
              <a:ext cx="7263720" cy="2877840"/>
            </p14:xfrm>
          </p:contentPart>
        </mc:Choice>
        <mc:Fallback>
          <p:pic>
            <p:nvPicPr>
              <p:cNvPr id="3" name="Ink 2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65680" y="707040"/>
                <a:ext cx="7295040" cy="29116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9225" y="140715"/>
            <a:ext cx="669480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rgbClr val="C00000"/>
                </a:solidFill>
              </a:rPr>
              <a:t>PROBLEM</a:t>
            </a:r>
            <a:r>
              <a:rPr sz="3200" spc="-85" dirty="0">
                <a:solidFill>
                  <a:srgbClr val="C00000"/>
                </a:solidFill>
              </a:rPr>
              <a:t> </a:t>
            </a:r>
            <a:endParaRPr sz="3200" dirty="0"/>
          </a:p>
        </p:txBody>
      </p:sp>
      <p:pic>
        <p:nvPicPr>
          <p:cNvPr id="3" name="object 3"/>
          <p:cNvPicPr/>
          <p:nvPr/>
        </p:nvPicPr>
        <p:blipFill rotWithShape="1">
          <a:blip r:embed="rId2" cstate="print"/>
          <a:srcRect b="83048"/>
          <a:stretch/>
        </p:blipFill>
        <p:spPr>
          <a:xfrm>
            <a:off x="502545" y="1524000"/>
            <a:ext cx="7646399" cy="57555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/>
              <p14:cNvContentPartPr/>
              <p14:nvPr/>
            </p14:nvContentPartPr>
            <p14:xfrm>
              <a:off x="109800" y="1262880"/>
              <a:ext cx="9025920" cy="5383800"/>
            </p14:xfrm>
          </p:contentPart>
        </mc:Choice>
        <mc:Fallback>
          <p:pic>
            <p:nvPicPr>
              <p:cNvPr id="4" name="Ink 3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7920" y="1248840"/>
                <a:ext cx="9052560" cy="54183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TRANSITION</a:t>
            </a:r>
            <a:r>
              <a:rPr spc="-75" dirty="0"/>
              <a:t> </a:t>
            </a:r>
            <a:r>
              <a:rPr spc="-20" dirty="0"/>
              <a:t>SYSTEM</a:t>
            </a:r>
            <a:r>
              <a:rPr spc="-75" dirty="0"/>
              <a:t> </a:t>
            </a:r>
            <a:r>
              <a:rPr spc="-30" dirty="0"/>
              <a:t>CONTAINING</a:t>
            </a:r>
            <a:r>
              <a:rPr spc="-55" dirty="0"/>
              <a:t> </a:t>
            </a:r>
            <a:r>
              <a:rPr b="0" dirty="0">
                <a:latin typeface="Microsoft Sans Serif"/>
                <a:cs typeface="Microsoft Sans Serif"/>
              </a:rPr>
              <a:t>Λ</a:t>
            </a:r>
            <a:r>
              <a:rPr b="0" spc="-185" dirty="0">
                <a:latin typeface="Microsoft Sans Serif"/>
                <a:cs typeface="Microsoft Sans Serif"/>
              </a:rPr>
              <a:t> </a:t>
            </a:r>
            <a:r>
              <a:rPr spc="-20" dirty="0"/>
              <a:t>-</a:t>
            </a:r>
            <a:r>
              <a:rPr spc="-10" dirty="0"/>
              <a:t>MOVES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0225" y="1564640"/>
            <a:ext cx="7962265" cy="3937000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sz="2000" dirty="0">
                <a:latin typeface="Calibri"/>
                <a:cs typeface="Calibri"/>
              </a:rPr>
              <a:t>Suppose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want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replace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380" dirty="0">
                <a:latin typeface="Calibri"/>
                <a:cs typeface="Calibri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Λ</a:t>
            </a:r>
            <a:r>
              <a:rPr sz="2000" spc="-12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Calibri"/>
                <a:cs typeface="Calibri"/>
              </a:rPr>
              <a:t>-</a:t>
            </a:r>
            <a:r>
              <a:rPr sz="2000" dirty="0">
                <a:latin typeface="Calibri"/>
                <a:cs typeface="Calibri"/>
              </a:rPr>
              <a:t>move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from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vertex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lang="en-US" sz="2000" i="1" dirty="0">
                <a:latin typeface="Calibri"/>
                <a:cs typeface="Calibri"/>
              </a:rPr>
              <a:t>S</a:t>
            </a:r>
            <a:r>
              <a:rPr sz="2000" i="1" dirty="0" smtClean="0">
                <a:latin typeface="Calibri"/>
                <a:cs typeface="Calibri"/>
              </a:rPr>
              <a:t>1</a:t>
            </a:r>
            <a:r>
              <a:rPr sz="2000" i="1" spc="-45" dirty="0" smtClean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to</a:t>
            </a:r>
            <a:r>
              <a:rPr sz="2000" i="1" spc="-4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vertex</a:t>
            </a:r>
            <a:r>
              <a:rPr sz="2000" i="1" spc="-45" dirty="0">
                <a:latin typeface="Calibri"/>
                <a:cs typeface="Calibri"/>
              </a:rPr>
              <a:t> </a:t>
            </a:r>
            <a:r>
              <a:rPr lang="en-US" sz="2000" i="1" dirty="0">
                <a:latin typeface="Calibri"/>
                <a:cs typeface="Calibri"/>
              </a:rPr>
              <a:t>S</a:t>
            </a:r>
            <a:r>
              <a:rPr sz="2000" i="1" dirty="0" smtClean="0">
                <a:latin typeface="Calibri"/>
                <a:cs typeface="Calibri"/>
              </a:rPr>
              <a:t>2</a:t>
            </a:r>
            <a:r>
              <a:rPr lang="en-US" sz="2000" i="1" dirty="0" smtClean="0">
                <a:latin typeface="Calibri"/>
                <a:cs typeface="Calibri"/>
              </a:rPr>
              <a:t> </a:t>
            </a:r>
            <a:r>
              <a:rPr sz="2000" i="1" spc="-20" dirty="0" smtClean="0">
                <a:latin typeface="Calibri"/>
                <a:cs typeface="Calibri"/>
              </a:rPr>
              <a:t>Then</a:t>
            </a:r>
            <a:endParaRPr sz="20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2000" dirty="0">
                <a:latin typeface="Calibri"/>
                <a:cs typeface="Calibri"/>
              </a:rPr>
              <a:t>we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proceed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follows:</a:t>
            </a:r>
            <a:endParaRPr sz="2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55"/>
              </a:spcBef>
            </a:pPr>
            <a:endParaRPr sz="20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alibri"/>
                <a:cs typeface="Calibri"/>
              </a:rPr>
              <a:t>Step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1-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Find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all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edges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starting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from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lang="en-US" sz="2000" i="1" spc="-25" dirty="0">
                <a:latin typeface="Calibri"/>
                <a:cs typeface="Calibri"/>
              </a:rPr>
              <a:t>S</a:t>
            </a:r>
            <a:r>
              <a:rPr sz="2000" i="1" spc="-25" dirty="0" smtClean="0">
                <a:latin typeface="Calibri"/>
                <a:cs typeface="Calibri"/>
              </a:rPr>
              <a:t>2</a:t>
            </a:r>
            <a:r>
              <a:rPr sz="2000" i="1" spc="-25" dirty="0">
                <a:latin typeface="Calibri"/>
                <a:cs typeface="Calibri"/>
              </a:rPr>
              <a:t>.</a:t>
            </a:r>
            <a:endParaRPr sz="2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60"/>
              </a:spcBef>
            </a:pPr>
            <a:endParaRPr sz="20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alibri"/>
                <a:cs typeface="Calibri"/>
              </a:rPr>
              <a:t>Step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2-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Duplicate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all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these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edges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starting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from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lang="en-US" sz="2000" i="1" dirty="0">
                <a:latin typeface="Calibri"/>
                <a:cs typeface="Calibri"/>
              </a:rPr>
              <a:t>S</a:t>
            </a:r>
            <a:r>
              <a:rPr sz="2000" i="1" dirty="0" smtClean="0">
                <a:latin typeface="Calibri"/>
                <a:cs typeface="Calibri"/>
              </a:rPr>
              <a:t>1</a:t>
            </a:r>
            <a:r>
              <a:rPr sz="2000" i="1" spc="-50" dirty="0" smtClean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without</a:t>
            </a:r>
            <a:r>
              <a:rPr sz="2000" i="1" spc="-5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changing</a:t>
            </a:r>
            <a:r>
              <a:rPr sz="2000" i="1" spc="-5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the</a:t>
            </a:r>
            <a:r>
              <a:rPr sz="2000" i="1" spc="-50" dirty="0">
                <a:latin typeface="Calibri"/>
                <a:cs typeface="Calibri"/>
              </a:rPr>
              <a:t> </a:t>
            </a:r>
            <a:r>
              <a:rPr sz="2000" i="1" spc="-20" dirty="0">
                <a:latin typeface="Calibri"/>
                <a:cs typeface="Calibri"/>
              </a:rPr>
              <a:t>edge</a:t>
            </a:r>
            <a:endParaRPr sz="20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2000" spc="-10" dirty="0">
                <a:latin typeface="Calibri"/>
                <a:cs typeface="Calibri"/>
              </a:rPr>
              <a:t>labels.</a:t>
            </a:r>
            <a:endParaRPr sz="2000" dirty="0">
              <a:latin typeface="Calibri"/>
              <a:cs typeface="Calibri"/>
            </a:endParaRPr>
          </a:p>
          <a:p>
            <a:pPr marL="12700" marR="1927225">
              <a:lnSpc>
                <a:spcPct val="233300"/>
              </a:lnSpc>
            </a:pPr>
            <a:r>
              <a:rPr sz="2000" dirty="0">
                <a:latin typeface="Calibri"/>
                <a:cs typeface="Calibri"/>
              </a:rPr>
              <a:t>Step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3-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If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S</a:t>
            </a:r>
            <a:r>
              <a:rPr sz="2000" dirty="0" smtClean="0">
                <a:latin typeface="Calibri"/>
                <a:cs typeface="Calibri"/>
              </a:rPr>
              <a:t>1</a:t>
            </a:r>
            <a:r>
              <a:rPr sz="2000" spc="-50" dirty="0" smtClean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initial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state,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make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S</a:t>
            </a:r>
            <a:r>
              <a:rPr sz="2000" dirty="0" smtClean="0">
                <a:latin typeface="Calibri"/>
                <a:cs typeface="Calibri"/>
              </a:rPr>
              <a:t>2</a:t>
            </a:r>
            <a:r>
              <a:rPr sz="2000" spc="-50" dirty="0" smtClean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also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initial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state. </a:t>
            </a:r>
            <a:r>
              <a:rPr sz="2000" dirty="0">
                <a:latin typeface="Calibri"/>
                <a:cs typeface="Calibri"/>
              </a:rPr>
              <a:t>Step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4-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If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S</a:t>
            </a:r>
            <a:r>
              <a:rPr sz="2000" dirty="0" smtClean="0">
                <a:latin typeface="Calibri"/>
                <a:cs typeface="Calibri"/>
              </a:rPr>
              <a:t>2</a:t>
            </a:r>
            <a:r>
              <a:rPr sz="2000" spc="-40" dirty="0" smtClean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final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state.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make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S</a:t>
            </a:r>
            <a:r>
              <a:rPr sz="2000" dirty="0" smtClean="0">
                <a:latin typeface="Calibri"/>
                <a:cs typeface="Calibri"/>
              </a:rPr>
              <a:t>1</a:t>
            </a:r>
            <a:r>
              <a:rPr sz="2000" spc="-45" dirty="0" smtClean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also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final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state</a:t>
            </a:r>
            <a:r>
              <a:rPr sz="2000" b="1" spc="-10" dirty="0">
                <a:latin typeface="Calibri"/>
                <a:cs typeface="Calibri"/>
              </a:rPr>
              <a:t>.</a:t>
            </a:r>
            <a:endParaRPr sz="2000" dirty="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/>
          <p:cNvSpPr txBox="1">
            <a:spLocks/>
          </p:cNvSpPr>
          <p:nvPr/>
        </p:nvSpPr>
        <p:spPr>
          <a:xfrm>
            <a:off x="149225" y="140715"/>
            <a:ext cx="669480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2800" spc="-10" dirty="0" smtClean="0">
                <a:solidFill>
                  <a:srgbClr val="FF0000"/>
                </a:solidFill>
              </a:rPr>
              <a:t>EXAMPLE</a:t>
            </a:r>
            <a:endParaRPr lang="en-US" sz="2800" spc="-10" dirty="0">
              <a:solidFill>
                <a:srgbClr val="FF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310" b="19230"/>
          <a:stretch/>
        </p:blipFill>
        <p:spPr>
          <a:xfrm>
            <a:off x="-22698" y="990600"/>
            <a:ext cx="9144000" cy="2324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053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1809" y="1662412"/>
            <a:ext cx="7209312" cy="423045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91180" y="1609344"/>
            <a:ext cx="6159500" cy="2463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94005" algn="l"/>
              </a:tabLst>
            </a:pPr>
            <a:r>
              <a:rPr sz="3200" spc="-20" dirty="0">
                <a:solidFill>
                  <a:srgbClr val="FF0000"/>
                </a:solidFill>
                <a:latin typeface="Calibri"/>
                <a:cs typeface="Calibri"/>
              </a:rPr>
              <a:t>Concatenation</a:t>
            </a:r>
            <a:r>
              <a:rPr sz="3200" spc="-7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0000"/>
                </a:solidFill>
                <a:latin typeface="Calibri"/>
                <a:cs typeface="Calibri"/>
              </a:rPr>
              <a:t>of</a:t>
            </a:r>
            <a:r>
              <a:rPr sz="32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0000"/>
                </a:solidFill>
                <a:latin typeface="Calibri"/>
                <a:cs typeface="Calibri"/>
              </a:rPr>
              <a:t>R</a:t>
            </a:r>
            <a:r>
              <a:rPr sz="32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0000"/>
                </a:solidFill>
                <a:latin typeface="Calibri"/>
                <a:cs typeface="Calibri"/>
              </a:rPr>
              <a:t>with</a:t>
            </a:r>
            <a:r>
              <a:rPr sz="32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spc="-300" dirty="0">
                <a:solidFill>
                  <a:srgbClr val="FF0000"/>
                </a:solidFill>
                <a:latin typeface="Microsoft Sans Serif"/>
                <a:cs typeface="Microsoft Sans Serif"/>
              </a:rPr>
              <a:t>Ф</a:t>
            </a:r>
            <a:r>
              <a:rPr sz="3200" spc="-130" dirty="0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sz="3200" spc="-10" dirty="0">
                <a:solidFill>
                  <a:srgbClr val="FF0000"/>
                </a:solidFill>
                <a:latin typeface="Calibri"/>
                <a:cs typeface="Calibri"/>
              </a:rPr>
              <a:t>outputs</a:t>
            </a:r>
            <a:r>
              <a:rPr sz="3200" spc="-10" dirty="0">
                <a:latin typeface="Calibri"/>
                <a:cs typeface="Calibri"/>
              </a:rPr>
              <a:t>:</a:t>
            </a:r>
            <a:endParaRPr sz="3200" dirty="0">
              <a:latin typeface="Calibri"/>
              <a:cs typeface="Calibri"/>
            </a:endParaRPr>
          </a:p>
          <a:p>
            <a:pPr marL="702945" lvl="1" indent="-408305">
              <a:lnSpc>
                <a:spcPct val="100000"/>
              </a:lnSpc>
              <a:buAutoNum type="alphaLcParenR"/>
              <a:tabLst>
                <a:tab pos="702945" algn="l"/>
              </a:tabLst>
            </a:pPr>
            <a:r>
              <a:rPr sz="3200" spc="-50" dirty="0">
                <a:latin typeface="Calibri"/>
                <a:cs typeface="Calibri"/>
              </a:rPr>
              <a:t>R</a:t>
            </a:r>
            <a:endParaRPr sz="3200" dirty="0">
              <a:latin typeface="Calibri"/>
              <a:cs typeface="Calibri"/>
            </a:endParaRPr>
          </a:p>
          <a:p>
            <a:pPr marL="721995" lvl="1" indent="-427355">
              <a:lnSpc>
                <a:spcPct val="100000"/>
              </a:lnSpc>
              <a:buFont typeface="Calibri"/>
              <a:buAutoNum type="alphaLcParenR"/>
              <a:tabLst>
                <a:tab pos="721995" algn="l"/>
              </a:tabLst>
            </a:pPr>
            <a:r>
              <a:rPr sz="3200" spc="-350" dirty="0">
                <a:latin typeface="Microsoft Sans Serif"/>
                <a:cs typeface="Microsoft Sans Serif"/>
              </a:rPr>
              <a:t>Ф</a:t>
            </a:r>
            <a:endParaRPr sz="3200" dirty="0">
              <a:latin typeface="Microsoft Sans Serif"/>
              <a:cs typeface="Microsoft Sans Serif"/>
            </a:endParaRPr>
          </a:p>
          <a:p>
            <a:pPr marL="680085" lvl="1" indent="-385445">
              <a:lnSpc>
                <a:spcPct val="100000"/>
              </a:lnSpc>
              <a:buAutoNum type="alphaLcParenR"/>
              <a:tabLst>
                <a:tab pos="680085" algn="l"/>
              </a:tabLst>
            </a:pPr>
            <a:r>
              <a:rPr sz="3200" spc="-25" dirty="0">
                <a:latin typeface="Calibri"/>
                <a:cs typeface="Calibri"/>
              </a:rPr>
              <a:t>R.</a:t>
            </a:r>
            <a:r>
              <a:rPr sz="3200" spc="-25" dirty="0">
                <a:latin typeface="Microsoft Sans Serif"/>
                <a:cs typeface="Microsoft Sans Serif"/>
              </a:rPr>
              <a:t>Ф</a:t>
            </a:r>
            <a:endParaRPr sz="3200" dirty="0">
              <a:latin typeface="Microsoft Sans Serif"/>
              <a:cs typeface="Microsoft Sans Serif"/>
            </a:endParaRPr>
          </a:p>
          <a:p>
            <a:pPr marL="721995" lvl="1" indent="-427355">
              <a:lnSpc>
                <a:spcPct val="100000"/>
              </a:lnSpc>
              <a:buAutoNum type="alphaLcParenR"/>
              <a:tabLst>
                <a:tab pos="721995" algn="l"/>
              </a:tabLst>
            </a:pPr>
            <a:r>
              <a:rPr sz="3200" dirty="0">
                <a:latin typeface="Calibri"/>
                <a:cs typeface="Calibri"/>
              </a:rPr>
              <a:t>None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mentioned</a:t>
            </a:r>
            <a:endParaRPr sz="3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700" y="74612"/>
            <a:ext cx="7953374" cy="58102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1486012"/>
            <a:ext cx="7930497" cy="88888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7200" y="3124200"/>
            <a:ext cx="8153399" cy="342899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4772" y="1760494"/>
            <a:ext cx="7231814" cy="409447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7266" y="2743200"/>
            <a:ext cx="7481454" cy="238054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50834" y="2049162"/>
            <a:ext cx="5541081" cy="381946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192</TotalTime>
  <Words>357</Words>
  <Application>Microsoft Office PowerPoint</Application>
  <PresentationFormat>On-screen Show (4:3)</PresentationFormat>
  <Paragraphs>61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CSE322 Regular Expressions and</vt:lpstr>
      <vt:lpstr>Regular Expressions</vt:lpstr>
      <vt:lpstr>Definitions</vt:lpstr>
      <vt:lpstr>Questions</vt:lpstr>
      <vt:lpstr>Problem</vt:lpstr>
      <vt:lpstr>PowerPoint Presentation</vt:lpstr>
      <vt:lpstr>IDENTITIES FOR REGULAR EXPRESSIONS</vt:lpstr>
      <vt:lpstr>ARDEN’S THEORM</vt:lpstr>
      <vt:lpstr>PROOF</vt:lpstr>
      <vt:lpstr>PROBLEM </vt:lpstr>
      <vt:lpstr>TRANSITION SYSTEM CONTAINING Λ -MOVES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CSE322_Lecture 7.ppt</dc:title>
  <dc:creator>Anjum wani</dc:creator>
  <cp:lastModifiedBy>LENOVO</cp:lastModifiedBy>
  <cp:revision>19</cp:revision>
  <dcterms:created xsi:type="dcterms:W3CDTF">2025-08-29T17:50:02Z</dcterms:created>
  <dcterms:modified xsi:type="dcterms:W3CDTF">2025-09-08T19:15:07Z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2025-08-29T00:00:00Z</vt:filetime>
  </property>
  <property fmtid="{D5CDD505-2E9C-101B-9397-08002B2CF9AE}" pid="3" name="Creator">
    <vt:lpwstr>Google</vt:lpwstr>
  </property>
  <property fmtid="{D5CDD505-2E9C-101B-9397-08002B2CF9AE}" pid="4" name="LastSaved">
    <vt:filetime>2025-08-29T00:00:00Z</vt:filetime>
  </property>
</Properties>
</file>