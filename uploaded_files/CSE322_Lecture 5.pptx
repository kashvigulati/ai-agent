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1"/>
  </p:notesMasterIdLst>
  <p:sldIdLst>
    <p:sldId id="256" r:id="rId3"/>
    <p:sldId id="412" r:id="rId4"/>
    <p:sldId id="413" r:id="rId5"/>
    <p:sldId id="414" r:id="rId6"/>
    <p:sldId id="268" r:id="rId7"/>
    <p:sldId id="415" r:id="rId8"/>
    <p:sldId id="272" r:id="rId9"/>
    <p:sldId id="273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72" y="-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20400" units="cm"/>
          <inkml:channel name="F" type="integer" max="4095" units="dev"/>
        </inkml:traceFormat>
        <inkml:channelProperties>
          <inkml:channelProperty channel="X" name="resolution" value="1259.84253" units="1/cm"/>
          <inkml:channelProperty channel="Y" name="resolution" value="1285.44421" units="1/cm"/>
          <inkml:channelProperty channel="F" name="resolution" value="0" units="1/dev"/>
        </inkml:channelProperties>
      </inkml:inkSource>
      <inkml:timestamp xml:id="ts0" timeString="2025-09-08T19:16:39.921"/>
    </inkml:context>
    <inkml:brush xml:id="br0">
      <inkml:brushProperty name="width" value="0.05292" units="cm"/>
      <inkml:brushProperty name="height" value="0.05292" units="cm"/>
      <inkml:brushProperty name="color" value="#548DD4"/>
    </inkml:brush>
    <inkml:brush xml:id="br1">
      <inkml:brushProperty name="width" value="0.05292" units="cm"/>
      <inkml:brushProperty name="height" value="0.05292" units="cm"/>
      <inkml:brushProperty name="color" value="#D99694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843 7194 0,'0'-3'154,"-1"0"135,-1-1-46,1 0-50,0 0-50,1 1-26,-1-1-17,-1 1-5,2-1-3,0 2 0,0 0 0,0-2 2,-1 2 1,1 0-1,0 1 1,0-1-4,0-1-4,0 2-3,0-1-3,0 0-6,0 1-5,0 0-3,0 1-2,0 0 0,0 0-1,0 0 2,0 0 1,0 0-3,0 2-1,0 0-1,0 1-2,0 0-1,1 1-1,-1 1 0,2 0-1,-2 2-1,0 0-1,0 2-3,0 0-5,0 1-5,0 2-8,-2-1-4,1 1-1,0 1-3,1 1-3,-3 1-2,2 0 1,-1 1-2,-2 1-2,3 0-1,-2 0-2,2 2-1,-1-1-1,-1 1 0,2 0-1,-2 1 0,2 0-2,-3-2 0,2 1 2,1-1-4,-1 0-1,1 0 0,0-1 0,1-2-2,0 1 0,0-3 0,0 0 0,0 0-1,1-1 0,0-1-1,1-1 1,-1 0-1,1-2 1,2 0 2,-3 0 0,3-2 1,-1 0 1,-1 0 0,2-2-2,1 1-1,-2-1 1,1-1 0,1 0 0,1 0 0,-1-1 0,2 0-1,0 0-1,-1-2 1,2 1-1,-1 0 0,2-1-3,-1 0 2,0 0 1,3-1 0,-2 0-2,1 1 1,-1 0 1,0-3-1,1 2 2,1-2 0,-2 1-1,1 0 0,0 0-3,-1 1 1,-2-1-1,2 1 0,-3-2-2,1 2 2,-1-1 0,-1 1 0,-2 0 2,2 0-2,-1 1-2,-2-2-2,1 2-3,-2-1-2,2 1-6,-1 0-6,-2 0-9,0 0-15,0 0-20,0 0-31,0 0-35,0 0-31,0 0-30,0 0-23,0 0-20,0 0-22,0 0-21,0 0-49,0 0-60,0 0-43,0 0-35,0 0-5,0 0 114</inkml:trace>
  <inkml:trace contextRef="#ctx0" brushRef="#br0" timeOffset="233.0076">1244 7524 0,'-4'-3'306,"2"1"24,1-1-35,-1 2-54,1-1-63,1 0-34,-1 0-21,0 0-11,1 2-6,0-2-7,0 1-5,0 1-11,0 0-10,0 0-11,0 0-9,0 0-8,0 0-8,0 0-9,0-1-10,0 1-14,0-1-15,0 1-17,1-2-17,0 2-18,-1 0-16,0-1-17,0 1-12,0 0-24,0 0-29,0 0-60,3 0-76,-1 0-46,3 0-32,-3-2-9,1 1 296</inkml:trace>
  <inkml:trace contextRef="#ctx0" brushRef="#br0" timeOffset="530.9979">1670 7234 0,'0'-6'239,"0"0"104,0 1-12,0-1-51,0 0-69,0 1-36,0-1-20,0 3-11,0-2-4,0 2-4,0-3-5,0 4-8,0-1-7,0 0-10,0 1-11,0 1-7,0 1-10,0 0-6,0 0-7,0 0-4,0 2-1,0 1-2,0 1 0,0 1 2,0 1 3,0 2 2,1 1 3,1-1 1,-1 0-3,0 4-3,-1-1-6,1 0-6,2 3-7,-2-3-5,-1 3-6,1 0-4,0 0-4,1 0-4,-1 0-5,-1 2-4,0-2 1,0 1-4,0 0-1,0 0 0,0 0 1,0 0-1,0 1-1,0-3-1,0 1-4,0 1-1,0-2-3,0-1-4,0 1-5,0-3-10,0 2-11,0-2-18,0 0-20,0-1-26,0 0-25,0-2-26,0 0-24,0-1-20,1-1-18,0 0-13,1-2-13,-1 1-15,-1-3-14,0-1-19,0 0-19,0 0-29,1-1-32,1-3-13,-1 1 12</inkml:trace>
  <inkml:trace contextRef="#ctx0" brushRef="#br0" timeOffset="941.0066">1709 7458 0,'0'-1'231,"0"-1"56,0 0-50,0 1-52,0 1-51,0-2-33,0 1-26,0 0-14,0 1-8,0 0-7,0 0-4,0 0-3,1-2 1,0 1-3,0 0-5,3 1-3,0-3-3,-1 2-3,3-3-4,1 1-2,-1 1-4,0-2-1,3 0-2,1-1-1,0 2 0,-1-4-1,2 1 0,0 0 1,-1-1 2,1 1 2,-1-1 3,0 0 3,0-1 4,1 1 5,0 0 4,-2-1 5,2 0 3,-3 1 5,0 0 5,1-1 7,-2 1 6,1-1 7,-2 1 6,0-2 4,0 3 6,0-2 3,0 1 2,-3 0 2,1-1 1,0 0 2,-2 1 1,2-1-1,-2 3-1,1-1-4,-3-1-6,1 0-3,0 2-5,-1-1-6,0 0-4,0 1-3,0 0-3,0 0-1,0 1-3,-1-2 0,0 3-2,1 0-1,-1-1-4,-1 0-2,1 1-4,0 1-2,1-1-2,-2 0-3,2 2-4,-2-1-5,1 0-4,0 1-4,1 1-6,0 0-2,0 1-4,-1 1-3,-1-1-2,1 1 0,1 4 0,-2-4 0,-1 4 1,2-1 0,-2 1 0,1 2 0,0 0-1,0 0 2,1 2 1,1 0 0,-1 0 0,-1 2 0,2-2 0,0 4 1,0-3-1,2 3-1,-1-3 1,-1 4-1,1-1 0,2 1 1,-2-1 1,3 1 0,-2 0-1,-1 0-1,2 0 0,-2 0-2,2 1 1,-2-2 0,3 2 0,-2-2 0,0 1-2,1-1 0,-2 1 1,2-2-1,-2 1-2,2 0-2,-1-2-1,-1 0 0,3-1-3,-3 1-8,0-2-8,1 0-13,-1 0-13,0-2-18,-1 1-17,1-1-29,1-1-33,-1-1-33,-1 0-31,1-1-27,0-2-22,1 1-23,0-1-24,-2 0-41,0-3-48,0 0-42,0 0-38,0 0-8,2-2 5</inkml:trace>
  <inkml:trace contextRef="#ctx0" brushRef="#br0" timeOffset="1129.9913">2275 7463 298,'4'-1'383,"-2"0"-33,-1 0-52,2 1-49,-2 0-44,-1 0-22,1 0-12,-1 0-4,0 0-2,0 0-5,0 0-5,0 0-8,0 0-9,0 0-11,0 0-12,0 0-16,2 0-16,-1 0-16,-1 0-15,1 0-17,0 0-14,1 0-21,0 0-24,-2 0-29,1 0-33,0-2-33,1 2-32,-1-1-25,-1 1-26,0 0-29,3 0-34,-1 0-70,2-2-85,-2 1-37,3 0-12,0 1 1,-1 0 256</inkml:trace>
  <inkml:trace contextRef="#ctx0" brushRef="#br0" timeOffset="1666.1588">2851 7420 0,'10'-7'192,"-2"0"180,-2-1 9,3-1-48,-2-1-71,0 1-31,1-1-17,-1 1-2,1-1 3,-2 0 6,0-1 8,-1 1 1,0 1-3,1 0-8,-2-1-12,1 1-14,-2 0-17,-1 1-20,2-1-23,-3 1-18,0 1-18,-1 0-15,0-1-13,0 1-15,-1 0-12,1 2-10,-1-1-6,-3 2-6,3-1-4,-3 1-5,2 1-4,-2 2-2,-1-2-1,0 0-3,-1 3 1,-2 0-1,2 0-2,0 0 0,-3 3 0,2 0-1,-2-1-2,0 2 2,1 1 1,-1 0 0,-1 2 0,1 0 1,-1 1 1,2 0-2,-2 2-1,1-1 1,-2 1 0,2 0 0,1 0 0,0 1-1,-2 0 1,4-1 0,-3 0-3,3 0 1,1 0 3,0 1-2,0-2 1,1 0 0,2 1 0,-1-2 0,2 0 0,0 1 1,1-2 1,1 1 0,0-1 1,2 0 0,-1-1-1,2 1 1,2-1 0,-1-1 0,2 1-1,1-1 1,0 0 0,0-1 1,1 0-1,2 0 1,-2 1-1,2-1-1,-1-2 1,1 2-1,-1-1 0,0 1 0,1-3 0,-1 2-1,1 1 0,-1-2 0,0 1-2,-1 0 1,2-1 0,-1 1 0,-3 1 0,1 0 0,2-2 1,-4 2 0,3 0 1,-3 0 0,3-1-1,-3 2 1,0 0 0,0-1 1,-1 3 0,0-2 0,0 2 0,0-1-1,0 1 0,-2-1-1,-1 1 2,1 2 0,-1-2 0,-2 0-1,0 1 1,-2 0 0,-1 1-1,1-1 0,-2 1 0,0-1 0,-3 1 2,-1 2 0,2-3 0,-4 1 1,1 0-1,-2-1 1,0 1 0,-1-1 0,-2-1 1,2 2-1,-2-3 0,0 1 0,1-2 2,-1 2-2,-1-3 0,2 0-1,0 0-1,-1-2 1,3 1-1,-3-1 1,2 0-1,2-2-1,-1 0-1,0 0-1,2 0 0,-1-2-5,3 0-6,-2 0-6,1 0-9,2-1-13,0 1-19,1-2-19,0 0-20,-1-1-37,2 2-44,2-2-40,-1-2-38,2 2-34,1-4-33,2 2-60,1-1-73,2-2-44,1 0-30,2-1-5,1-1 8</inkml:trace>
  <inkml:trace contextRef="#ctx0" brushRef="#br0" timeOffset="2038.0435">3577 7390 257,'-3'1'288,"3"1"-47,-1-1-60,0 0-43,-1 0-38,1 1-16,1-2-8,0 1-3,0-1 1,0 1 1,0-1 4,0 0 2,0 1 3,0-1 2,0 1 2,1 0 1,1 0 0,-1 1 0,0 0 0,0 0 0,2 0-1,-2 1-2,4-3-1,-3 3-4,1-2-3,1 1-6,-2 0-3,2 0-5,2 0-4,-2 0-3,0 0-6,-1-2-4,3 1-9,0 0-4,-1 1-7,1-2-5,0 1-5,-1 0-2,2-1-4,0 0-1,-1 0 0,1 0-4,-2 0-4,1 0-6,2 0-10,-3-1-15,0 0-19,0 1-23,-2-2-25,1 0-26,0 0-23,-1 1-20,-1 0-17,2-1-24,-2 1-24,-1 0-38,-1 1-44,0 0-50,0 0-52,0 0-10,0 0 36</inkml:trace>
  <inkml:trace contextRef="#ctx0" brushRef="#br0" timeOffset="2273.0617">3557 7564 70,'-1'4'320,"1"-1"-33,0 1-51,0 0-40,1-2-34,0 1-13,0 0-5,2-1 6,-2 1 10,4 1 7,-3-2 6,2 0 5,0 1 4,2-2 0,-1 1-2,0 0-3,1-1-6,2 0-8,-2 1-12,0-1-11,2-1-14,-2 0-14,1 1-18,-2-1-11,1 0-9,2 0-10,-2 2-11,-1-2-8,2 0-7,0 0-6,-2 0-9,1 0-6,-1 0-8,0 0-5,1 0-8,-1-2-14,0 1-13,-1 1-25,1 0-26,-2 0-42,1 0-50,1-1-44,0-1-42,-3 1-80,1 0-100,-2 1-51,0-3-32,1 2-11,-2-2-4,0 3 6,0-2 385</inkml:trace>
  <inkml:trace contextRef="#ctx0" brushRef="#br0" timeOffset="2938.1052">4849 6897 0,'-2'-3'88,"1"2"260,0-1 7,-2 0-52,1 0-80,-2 1-51,0 0-39,1 0-17,-1 1-5,0 0 3,-2 1 6,1 1 3,-1 0 2,-3 2 1,3-2 0,-4 4 0,2-1 3,1 1-2,-3 2-2,-1 0-5,2 1-5,-1 4-5,0-2-3,0 1-6,2 1-5,-2 1-2,1 1-1,-1 0-5,3 2-5,-2 1-5,3 1-4,-1-1-6,1 2-4,1 1-4,2-1-2,-1 1-3,-1 0-3,3 1-5,-1-1-6,2 1-6,0 0-5,1 0-4,0-2-2,1 2-3,0-1-2,2 1-2,-1-2 0,4 1-3,-2-1 0,1-1-2,1 1-1,0-4-2,2 2-1,-1-1-1,2-1-1,0 1 0,-2-3-2,4 1-2,-2-2-3,1 0-7,-1-1-7,0-1-12,0-1-15,1 1-18,0-1-20,0-2-38,0-1-45,1 0-45,0 1-45,-1-4-47,1 1-50,-1-1-70,2-2-80,-1 0-34,-1-2-17,2-2 3,-2 0 7</inkml:trace>
  <inkml:trace contextRef="#ctx0" brushRef="#br0" timeOffset="3225.0792">5262 7163 0,'0'-7'111,"-2"0"294,-1 1 19,2 0-19,-2 2-36,1-2-61,1 3-71,0-1-36,-1 1-19,1 0-10,1-1-3,-1 3-8,-1-1-7,2 2-12,0-2-13,0 2-15,0 0-12,0 0-10,-1 2-9,0 0-5,1 1-7,-1 1-3,-1 1-4,1 1-3,1 2-2,-1 1-1,0-1-1,-2 3-4,2 1-5,1-1-6,0 3-7,0 0-6,0 0-2,0 2-6,0 0-5,1 0-2,2 1 0,-2 0-2,0 1-4,2-1-1,-2 2 0,1-2-3,1 0-1,-2 0-2,2-1 2,-2 1-1,3 0-3,-2-3-1,-1 1-2,1-1-8,-1-1-10,0 0-13,0-1-14,1-1-24,0 2-22,-2-4-37,4 0-40,-3 0-36,1-2-34,1 1-32,-2-4-31,3 1-62,-1-1-74,-1-2-43,4 0-30,-2-2-6,1 0 6</inkml:trace>
  <inkml:trace contextRef="#ctx0" brushRef="#br0" timeOffset="3488.06">5595 7385 0,'4'0'145,"-2"0"215,1 0 10,-1 0-51,-1 0-79,2 0-45,-2 1-28,2 0-10,-1-1-2,0 2 1,1-2 1,1 1 0,-2 0 2,2 1-1,1-2-1,-1 2-3,1 1-5,0-3-5,2 1-10,-2 0-11,4 0-15,-2-1-15,2 1-13,2 0-11,0 0-8,-1 1-6,3-2-6,0 0-6,-1 0-7,1 0-6,2 0-6,-1 0-3,-1-2-3,2 1-5,0 0-3,0 0-3,-1 0-2,-3-1-4,3 0-5,-2 0-9,-2 1-11,0-2-13,-1 2-12,-1-1-21,0 0-26,-2 0-32,0 0-37,-1 0-27,0 0-25,1-1-20,-2 2-18,-2-3-19,1 1-19,1 1-27,-3-2-30,1 1-45,0-1-50,-2 0-8,-2 0 12</inkml:trace>
  <inkml:trace contextRef="#ctx0" brushRef="#br0" timeOffset="3709.0822">5878 7235 287,'-2'-2'348,"-1"-1"-39,1 1-58,-2 0-48,3 1-45,-2-2-23,2 0-14,1 2-4,-1 1 2,0-1 4,-1 1 7,2 0 3,0 0 1,-1 0-3,1 1-4,0 0-2,0 2-2,0 1-1,0 1 0,0 0-1,0 1 2,0 0-4,0 2-5,0 0-9,0 2-9,1 0-12,1-1-11,-1 3-8,0-1-7,0 0-8,2 1-6,-2 0-6,0 1-5,3-1-5,-3-1-5,-1 2-6,3-1-4,-1 0-10,-1 0-7,1 0-15,-1-2-14,-1 2-20,1 0-22,0-3-34,3 2-42,-3-2-36,2 0-35,-2-1-32,2 1-32,-1-2-65,2 2-79,1-4-48,0 1-33,1 0-6,1-4 6</inkml:trace>
  <inkml:trace contextRef="#ctx0" brushRef="#br0" timeOffset="4120.0867">6575 7277 11,'0'-9'420,"0"0"23,0 0 20,-1-1-57,0 2-91,-1-1-49,1 1-28,1 1-7,-1 0-2,-2 0-5,2 2-8,-2-1-12,1 0-16,0 4-21,-1-4-24,1 3-23,-1 0-20,-1 1-15,2 0-11,-3 1-10,1 1-9,0 1-13,1 1-9,-2 0-7,-1 2-4,1 2-1,-2 1 0,0 2-1,2 0 0,-1 2 1,-2 1 0,2 1 0,0 1 0,0 1-2,-1 0-1,0 2-2,2 2-2,0-2-2,1 3-1,1-2-1,-1 0-1,3 1-1,-1 0-1,1 0-1,1-3-1,1 1-1,2 0-1,-1 0 0,3-3-2,-1 2 1,1-3 0,4 0 0,-2-1-1,2-2 1,1 0-1,1-1 0,-1-3-1,4 1 0,-1-2 0,1-2 0,1 1 0,0-3 0,0-1 1,-1-1 0,0-1 1,1 0-1,0-2 0,1 0 0,-1-3 1,-1 1-1,-3-3 1,3 1-1,-2-3 0,-2 1 1,0-3-1,-4-2 1,0 1-1,0-2 0,-2-2-2,0-1 0,-4 1 1,0-4 0,0 2-1,-4-2 1,0 0 0,-2 0 0,0 2 1,0 0 1,-4-1-1,1 3 0,-2 0-2,0 1 0,1 1 0,-2 3-1,0 0 0,1 3-5,-1 0-2,0 1-8,0 3-6,1-1-11,0 3-12,-2 0-16,1 2-20,2 2-25,-1 0-30,1 1-38,0 1-43,1 1-35,2 2-29,1 1-40,1 0-46,0 2-63,2-1-70,2 0-27,2 1-5,2 1 8,2 1 61</inkml:trace>
  <inkml:trace contextRef="#ctx0" brushRef="#br0" timeOffset="4515.1096">7244 7265 0,'3'-9'335,"1"0"90,-3 1 22,0 1-50,-1 0-82,-1-1-50,0 1-35,-3 1-15,3 2-6,-2-2-4,1 2-4,-1 0-8,-2 1-11,0-1-13,0 1-19,-1 2-19,0 1-18,0-2-15,-2 2-11,1 2-10,-2-2-12,0 2-6,2 4-9,-3-3-6,0 2-8,0 1-6,1 1-5,0 2-4,0 0 0,-1 2-2,1 0-1,-2 1 1,3 1-3,0 2 0,-1-1 1,2 2-3,0 1 0,2-1-2,-1 1-2,3 0 0,0 0-1,1 0-1,0-1-1,4-1 0,0 1-1,1-1-1,0 0 1,3 0-1,1-3 0,1 1-1,1-3 1,2 2 0,1-4-1,1 1 0,1-1 1,1-2-2,0 0 1,1-1-1,0-3 1,1-1-2,1 0 0,-1-1 0,-1-1 0,0-1-1,0-2-1,1-1 2,-4 0 1,2-2-1,0 1 0,-3-3 0,0-1-1,0 0 1,-2-3 0,0 0 0,-1 0 0,-3-3-1,-1 0-1,-1-2 1,-1-1 0,0 1 0,-3-4-1,-2 2 1,0-1-1,-2 1 1,-1 2-1,-1-1 0,-1 2-1,-2 0 0,-1 3 0,0 1-1,-1 1-1,-1 1-3,-1 3-2,-1-1-6,0 4-7,-1-1-10,1 2-12,-1 1-16,0 2-22,-1 1-33,1 1-41,4 0-42,-1 3-44,2 0-33,2 0-33,1 0-64,1 1-80,3 0-49,1 0-33,2-2-11,2 3 3,2-4 15,3 4 457</inkml:trace>
  <inkml:trace contextRef="#ctx0" brushRef="#br0" timeOffset="4751.6344">7777 7051 0,'5'-9'339,"-1"1"85,0 0 19,-1 0-50,0 2-82,-2-1-53,0 2-39,1-1-17,-1 2-5,0 0-8,-1 0-7,0 1-9,0 2-11,-1 0-14,0-1-13,-1 2-14,1 2-14,-1-1-12,-2 0-10,0 5-10,2-3-9,-2 3-8,0 1-7,-2 1-5,2 3-4,2-1-6,-2 2-7,2 1-5,-2 0-6,0 1-5,2 1-6,-1 0-1,2 0-5,-2 2-3,2-1-7,1-1-8,-1 1-9,1 1-12,0-2-13,0 1-15,0 0-14,1-1-23,-1-1-23,1-1-28,1 0-27,-1-1-22,0 0-21,-1-3-13,1-1-9,1 0-8,-1-1-10,-1 0-18,0-3-25,0 0-39,0 0-47,0-4-17,0 0-5</inkml:trace>
  <inkml:trace contextRef="#ctx0" brushRef="#br0" timeOffset="5070.1184">7679 7156 208,'-1'-5'338,"1"1"-43,-1 1-64,-1 0-55,2 0-52,0 0-27,0 2-17,2 0-5,-1 1-1,0-2-1,2 1 3,0 0-2,1-1-1,1 2-3,1-1-2,3 0-2,-2 0 0,3-1-1,0 0-1,3 1-2,-1-2-4,2 0-2,-3 0-7,3 0-2,-1 0-6,-1-1-2,1 0 2,-1 0 3,0 0 5,0-1 5,-2 0 3,0 1 4,0-2 2,-3 3 1,2-2 4,-1-1 0,-1 0 0,-1 1 2,-1-1 3,0 1-1,-1-1-1,2 0-2,-3 1-3,-1-1-1,-1 1-2,1-1-1,-1 0-2,-1 2-4,0-1 0,-1 1-4,-1 2-5,1-4-4,-1 4-5,-1-1-5,1 1-4,-2 1-4,-1 1-4,1 0-4,-1 0-5,-2 2-2,-1 1-4,2 0-2,-4 3-1,3-4 0,-3 5-1,1-1 0,-2 1 0,0 0-1,1 2-2,-1-1 1,-2 1 1,2 0-1,0 0 1,1 1-5,-3-2-7,2 2-9,1 1-9,-1-1-13,2-2-13,0 2-23,1-1-28,-2 0-31,4 0-31,-3-2-25,3 1-24,1-1-17,0-1-14,0-1-10,3 1-9,-1-3-15,1 1-16,0-2-23,2-2-24,0 0-26,0 0-26,3-1 7,-2 0 345</inkml:trace>
  <inkml:trace contextRef="#ctx0" brushRef="#br0" timeOffset="5246.1061">7750 7054 0,'2'-7'223,"1"0"100,-1 1-31,1 0-46,-2 1-51,0 0-39,1 2-33,-1-1-15,0 1-7,-1 1 1,1 1 5,1 0 4,-1 0 7,-1 1 3,1 1 3,-1 0 1,1 0-2,2 2 0,-2 1-2,0 1-2,2 0-3,-2 2-8,3-1-7,-2 1-11,2 1-11,0 1-14,-1-1-13,1 1-12,1 1-10,0-1-8,-1 0-9,-1 2-11,1-1-15,0-1-21,2 3-23,-1-3-25,0 1-25,1-1-26,-1-1-24,0 0-23,0 1-20,1-1-36,1-1-44,0 0-68,-2-1-78,3 0-31,0-1-9,0 0 11,0-2 307</inkml:trace>
  <inkml:trace contextRef="#ctx0" brushRef="#br0" timeOffset="5511.1203">8326 7023 0,'0'-10'101,"0"2"305,0 1 22,-1 1-23,1-1-44,-1 1-57,-1 2-62,1-1-32,1 1-14,-1 1-11,0 0-4,-2-1-9,3 1-10,-1 1-10,1 2-9,0-1-11,0 1-13,0 1-10,0 0-11,-1 1-8,0 4-4,-1-1-5,1 1-2,1 2-3,0 1-2,0 2-1,-1-1-4,1 2-5,0 1-9,0 3-6,0-1-7,0 2-5,1 0-5,-1 0-2,1 1-3,1 2-2,0 1-3,-1-3-3,3 3-2,-3-1-3,2 1-1,-2-1-2,1 0-1,1 1-3,-2-2 0,2 0-3,-2 0-2,3-2-4,-2 1-2,-1-1-5,1-1-8,-1 0-9,0-3-9,-1 0-15,1-1-17,-1 0-18,0-2-19,0 1-35,0-2-41,0-1-42,0 1-42,0-5-35,0 1-30,2-1-60,-1 0-75,0-4-41,-1 0-26,3-1-3,1-3 9</inkml:trace>
  <inkml:trace contextRef="#ctx0" brushRef="#br0" timeOffset="5830.1379">8669 6825 299,'3'-8'458,"-1"0"20,-1 1 16,2-1-65,-2 2-100,3-1-50,-2 2-25,-1-2-12,2 3-4,-2 0-12,2-1-14,-1 3-20,-1 0-21,3 0-21,0 0-22,-2 2-15,2 0-14,1 2-11,1 0-13,-1 0-8,1 2-6,3 2-6,-3-1-5,3 4-4,-2-1-6,1 0-3,2 4-5,-3-1-2,2 0-4,0 3-3,-1 1-3,1 2-1,0 2 0,-2-2-1,2 4 0,-3 0-2,2 2-1,-1 0 1,-1 0 0,2 3-1,-3-1-1,0 0 0,-2 2 0,1-2 0,0 1 0,-3-1-1,2 0-3,-2 0 0,-1-1-1,-1-1-2,-2 0 1,0 0-1,1-2-1,-3 1-1,0-2-1,-1 1 0,-3-4-2,3 1-2,-4-1-3,1-1-7,0 0-6,-2-1-7,0 0-10,-1-2-13,2-1-13,-2-2-16,0 1-18,1-1-23,-1-1-26,1-1-48,-2 1-59,2-2-54,2 1-49,1-5-81,0 2-92,1-3-42,-2 0-17,4-1 0,0-2 7,0-1 13,0-2 360</inkml:trace>
  <inkml:trace contextRef="#ctx0" brushRef="#br0" timeOffset="6432.1537">9382 7190 111,'-5'-2'356,"1"0"-25,-1 0-44,2 1-45,-1-2-48,0 2-20,-1-1-8,3 2-2,-2-1 2,1 0 1,1 1-3,-1 0-3,2-2-4,-1 2-7,-1 0-6,2 0-10,1 0-11,0 0-12,0 0-11,0 0-12,0 0-11,0 0-8,1 0-8,3 2-4,-2-2-4,1 0-2,2 1-2,0 0-5,1-1-4,2 2-4,0-1-3,1-1-3,2 0-4,-1 0-4,1 0-4,3 0-4,-3 0-5,3 0-5,-2 0-5,1 0-9,-1 0-12,0 0-11,0 0-14,0 0-22,-1 0-28,-2 0-35,2 0-39,-2 0-32,-1 0-29,0 0-32,2 0-32,-4-1-63,2-1-76,-1 0-38,-2 0-23,0-2-2,0 2 8</inkml:trace>
  <inkml:trace contextRef="#ctx0" brushRef="#br0" timeOffset="6685.0969">9500 7057 0,'-4'-4'257,"3"1"83,0 1-9,0 1-55,-1-1-79,1 0-41,1 1-26,0 0-4,0 1 9,0 0 9,0 0 10,0 0 5,0 0 3,0 1 3,1 0 2,1 2 4,-1-2 3,0 2-2,-1 0-2,1 1-10,2-1-11,-2 2-15,0 0-17,-1 1-14,1 0-16,-1 0-8,0-1-9,0 4-7,0-2-7,0 1-9,0 0-9,0 0-7,2 2-5,-1-1-4,0 1-2,-1 1-3,1 0-4,1-1-1,-2 2-1,1 0-2,-1-2-3,1 2-4,0-1-6,1-1-7,-1 2-8,-1-1-12,2-2-14,0 1-14,-1 1-16,0-3-26,-1 1-32,1 0-38,2-2-40,-2 2-33,3-4-30,-2 2-49,3-2-56,0 0-60,-1-1-58,3-1-19,0-1-1,0-2 7,0 0 211</inkml:trace>
  <inkml:trace contextRef="#ctx0" brushRef="#br0" timeOffset="7033.9498">10399 6868 36,'5'-6'447,"1"-1"21,-2 1 16,0 0-43,-2 0-68,3 1-58,-4-1-52,2 2-26,-2-1-14,1-1-8,-1 4-7,-1-4-16,0 3-18,0-1-24,-1 2-27,-1-2-19,1 2-14,0 0-13,-2 0-10,2 1-10,-4-1-11,3 2-8,-1 0-8,-2 2-4,-1 0-3,1 1 0,0 1 0,-2 0 0,-1 2-2,1 1 1,-2 1 0,0 1 2,-2 2 0,0 1 2,2 1-1,-2 1 0,1 1-2,-1 1 1,1 0-1,-1 2-1,1 1 2,1 0 0,-1 2 0,3 0 0,-1 1 0,1 0-1,1 2 0,-2-1-1,3 0 0,2 3-1,0-2 0,0 0-1,1 0-1,2 2-2,0-3-3,0 1-3,2 1-2,1-2-2,2 0-2,0 0-2,1-2-3,2 2-5,0-4-5,1 1-8,2-1-7,0-2-12,3 0-12,-2 0-18,1-3-19,2 0-23,0 0-23,0-3-42,-1 0-49,3-1-46,-2-1-45,0-2-58,-1 0-63,3-2-59,-1-4-54,0 1-19,0-2 0,-1-2 9,1 1 18</inkml:trace>
  <inkml:trace contextRef="#ctx0" brushRef="#br0" timeOffset="7312.1685">10918 6987 0,'-6'-8'171,"1"4"306,1-2 16,1 0 9,-1 3 7,-1-3-77,0 2-114,3 0-63,-1 1-36,-2-1-24,4 1-17,-1 2-14,-1-1-15,2 1-19,-2 1-23,2 1-12,-2 1-11,2 0-6,-1 4-5,-2-1-4,3 1-3,-2 3-3,2 2-4,-1 0-3,-1 2-7,2 1-2,-2 2-4,1 1-5,0 1-1,0 1-4,1 0-2,1 1-3,-1 1-5,-1 0-1,1 1-2,1-1-4,0 1-2,0 0-2,0-2-4,0 2 0,0 0-2,0-2-3,0-1-4,1 1-6,1-2-7,-1 1-10,-1-2-9,1 0-15,1-1-15,-1-2-19,0 0-19,-1 0-32,2-2-37,0-1-46,0 0-44,-1-3-42,3 2-39,-1-3-74,-1-1-93,4-1-37,-2-1-12,1-1 3,0-1 10</inkml:trace>
  <inkml:trace contextRef="#ctx0" brushRef="#br0" timeOffset="7571.1024">11327 7284 0,'-1'-3'22,"-2"0"435,2 3 17,1-1 13,-1 0 9,0 0-68,1 0-105,0 0-56,0 0-32,0-1-22,0 2-12,0-1-17,0 0-16,0 0-20,1 1-21,0-2-16,0 1-14,2 1-11,-1 0-7,3 0-8,-1 0-6,1 0-10,0 0-12,4 0-6,-2 0-7,4 0-5,-2 0-2,3 0-5,2 0-4,-3 0-2,4 0-4,-1-1-4,1-1-3,-1 2-6,0-1-8,1 1-8,0-1-7,-1-2-11,-3 0-14,3 2-16,-1 0-14,-2 0-22,-1 1-27,0-2-33,-1 0-38,1 1-29,-4-1-25,0 1-21,2-2-16,-3 0-31,-1 2-38,-2-1-53,2 0-57,-3-1-19,-1 0 1</inkml:trace>
  <inkml:trace contextRef="#ctx0" brushRef="#br0" timeOffset="7775.1761">11533 7143 0,'-6'-4'182,"1"0"210,1 2 17,1-4-42,-2 3-68,1-1-45,0 2-34,2 0-16,-1-2-9,1 1-5,-2 1-4,3 0-3,-2 1-4,2-1-5,1 2-5,-1 0-13,-2 0-12,2 3-15,-2-1-15,1 1-11,0 3-10,-1 0-5,2 2-5,-3 0-3,2 3-2,-1 0-5,-2 1-5,3 1-10,-2 2-12,2-1-8,-1 0-7,-1 3-4,1-2-6,0 1-5,2 1-4,-2 0-5,2 0-9,1 0-10,0-1-11,0 0-16,0 1-16,0-2-20,1 0-21,2 0-37,-2 0-42,4-1-43,-1-1-41,1-1-40,1 0-40,0-1-75,2-2-92,0-1-34,1-2-8,2 0 5,0-3 11</inkml:trace>
  <inkml:trace contextRef="#ctx0" brushRef="#br0" timeOffset="8149.1873">12055 7167 112,'4'-8'439,"-2"0"14,-2 1 13,1-2-60,-1 4-91,0-1-56,0 1-44,0 2-20,-1-3-9,1 4-4,-2 1-1,-2-1-11,1 2-13,0 2-16,-2 1-19,-3 1-11,2 1-7,0 3-5,-3 0 0,0 3-3,0 1-4,0-1-7,0 3-8,0-1-10,2 2-12,0 1-9,0 1-7,1-1-6,1 2-4,1-1-4,2 2-2,-2-2-4,3 1-3,1-1-3,1 0-1,3-1-1,-2 0-2,2-2-2,0 1 0,2-1-1,-1-1 0,3-1-2,0-1 0,2-1-2,0 0 0,0-2-1,1-2 0,0 0-1,1-1-1,1-2 0,0 0 2,-1-1 0,0-2 0,2-1-1,-3-1 1,2 0-1,-1-2 0,-2-1 1,0 0 0,0-4 0,-1 1 0,-2-3-1,-1-1 0,-1-1-1,-1-1 0,1-2 0,-1-1 0,-2-1 0,-2-3 0,0 0 0,0-2 0,-2 1 0,-2 0 0,-1-1 0,0 1 1,0 0-1,-2 2 2,-1 0-1,-2 1-1,1 3-1,-3 0 0,1 2 0,-2 2-2,0 2 0,-2 0-2,0 4-3,-1-2-7,1 3-5,-2 3-6,0 0-10,1 2-12,0 0-16,1 2-15,2 0-23,0 3-23,2 1-37,1 0-43,0 1-33,5 0-30,-1 2-33,2 0-33,3 1-72,1 0-87,3 1-33,0-2-7,5 1 7,-1 1 14</inkml:trace>
  <inkml:trace contextRef="#ctx0" brushRef="#br0" timeOffset="8528.1986">12507 7213 0,'11'-10'202,"-3"-1"220,-1 2 21,-2 1-39,0-3-63,0 3-53,-3-1-49,1 1-21,-2 2-10,-1-3-4,-1 3 0,0-2-4,-2 3-9,1 0-11,-3 0-16,1 1-14,-1 1-18,-2 0-11,0 1-13,1 1-8,-4-1-7,3 2-8,-3 2-6,1-1-8,-2 1-7,2 4-9,-2-4-9,0 6-8,1-1-4,0 3-3,0-1-3,0 3-2,3 1-1,-2 1-2,0 1-1,2 1-1,1 1-1,1 1-1,1 0-3,-1-1-2,4 1-2,0-1-1,1 1-3,1 1-1,1-2-1,3 0-2,0 0 2,2 0-1,1-1 1,2-1-2,1-1 0,-1-1-1,4-1 1,-1-1-1,2 0 0,1-2 0,2-1 0,-1 0 0,1-4 0,-2 1 0,4-1-1,-2 0 1,1-3-1,-2-1-1,2 0 0,-2 0 1,0-1 0,0-3 0,-1 0-1,-1-1-1,-1-2 0,-1 0 0,-3-3 0,0 0-2,-1-1 1,-2-2-1,0-2 0,-2-2 0,-3-1-1,2-1 0,-4-1-1,-3-1 1,2 0-1,-4-1 0,0 0-1,0 2 0,-5-2 1,0 2-1,0 1 1,-1-1-2,-4 3-1,3 1-4,-3 1-4,-1 2-7,-2-1-7,1 2-9,0 1-7,-2 2-13,2 0-14,-1 2-19,0 1-21,0 1-36,1 3-46,-1 1-41,5-1-41,-1 2-47,0 2-50,2-1-67,2 1-72,1 0-28,3 1-8,1-1 4,-1 2 7</inkml:trace>
  <inkml:trace contextRef="#ctx0" brushRef="#br0" timeOffset="8787.2296">13157 6899 0,'8'-12'395,"0"2"81,-2 0 18,1 0-22,-2 1-39,-1 0-57,2 2-69,-3 0-33,-1 0-17,1 0-16,-2 5-15,0-4-20,1 1-25,-2 1-30,0 3-31,0-2-21,-2 2-17,1 0-16,0 1-17,-3 1-11,1 0-7,-1 3-7,-1 0-3,0 1-4,0 2 0,-3 1-3,3 1-2,-1 1-1,-1 2 0,2 0-3,0 1-2,-1 0-3,0 1-1,3 1-4,-1 0-1,-1 0-6,1 2-5,2-2-9,-1 1-10,2-1-12,-1 2-11,0-1-17,0 0-15,2 0-25,0-1-32,0 0-34,0-1-37,0-1-29,2-1-26,0 0-23,-1-1-25,0-1-50,-1 0-63,0-3-40,0 0-28,0-2-5,1 0 8</inkml:trace>
  <inkml:trace contextRef="#ctx0" brushRef="#br0" timeOffset="9131.206">13002 6956 310,'-1'-3'367,"0"1"-30,-1 1-46,2-1-57,0 0-62,2 1-31,-1 0-18,3 0-9,0 1-7,1-2-7,2 1-9,2 0-6,1-1-3,0 2-5,2-1-4,3 0-5,0-2-9,0 0-6,1 2-9,0-1-4,2 0-3,-1-1-2,2 1 0,-2-1 0,-1-1 2,2 2 0,-2-1-1,0 0 3,-1 0 3,-3-3 3,2 4 5,-2-2 3,-1 0-1,1 0 1,-4 0-3,2-1-3,-3 0-4,0 0-2,-2 2-1,-1-3-1,-1 1-3,2 0-1,-4-1-3,1 3-3,-2-3-3,-2 1-3,1 1-2,0-1-1,-4 1-1,1 1 4,1-1 3,-2 2 3,-3-1 0,2 3 2,-3-1 2,2 1-1,-3 1 1,1-1-1,-2 3-1,1-1 1,-1 4-1,0-4-2,-3 4 1,2-1-4,-2 1-5,3 2-4,-3-1-4,2 1-2,-1 1-2,1 0-2,-2 1-1,3-2-2,-1 3-2,-1 0-2,3-1-4,-1 0-7,2-2-10,-1 3-10,3-2-11,-2 0-11,3 0-15,-1-1-19,2 0-23,0-1-27,1 0-28,-1-3-26,1 2-23,3-1-17,-1-2-18,-1 0-15,3 0-14,-1-2-28,1-1-32,0 0-41,0 0-47,0-2-11,1-2 6</inkml:trace>
  <inkml:trace contextRef="#ctx0" brushRef="#br0" timeOffset="9321.4866">13078 6859 101,'2'-6'346,"-1"4"-30,0 0-43,-1 0-42,1 0-39,1 1-15,-2 1-2,1 1 0,0 1 2,-1 2 4,4-2 4,-2 4 5,-1-1 3,2 1 3,-1 2 4,1-1-4,1 1-6,1 2-13,-2-1-16,1 2-22,1 1-26,1-1-16,-1 1-14,0 0-13,3 0-11,-2 1-10,0 0-11,1 0-9,1 0-6,-2-1-8,4 0-5,-2 0-7,0 0-5,1-1-10,0 1-13,-2 0-13,3-2-16,-2 1-25,1 0-32,0-2-40,1-1-46,0 1-36,0-3-29,-1 1-42,1-2-44,1 0-66,-1-1-75,1-3-29,-1 0-7,1-1 5,-1 0 42</inkml:trace>
  <inkml:trace contextRef="#ctx0" brushRef="#br0" timeOffset="9588.1932">13701 6906 0,'0'-5'127,"1"-1"297,0 4 16,-1-4-28,0 3-48,0 0-59,0 1-61,0-1-29,0 1-12,0 0-3,0 0 2,0 2-7,0 0-8,0 0-15,0 3-16,0 0-16,0 0-14,0 2-10,0 1-10,0 1-4,0 2-4,0 1-7,0 1-9,-1 1-11,1 2-10,0 1-8,0 2-10,0-1-4,0 1-4,0 1-3,0 1-3,0 1-3,0 0-2,0 1-3,0-2-3,0 4-1,0-4 0,0 2-3,0-1-3,0 1-2,0 0-2,0-3-3,0 3-1,0-3-6,0 0-6,0-1-6,0 0-9,0-1-11,0-1-14,0 0-17,0-3-17,0 1-25,0-3-28,0 0-39,0 0-44,0-2-36,0 0-34,0-2-44,0 1-48,0-4-61,0 0-69,1-1-22,-1-2-6,0 0 8,1-2 26</inkml:trace>
  <inkml:trace contextRef="#ctx0" brushRef="#br0" timeOffset="9906.2292">14104 6744 223,'4'-9'467,"-3"-2"20,2 1 19,-1 2-66,-1-1-101,2 3-51,-2-1-28,0 0-15,1 2-9,-1 0-16,-1 1-17,4 0-21,-2 0-22,-1 3-24,2 0-20,-2 1-18,3 1-11,1 2-13,-2 0-10,2 4-8,1-2-6,1 4-3,-1 2-2,4 1-1,-3 2-1,2 1-4,1 2-4,1 0-5,-2 2-4,2 4-4,-1-2-2,1 2 0,-1 2 1,0 0 0,1 1-2,-2 1 1,0 2-1,-2-2-1,-1 2-1,2 0 0,-3 1-1,0 0 0,0 0 0,-3 0-1,1-2-1,-2 1-2,0-1-3,-1 0 0,-1 0-2,-2-2-1,1-1-1,-3-1-2,0-1 0,0 0-5,-2-2-2,-1 0-8,-2-1-4,0-2-9,-1 0-10,1-1-12,-3-1-15,-1-3-20,-1 0-26,0-1-37,-1 0-43,0-3-50,0 1-53,-1-2-55,1-1-57,1-2-67,-1 0-71,3-2-27,-2 0-8,0-3 4,0 0 10</inkml:trace>
  <inkml:trace contextRef="#ctx0" brushRef="#br0" timeOffset="10617.2441">15166 6727 0,'-2'-3'4,"0"1"340,1-1 9,-1 2-48,-2-1-77,3 0-50,-2 0-41,2 0-13,-1 2-4,-1-1 4,2 0 3,-2-1 6,0 2 3,0 0 2,-1 0 1,1 0 0,-1 2-3,-2-1-1,0 0-3,-1 1-3,0 0-5,-2 3-5,1-1-7,-1 0-5,-2 2-5,-2-1-6,2 1-6,-1 2-5,-2 3-7,0-1-6,-2 0-6,1 1-6,0 4-5,-1-1-3,1 0-3,2 2-3,-2 1-2,1 0-4,-1 3-2,4-1-3,-1 1-2,0 2-2,2 1-3,1-1 0,1 2-2,1 1-2,2-2 1,0 2-2,2-1-1,1 1-1,-1-1-2,3-2-4,3 1-2,-1-1-4,2 0-2,1-1-1,2 0-2,1-1-3,2-2-6,0 0-8,2-1-9,-1 0-13,3-1-15,0-1-16,-1-2-16,1 0-28,2-1-32,-1-1-41,0-1-42,1-2-35,0-1-30,0-1-44,-2 0-48,2-1-60,0-3-65,0 0-19,1 0-1,-1-4 10,-1 1 169</inkml:trace>
  <inkml:trace contextRef="#ctx0" brushRef="#br0" timeOffset="11204.2378">15661 6952 267,'-2'-2'379,"1"-2"-24,1 2-43,-1-1-58,0-1-64,-1 3-29,1-2-15,-1-1-5,-2 3 3,3-1 0,-2 0 2,-2 0-3,1 1-5,-2 0-6,1 0-9,-1 1-7,-1 0-6,-1 1-7,1 0-7,-2 2-5,0 1-5,-2 1-6,0-1-4,1 4-5,-2-1-4,-1 2-3,3 1-2,-2 2-5,2 1-5,-1 0-4,0 3-1,2 0-2,-1 0-1,4 1-2,-2 0-3,2 1-4,1 0-3,0 2-4,3-1-4,0-1-3,2 0-2,2-1-2,0 0-1,1 2-1,0-2 0,2-2-1,4 1-1,-1-1-1,1-1 0,1-1-2,3 0 1,-1-2-2,3-1 1,-1 0-1,2-1-2,0-4 0,1 2 0,2-2-3,-2-4-1,2 1 0,-2-1-1,2-2 0,-3-1-1,2 1 1,-2-4-1,0-1 0,-2 0 0,-1-2 0,1-1-1,-3-1 0,-2-2 0,-2-2 1,1 0 2,-3-1 0,-3-3 2,1-2 0,-3 2 2,-3-3 0,1 0 0,-2 0 2,-2-1 2,-3 1 1,1 0 1,-1 0-1,-1 1 0,-1 2 0,-2 1-2,2-2-1,-3 4 0,1 1-2,-1 1-3,0 2-1,-2 0 1,1 1-4,-1 3-4,1 1-5,-1 0-5,0 1-7,1 2-8,-1 2-11,0 0-13,1 1-15,0 1-17,0 0-29,2 2-32,1 1-39,1 0-42,2 0-35,3 2-31,-1 0-62,2 1-75,1 1-51,1 1-40,1-1-11,4 2 3,2 0 11,0-1 334</inkml:trace>
  <inkml:trace contextRef="#ctx0" brushRef="#br0" timeOffset="11446.2456">16165 7164 0,'0'0'233,"0"0"152,0 0 10,0 0-47,0 0-73,0 0-51,0 0-41,0 0-17,0 2-6,1-2-2,-1 1-4,1 0-2,1 0-7,0-1-6,-1 2-8,4 0-5,-2 0-7,0-1-7,3 0-7,0 2-10,0 0-12,0-2-13,4 1-13,-1 0-10,2 0-9,0-1-9,-1-1-8,4 1-9,-1-1-9,0 0-14,0 0-13,1 0-18,1 0-21,-4-1-28,3 1-31,-2-1-29,-1-1-27,1 0-22,-4 0-20,2 1-19,-1-2-18,-2 0-28,0 2-34,0 0-46,-2-3-52,-1 1-20,-2-1-4</inkml:trace>
  <inkml:trace contextRef="#ctx0" brushRef="#br0" timeOffset="11665.2947">16377 7034 0,'-2'-1'15,"-2"-2"355,3 2 15,0 0-40,-1-1-62,1 2-47,1-1-38,-1 0-15,0 0-6,1 1-3,0 0-3,0 0-2,0 0-3,0 0-2,0 0-4,-2 1-5,1 0-6,1 0-10,-1 3-10,0 0-11,-1-1-13,-1 2-8,0 0-8,2 2-6,-2 1-6,2 0-7,1 1-5,-1 3-9,0-2-10,-1 1-8,1 1-9,1-1-7,0 3-4,0-1-2,0 0-1,1 2-3,1-2-6,-1 2-4,0-2-5,2 0-8,-1 0-11,-1 0-12,2-1-12,-1 0-20,1 0-21,-2-1-35,2 1-39,-1-2-36,2-1-37,-2 1-34,3-2-34,-1-1-70,0 1-88,-1-3-39,4-1-21,-1 0-1,0 0 8</inkml:trace>
  <inkml:trace contextRef="#ctx0" brushRef="#br0" timeOffset="11934.2885">16885 6918 0,'3'-9'321,"-2"1"143,0 0 18,-1 1-29,1 0-51,-1 1-59,0 0-65,0 1-33,0 2-18,0-3-11,0 4-7,0-1-13,0 0-15,0 1-22,-1 1-25,1 1-15,0 1-11,-2 1-8,-1 2-6,2 0-8,-3 2-5,2 2-8,-2 1-7,2-1-7,-1 2-8,-1 3-6,1 0-8,0 2-3,2-1-5,-2 1-3,2 2-5,0 1-5,0 0-2,-1-1-2,1 3-4,1 0-2,0-1-2,0 1-2,0 0-2,0-1-4,0 0-5,0 0-8,0-1-9,0-1-11,0 1-12,0-1-17,0-2-20,0 2-26,1-3-28,-1 0-40,2 0-48,-1-1-39,0-1-36,-1 0-52,1-1-57,2 0-59,-2-3-59,3 1-19,0-4-4,-1 1 11,1 0 77</inkml:trace>
  <inkml:trace contextRef="#ctx0" brushRef="#br0" timeOffset="12314.2494">17291 7072 69,'0'-7'422,"0"1"18,0 0 16,-1 0-55,1 2-86,-1-1-51,0 1-34,-1 3-13,1-2-5,1 1-3,-2 0-3,-2 2-11,3 2-15,-2 0-16,1 1-19,-1 0-13,-2 3-11,0 0-11,2 3-10,-1-1-10,0 3-10,-2 0-12,2 1-11,0 2-10,1 0-8,0 2-7,-2 0-4,4 0-4,-1 1-5,0 1-2,1 0-5,1-1-3,1 1 0,1 0-2,0 0-2,1-1-2,1-1 0,1 0-2,1 0 1,1-2-1,-1 1 0,4-2 0,-1-1-1,2-1-1,-1 0 0,2-3 0,-2 1-1,4-3 1,-2 0-1,2-2 0,-2 0 0,2-1 0,1-1-1,-3-2 1,1-2-1,-1 0 0,1-1 1,-2-1-1,0-2 1,-2-1 1,-1-1-1,0-1 0,-1-3 1,-2 1 0,-1-3 0,0-1 1,-3-1-1,0-1 0,-1-2 0,-1-1 1,0 0 1,-3-1 0,0 1 0,-2-1-1,-3 1 1,2-1-1,-3 2 1,1 0-1,-2 2 1,-1 2 0,-1-1 1,1 3-1,-2 1-1,-1 3-1,3-2-1,-2 3-1,-2 1-3,2 2-5,2 0-8,-2 1-9,2 3-12,1-2-16,-2 3-18,2 0-22,2 0-26,1 2-35,0-1-40,3 0-34,-1 1-32,4 0-31,-1 2-31,3 0-67,1-1-79,2-1-39,1 2-18,2-1 3,0 1 12</inkml:trace>
  <inkml:trace contextRef="#ctx0" brushRef="#br0" timeOffset="12565.6935">17902 6864 0,'4'-9'5,"-3"2"414,2-1 25,-2 2-10,-1-1-28,0 2-56,0 0-73,0-1-34,0 2-17,0 0-7,0-1-3,0 3-5,0 0-7,0 0-17,-1 0-20,0 1-22,-1 1-22,1 1-17,-1 1-13,-1 0-11,1 2-9,-2 1-9,0 1-7,2 0-10,-2 2-9,2 0-9,-2 1-4,1 2-6,2-1-2,-1 1-5,-1 1-3,2-1-4,0 3-4,-1-1-6,1 1-8,1 1-9,-1-2-8,1 1-13,0 0-12,0 0-15,0 0-15,0 0-23,0 0-25,0 0-29,0-2-31,0-1-24,0-1-23,0 0-17,0 1-11,0-3-14,1-1-13,-1-1-32,1 0-38,-1-2-43,0-2-43,0 0-6,0-2 14</inkml:trace>
  <inkml:trace contextRef="#ctx0" brushRef="#br0" timeOffset="12889.2902">17814 6933 293,'0'-5'376,"-1"1"-38,0 1-61,-1 0-51,1-3-48,1 4-23,0-1-13,0 0-10,1 2-6,1-1-6,0 0-5,0 0-6,0 0-11,3 0-11,1 2-10,-1-3-10,1 0-8,3 1-10,-1-1-8,1 1-8,1 0-9,3 0-3,-1-2-2,-2 1-1,4 1 1,-2-1 1,1 0 1,-1 1 2,-1-2 4,1 1 5,-1 2 3,-1-3 3,-1 1 3,-1-1 2,2 1 4,-4 0 1,1-3 2,0 3 0,-2 0 0,1-1 2,-2 0 1,-1 0 3,1 1 0,1-1 0,-3-1 0,1 1-2,-2 2-1,1-2-1,-2 0-5,0 1-1,-2 0-3,2 1-2,-2-1-5,-1 2-3,-2-2-4,2 3-5,-2-1-3,-3 1-4,2 0-6,-3 1-3,1 1-2,-1 0-1,-2 1 1,0 1-2,-1-1 0,1 2-1,0 1 0,-1-2-3,-1 4 0,1-3-2,-2 3 0,2-1-1,-2 1 2,3 0-2,-2 1-1,1-1-8,2 0-7,-2 1-10,2-3-10,-1 2-16,1-1-19,1 0-25,-1 0-28,4 0-26,-2-2-23,2 1-20,1 0-18,0-4-13,3 4-13,-2-3-8,4 0-6,0-1-9,0 1-11,0-1-15,4 0-15,-2 0-25,3-2-26,-1-2-7,2 0 116</inkml:trace>
  <inkml:trace contextRef="#ctx0" brushRef="#br0" timeOffset="13071.2613">17885 6832 0,'4'-6'200,"-2"0"125,2 3-34,-3-3-45,3 4-50,-3-1-40,2 0-36,-1 0-9,-2 1 1,1 0 7,1 0 14,-1 2 8,0 0 10,-1 2 2,1 0 0,1 1-2,-2 1-2,1 0 1,1 1 1,-2 1-1,2 0-2,-1 2-11,0 0-14,0 1-18,2-1-20,-1 0-16,2 2-15,0-1-12,-1 0-8,1 3-8,1-1-7,-1-2-8,2 1-8,-1 3-9,0-2-10,2-1-16,0 2-17,-1-1-25,1 0-31,1-1-30,-1-1-29,2 1-27,0-2-24,-2 0-27,4 0-25,-2-1-49,1 0-57,-1-2-49,0 1-43,0-1-12,1-1 3</inkml:trace>
  <inkml:trace contextRef="#ctx0" brushRef="#br0" timeOffset="13331.3091">18450 6894 166,'1'-7'381,"1"-1"-10,-2 1-25,0 0-47,0 1-54,0 0-29,0 1-16,0 0-9,0 0-5,0 2-3,0-1-4,0 1-3,1 0-3,-1 1-6,0 2-6,0 0-10,0 0-12,-1 2-14,-1 0-15,1 3-12,1 0-7,-1 3-5,-2 0-3,2 1-2,0 3-2,0 1-4,-2 1-8,2 1-9,1 2-12,0 1-7,0 0-8,0 3-4,1 1-2,2 0-2,-2 3-2,0-1-2,-1 0-2,1 2-1,1-3-3,-2 1-1,0 0-3,0 0-1,0-1-2,0 0-5,0-2-5,-2 0-8,1-1-9,1 0-12,-1-3-13,0 0-17,-2-1-17,2-1-25,1-1-28,-1-1-40,1-1-45,0 0-37,0-2-32,0-2-40,0 1-46,1-4-61,-1 2-70,1-4-25,3 0-6,-2-1 6,2-1 14</inkml:trace>
  <inkml:trace contextRef="#ctx0" brushRef="#br0" timeOffset="13674.3151">18776 6736 24,'0'-9'447,"0"4"22,1-3 18,0 4-44,-1-2-68,1 1-54,1 0-45,-1 2-22,0-1-13,-1 0-11,0 2-9,0-2-19,0 2-22,0-1-25,0 2-24,1 0-16,1-1-11,0 2-10,-1 0-6,0 0-9,2 2-9,-2 0-5,3 0-5,0 1-2,1 1-4,0 0-3,0 2-1,2-1-3,-1 1-5,1 2-3,1 1-4,-2 1-3,3 0-3,-1 2-2,-1 0-3,3 2-1,-3 1-3,2 0-1,-1 1-1,0 3 1,0 1-1,0 0 0,-1 2 0,-1 0-1,1 1 1,-2-1-1,-1 3-1,0 0-1,-1 1-1,0 1-1,-2 0-1,-1-1-3,-1 2 1,0 0-1,-3-3-3,2 1-2,-2 0 0,-1 0-1,0-2-1,-3 0-1,2 0-2,-3-1-2,2-2-1,-3 1-5,0-2-5,-1 1-8,0-3-8,-2-1-10,1 0-10,-2-1-14,3 0-14,-3-3-22,2 0-23,-1-1-38,1 0-44,1-3-48,2-1-49,-2 1-46,2-4-44,1 0-70,0-1-83,2-2-32,-1-2-7,2 0 4,1-1 12</inkml:trace>
  <inkml:trace contextRef="#ctx0" brushRef="#br0" timeOffset="14015.2871">19541 6603 0,'2'-4'329,"1"1"78,-2-1 17,3 0-59,-2 2-94,-1-1-45,1 0-23,-1 2-12,0-2-6,-1 2-4,0-1-4,0 0-11,0 1-13,0 0-12,0 1-12,0 0-10,0 0-10,0 0-9,0 1-11,-1 0-7,-2 3-6,2 0-6,-1 1-1,-2 2-4,0 0-1,2 2-3,-1 0-2,-1 1-6,2 1-10,-3-1-7,3 3-9,-1-1-6,1 1-6,-1 2-5,2-1-4,-3-1-3,3 3 0,0-1-2,0 0-3,-1 0-2,2 0-5,-1-1-7,0 0-8,-1 0-13,1 0-12,1-3-18,-1 1-21,0-1-30,1 0-38,0-1-34,0-1-30,0 0-28,0-2-22,0 0-37,1 1-41,0-1-58,-1-3-67,1 0-24,1 0-5,-1 0 10,0-3 286</inkml:trace>
  <inkml:trace contextRef="#ctx0" brushRef="#br0" timeOffset="14421.3842">19434 6741 18,'-4'-2'370,"3"1"-4,-2-1-11,2 0-53,-1-1-72,-1 3-37,2-1-22,1 0-6,0-1-4,0 2-1,0 0-6,0-1-8,1 0-10,3 0-10,-2 1-11,2-1-11,1 1-10,3-1-14,-1 0-12,2-1-12,-1 2-14,4-1-10,-1 1-12,1-1-7,2 0-5,-3-1-4,3 2-1,-2-1 0,1 0-1,-1-1 0,0 2-1,0-2-2,-1 0 1,0 0 0,-2-1 0,1-1 1,-3 3 0,3-2 1,-4-1-1,2 0 3,-1 0 1,-2 0 2,0 1 2,1-1 4,-1 1 5,-1-1 5,-2 0 4,3 0 3,-3 1 4,0-2 3,-2 1 1,1 2 4,1 0 2,-2-2 1,0 3 0,0-1 0,0 0-2,-2 0-3,1 0-3,0 2-4,-2-1-3,1 1-3,-2 0-2,0 0-2,1 0-4,-2 0-1,-3 1-2,2 2-1,-1 0-1,-1 0-1,1 2 0,-2 0-2,0 1 1,-2 0 0,1 1 2,0-1-2,0 1-2,2 1 0,-2 0-2,1-1 0,-1 1 0,0-2-1,2 3-2,0-2-1,-2 1-1,3-2-2,-2 2-3,1-1-3,2-1-7,-2 1-7,0-1-10,1 1-10,-1-2-11,2 1-12,-1 0-15,0-1-17,2-1-18,-1 0-18,2 0-21,1-1-17,0 0-16,-2-1-13,3-1-11,-1 1-6,2-1-5,-1-1 1,-1 0 1,3 0 3,-1-1 4,0-1 7,-1-1 7,2 1 4,-2-2 5,2-1 6,0 0 9,0-2 10,0-1 11,2 0 15,-2 0 14,2-1 20,-1 1 76</inkml:trace>
  <inkml:trace contextRef="#ctx0" brushRef="#br0" timeOffset="14604.33">19413 6710 0,'1'-8'7,"-1"-1"77,1 0 14,1 1 13,-1-1 9,-1 2 8,0 0 8,0 1-1,0 0-1,0 0-3,0 1-5,0 1 1,0 0 2,0 0 3,0 1 3,1 0 2,-1 1 2,1 0 2,-1-1 5,0 2 5,0 0 4,0 1-2,0 0-3,0 0-10,3 1-9,-2 0-8,0 3-6,-1-1-1,1 2-1,2 0 1,-2 2-1,3 1-7,-2-2-8,3 3-11,-1 1-10,1 0-9,1 0-6,2 2-5,-1-1-5,1 0-5,-1 0-7,4 0-8,-2 1-12,2-1-5,-1 1-5,1-1-3,2-1-2,-1 3-3,1-2-4,0-1-7,-2 1-12,3 1-14,-2-4-16,1 1-25,-1 1-31,1-2-42,-2-1-49,0 1-42,0-2-42,-2 1-88,0-1-108,-2 0-46,-2-3-19,1 3-2,-1-4 7,-2 1 11,-1 0 487</inkml:trace>
  <inkml:trace contextRef="#ctx0" brushRef="#br0" timeOffset="15378.3499">20582 6702 0,'4'-5'185,"0"2"190,0 0 16,-3-1-54,2 0-83,-2 1-47,0 0-31,2 0-7,-2 0 1,0 0 5,-1-1 7,0 2 2,0-1 0,0-1-1,0 2-2,0 0-6,0-2-11,0 2-9,0 0-10,0 0-12,0 0-13,0 1-14,0-2-12,0 3-14,0-1-11,-1 0-10,0 0-11,-3-1-10,2 2-11,-2 0-6,0 2-5,-1-1-3,-2 1-1,-1 1-3,0-1 0,0 1 0,-2 3 1,0 0 2,-2 1 1,-1-1 1,2 5 3,0-2 2,-3 0 2,3 4 2,-1-1-1,-1 1 3,2 2 0,-1 0 1,2 1 1,-1 1-2,1 2 0,1 0-2,-1 0 0,4 2-1,-1-2-1,1 4-3,3-2 0,0 2-2,1 0-2,0 0-1,2 1-4,2-1 1,0 0-1,2 1-1,0-1-1,2-1 0,0 0-1,0 0 0,4 0-2,-2-2-2,2 0-5,1 1-3,-1-3-5,1 0-9,0-1-7,0 0-11,2-2-15,-2 0-13,1 0-17,-1-3-20,1 2-20,-1-5-37,-1 0-44,1-1-36,0-1-33,-1 0-30,1-2-27,-1 0-65,1-3-80,-2 0-38,2-2-19,0 0 0,-1 0 9</inkml:trace>
  <inkml:trace contextRef="#ctx0" brushRef="#br0" timeOffset="15676.3586">21040 6767 360,'0'-3'418,"0"-1"3,0 0 0,0 0-72,0 3-102,0-2-49,0 2-22,0 0-14,0 1-6,0 0-5,0 0-5,0 2-4,0 1-3,-1 0-5,1 2-3,-3 1-4,2 0-3,1 1-8,-1 1-6,0 3-12,-1 1-14,2-1-8,-1 4-9,0 1-8,-1-2-9,1 1-8,-1 2-6,-1 1-4,2 2-4,-3-2-1,3 2-1,-1-1-2,-1 1-2,2 0-2,-2-1-3,2 1 0,0 0 0,0-2-3,-1 0-2,2-1-2,0 0-1,0-1-3,0-1-3,0-1-7,0-1-7,0 0-10,2-2-11,-1-1-12,0-2-15,-1 1-20,3-1-21,-1 1-39,-1-3-45,3 0-37,0-2-32,-1 0-30,2-1-28,1-1-53,1 0-64,-1-2-47,0-2-39,4 0-8,-2-1 3</inkml:trace>
  <inkml:trace contextRef="#ctx0" brushRef="#br0" timeOffset="15898.3575">21317 7029 0,'-1'-3'198,"1"2"195,0 0 13,0 1-41,0 0-65,0 0-52,0 0-48,0-1-20,0 1-7,1-2-6,0 2-5,-1 0-7,3 0-4,-1 0-10,1 0-11,0 0-10,2 0-10,0 0-12,0 0-12,4 0-12,-3 0-13,4 2-13,-1-2-11,2 0-10,1 1-8,-2 0-7,4-1-6,-2 0-10,1 0-8,-1 0-11,2 1-10,-3-1-17,3 2-20,-2-1-25,-2-1-29,1 0-25,-1 0-22,0 0-19,0-1-16,-3-1-15,1 2-12,-2-1-17,0 0-19,-1 0-36,0-1-44,-1 1-33,-1-1-26,-1 1 2,-1-3 289</inkml:trace>
  <inkml:trace contextRef="#ctx0" brushRef="#br0" timeOffset="16128.3637">21537 6910 167,'-4'-1'344,"0"-1"-39,2-1-59,-2 3-47,2-1-39,-1 0-15,2 0-2,-2 1 2,2-2 2,0 1 2,0 0 3,-1-1 2,2 2 1,0 0 1,-2 0 1,1 2-5,0-1-5,-1 2-5,2-2-6,-2 1-7,-1 3-10,2-2-8,-2 4-6,1-2-5,-3 2-6,3-1-7,-1 3-8,-1 1-11,3 0-9,-1 2-8,0-2-6,-1 2-8,1 0-8,1 0-6,1 1-6,0 0-5,0 0-2,0 1-4,0 0-3,0 0-5,1 0-6,1 0-9,-1-1-7,1 0-14,-2-1-12,2 0-18,-1-1-21,0 0-30,0 1-35,2-3-33,-2 0-32,2 1-29,-1-2-29,3 0-45,-3 1-54,2-1-54,0-1-53,0-2-17,1 0-1,0 1 12,0-2 405</inkml:trace>
  <inkml:trace contextRef="#ctx0" brushRef="#br0" timeOffset="16427.356">22114 6874 0,'0'-7'358,"3"0"75,-2 0 27,0 1-56,-1-1-91,2 2-47,-1-2-28,0 4-10,-1-2-2,1 2-3,2-3-2,-2 4-10,0-1-14,-1 0-21,1 0-25,1 1-22,-1 0-24,0 0-15,-1 2-11,0 0-8,0 0-7,0 3-7,0-2-5,0 4-6,0 1-4,0-2-2,0 3-2,0 0-1,0 3-1,0 0-2,-1 2-2,0-1-2,-1 3-4,2-1-4,-1 2-4,1 1-1,0 1-3,0 1-3,0-2-1,0 4-1,0-1-1,0-1-1,0 3-1,-1-2-2,0-2-1,-2 3-2,2 0-2,1-3-5,-1 1-6,0 0-9,-1-1-11,0-1-15,-1 1-16,2-1-21,-2-1-21,2 0-36,-2-2-41,1 1-39,1-1-39,1-1-30,0-1-28,0 0-50,1-3-63,3 1-49,-3-1-46,3-2-10,0-2 4,1 0 15,1-1 447</inkml:trace>
  <inkml:trace contextRef="#ctx0" brushRef="#br0" timeOffset="16801.8519">22535 6995 374,'2'-7'400,"-2"1"-26,0 1-47,0-1-55,-2 1-60,1 2-22,1 0-8,-1-1 0,-2 1 0,2 1 1,-1 2 1,-2 0-5,0 0-5,2 2-10,-2 2-10,0 1-10,-2 1-12,2 0-11,1 2-14,-1 2-10,-1-1-9,1 3-10,-1 0-10,1 1-9,1 0-10,-1 3-11,0 0-11,3 0-6,-1 1-4,0 0-4,2 0-2,0 1-1,2 0-2,0-1-3,-1-1-2,3 0-1,1 0 3,0 0-2,1-2 0,2 0-1,-1 0 1,3-3-1,-1 0 0,1 1-2,0-4 1,2 0 0,-1 1 0,0-4 0,2 1 1,-2 0-2,3-4-2,-1 1 0,0 0 0,-1-3 1,-1 0 0,2 0 0,-3-3 0,1 0 0,-2-1 1,0-2-1,0 0 0,-1-1 0,-2-1-1,-1-3 0,1 0 1,-2-1 2,-2-1-1,1-3 0,-2 0-1,-1 0 0,-1-1-1,-2-1 0,2 0 1,-3-1 1,-1-1 1,0 3 0,0-1 0,-3 2-2,0 0-1,1 1 0,-3 2 1,0-1 0,0 2 0,-1 2 0,1 1-1,-3 0-1,1 2-4,2 0-8,-2 2-10,-1 0-13,2 1-14,-1 2-16,-1 0-18,3 1-33,-1 0-38,2 1-36,0 0-32,1 1-28,-1 0-27,3 1-53,1 0-62,1 1-55,2 0-50,1 0-13,1 0 2,3-1 11,0 1 399</inkml:trace>
  <inkml:trace contextRef="#ctx0" brushRef="#br0" timeOffset="17073.0178">23134 6798 0,'0'-4'224,"0"-1"178,0 1 15,0 0-44,0 1-67,0 0-53,0 0-42,0 0-19,-1 2-8,0-1-2,-1 1 4,2 1-5,-2 0-6,-1 1-10,2 1-14,-3 1-11,2 1-11,-2-1-10,2 2-9,-1 1-10,-2-1-11,3 4-9,-1-1-8,-1 1-11,2 2-11,-2 0-10,1-1-10,0 3-6,-1-1-7,3 1-3,-1 0-3,-1 0-3,2 0-4,-3 1-1,4-3-2,-1 3-8,0-1-6,0-2-11,-1 2-13,2-1-13,-1-1-13,0-1-21,-1 0-25,1 0-30,1-2-31,0 1-27,0-2-25,0 0-22,0-3-21,0 2-22,0-1-23,1-2-42,-1-3-48,0 0-36,0 0-30,0 0 1,2-2 101</inkml:trace>
  <inkml:trace contextRef="#ctx0" brushRef="#br0" timeOffset="17407.8628">23046 6867 0,'0'-6'196,"0"1"147,0 0-15,0 2-41,0-1-50,0 0-35,1 1-28,-1 0-13,1 0-5,2 0-4,-1 0-1,-1 1-6,3 1-6,-1-1-10,1 0-13,2 1-11,-1-2-11,1 0-14,1 2-15,2 0-14,1-1-11,0 0-10,2 0-9,1 0-4,-1-1-6,1 2-1,0-2 1,1 3 0,0-2 0,-1-1 2,0 0 3,-1 0 2,-1 0 4,2 1 2,-3-1 4,1 0 2,-2-1 3,0 1 4,0-1 4,0-1 4,-2 1 3,1 2 4,-2-2 5,0 0 3,0 0 3,-1 1 1,0-1 2,-1 0 1,2 0 0,-3 0-2,-1 2 1,1-1-2,-1-1-2,-1 3-5,1-2-5,0 1-7,-2 0-6,0 0-8,0-1-5,-2 3-5,0-1-3,1 1-5,-3 0-3,2 0-3,-2 0-2,-2 0-3,0 1 0,-1 2-2,0-1-2,-2 2 1,0 0-1,0-1 0,-2 2 0,-1 0 0,1 1 0,-2 0 0,1 0 1,-1 1-1,-1-1 0,2 1 0,-1 1-1,1 0-3,-2-1-4,3 1-7,-1-2-6,-1 3-11,3-2-13,-2 1-14,1-2-16,1 3-24,-1-3-29,2 2-33,-1-3-33,1 1-27,1-1-24,1 0-18,1 0-15,-1-2-24,2 1-30,1-1-55,-1 0-65,1 0-24,3-3-5,1 0 16,0 0 372</inkml:trace>
  <inkml:trace contextRef="#ctx0" brushRef="#br0" timeOffset="17620.538">23158 6727 28,'2'-3'334,"-1"1"-34,-1-1-52,1 1-49,1-1-48,-1 2-20,0 0-10,-1-1 7,0 2 16,2 0 10,-1 2 8,0 0 9,0 0 4,1 1 4,0 1 4,-1-1 3,3 2 1,-2 0-1,2 1-1,-1 0-11,-1 1-13,4 1-19,-2-2-22,0 3-19,0-1-15,-1 0-13,3 1-13,-1 1-9,0 0-11,2-1-8,-1 1-7,0-1-7,0 0-6,0 0-11,1 1-10,0-2-15,-2 0-15,0 1-16,1-1-17,-1 1-27,0-2-32,1 0-34,-1-1-31,0-1-29,2 1-26,0 0-33,-1-1-40,3 0-68,-2-2-83,3 0-28,-1 0-5,1-1 7,-1 0 106</inkml:trace>
  <inkml:trace contextRef="#ctx0" brushRef="#br0" timeOffset="17911.4024">23786 6729 0,'-1'-4'199,"0"1"202,-1 0 25,2 0-45,-1 0-80,0 0-43,0 1-30,1-1-11,0 0-3,0 2-4,0-1 0,0 0-2,0 1-3,0 1-9,0 0-13,0 0-16,0 0-20,-2 0-16,2 0-17,-2 1-10,1 3-9,-1 0-6,1 1-5,1-1-5,-1 4-4,0-1-5,-2 2-8,3 0-6,-1 0-4,0 4-6,-1-1-4,1 3-3,1 0-4,-1 0-4,1 1-3,0 1-4,0 1-1,0 0-2,0 2-2,0 0-2,0-1-2,0 2-3,1-1-3,-1 1-1,0-3-2,0 3-1,0-1-2,0-2-1,0 2-4,0-2-4,0 0-7,0-1-11,-1-2-11,1 1-12,-1-2-12,-2 1-20,2-2-22,1-1-31,0 0-37,0 0-41,-1-2-46,1-1-35,0 0-32,0 0-53,0-2-60,0 1-53,0-3-48,0 0-16,1-1-2,-1-1 12,1-2 232</inkml:trace>
  <inkml:trace contextRef="#ctx0" brushRef="#br0" timeOffset="18580.4007">24110 6551 33,'0'-1'383,"0"-1"-1,0 0-12,0 1-40,0 0-52,0-1-27,0 1-16,0 1-3,0-1 3,0-1 1,0 2 2,0-1-6,0 0-9,0-1-15,1 1-17,1 1-20,-2-1-22,0 0-18,0 1-18,0 0-14,0 0-13,0 0-13,1 0-14,-1 0-9,1 0-6,1 1-6,0 0-3,-1 0-2,4 2-4,-2 0-1,0-2-1,2 4-2,1-1-1,1 2 0,-1 0 1,3 0-2,-2 2 0,3-1-1,-2 2-2,1 0-2,0 0 1,2 2-2,-2 0 1,1 0-2,-1 1 1,1 1-1,1 2-1,-3-1 0,2 2-1,-1 0 0,2 1 0,-3 1 0,0-1 0,0 3 0,-2-1 0,0 3-1,-1-2 0,0 2-2,-2-2 0,-1 4 1,-2-1-1,0 3 1,0-4-2,-2 0 0,-1 3-1,-2-3 0,0 1 0,-1 0-1,0-2-2,-2 2-1,0-4 1,-1 2-1,-1-1-1,-1-2-2,1-1-5,-2 2-7,0-3-8,0 1-13,-2-3-12,2 1-19,-2-2-17,1-1-30,-1 0-30,-1-1-52,4 0-62,-3-1-59,2 0-58,0-3-83,0 0-93,1-2-40,1 1-15,-1 0 0,1-4 5,0 1 16,1 0 340</inkml:trace>
  <inkml:trace contextRef="#ctx0" brushRef="#br0" timeOffset="20389.4571">23218 6566 0,'-1'-3'171,"1"3"6,0-1-28,-1 0-23,0-1-23,-2 0-22,3 0-20,-1 1-13,1-2-9,0 2-5,-1-1-1,1 0-2,0 1 1,-1-2 0,1 2 1,-2 0 2,2 1 4,0-2 0,0 1 3,0 0 2,-1-1 1,1 1 3,0 1 1,0-1 2,0 0 2,0-1 4,0 2 3,0-2 5,0 1 4,0 0 4,0 0 4,0-2 4,0 3 4,0-1 5,0 0 4,0-1 5,0 1 3,0 1 1,0-1 0,0 0 0,0-1-4,0 2-2,0 0-5,0 0-4,0 0-6,-1-1-5,1 1-8,0 0-8,-1-2-7,-1 1-7,2 1-7,0 0-3,0 0-5,-1 0-5,0 0-4,-2 0-2,1 0-3,-1 1-3,2 1-3,-3-1-1,2-1 0,-2 3-2,2-1 1,-3 2 0,1-1 0,0 0 1,-1 1-2,0 1-1,2-1-2,-1 2 0,0-1 1,-2 1 0,2 0-1,1 1-1,-1 1-2,0-2 2,-1 3 0,0-2-1,1 2-3,1-1-2,-2 0-3,2 1-6,-1-1-5,2 1-15,-1-1-16,2 0-24,-2 1-26,0-1-26,3 1-24,-1-1-23,0 1-21,-1-2-20,2 0-21,0 0-36,0 1-44,0 0-56,0-3-65,0 3-18,0-2-1</inkml:trace>
  <inkml:trace contextRef="#ctx0" brushRef="#br0" timeOffset="20745.4486">22970 6783 139,'-1'-2'297,"1"1"-38,0 1-49,0-2-46,0 2-44,0-1-25,0 0-14,0 0-9,0-1-4,0 2-2,0 0 1,0 0-1,0 0-1,0 0-2,0 0 0,0 0-3,0 0 0,0 0-2,0 0-1,0 0-3,0 0-2,0 0-2,0 0 2,0 0-3,0 0 0,0 0 0,0 0 1,1 0 0,-1 0 0,1 0-1,1 0-2,0 0-3,-1 0-5,4 0-2,-2 0-4,0 0-3,2 0-4,2 0-3,-1 0-4,0 0-3,3 0-5,-2 0-4,3 0-3,-1 0-2,1 0-3,-1 0 0,0 0-1,1 0 1,1 0 2,1 0-2,-2 0 0,1 0-1,-1 0 0,0 0-1,-2 0-4,2 0-9,-1 0-10,1-1-12,-3 1-14,2-1-16,-3 1-17,2 0-17,-2-2-18,-1 2-19,0 0-19,0 0-45,-1 0-56,-1 0-59,1 0-63,1 0-21,-3 0-4</inkml:trace>
  <inkml:trace contextRef="#ctx0" brushRef="#br1" timeOffset="35204.0991">5209 7979 15,'-3'1'160,"2"-1"-20,0 2-23,-1-2-19,1 1-17,1 0-13,-1 1-13,0-1-7,-2-1-4,3 0-2,0 0-1,0 0-1,0 0-1,0 0 0,0 0-1,0 0 1,0 0-1,0 0 0,0 0-1,0 0-2,0 0 0,0 0-1,0 0 0,0 0-2,0 0 0,0 0-2,0 0 1,0 0-1,0 0 0,0 0-2,0 0-1,0 0-1,0 0-1,0 0 0,0 0-2,0 0 1,0 0-2,0 0-1,0 1-3,3 0 0,-2 1-2,0-2-2,-1 1 0,1 0-1,1 0 0,-1-1 3,1 1 1,1-1 1,-2 0 0,3 1 0,0-1 2,-2 1-1,3-1 1,-1 0 1,2 2 2,-1-2 0,0 0 2,0 0-1,2 0 1,1 0-2,-1 1-4,2-1 0,0 1 2,-1 1 0,2-2 2,-1 1-1,2-1 0,-1 1-3,1 0-2,-1 1-1,1-2 0,0 0 0,0 1 0,0 1 3,-1-1 0,1-1-1,0 1 1,-1 0-3,1-1 0,-1 0 0,1 2-1,2-2 2,-2 0 1,0 0 1,3 0 0,-2 0-1,0 0-2,2 0 0,1 0-2,-1 0 0,1-2 2,1 1 0,1 0 2,-1 1 0,2-1 0,-1-1-2,2 1 0,-2 1-1,3 0-1,-1-2-1,-1 1 1,1 0 0,-2 1-1,2-1-1,-3-1 0,1 1-3,-1 1-4,1 0-1,-4 0 1,1 0 2,1 0-1,-1 0-1,-2 0-1,0 0 1,2 0-1,-4 0 0,2 0 1,1 0-1,-2 0 1,0 0-1,2 0-1,-2 0 1,1 0-1,2 0 1,-3 0-1,3 0 1,-2 0 2,1 0-2,-1 0 0,3 0-1,-1 0 1,-2 0-1,3 0-1,-1 0 1,-1 0 1,1 0 1,0 0-3,-1 0 1,2 0-1,-4 0 1,3 0-2,-2 0 1,2 0 0,-4 0 2,2 1-1,0 1 0,0-1 0,-1-1 0,0 0-1,2 1 0,-1 0-2,-1 1 2,3-2 1,-2 0-1,1 0 1,1 1-1,-1-1-1,2 0 0,0 2 1,0-2 0,1 1 0,-1-1 0,1 1 3,0 0-1,2 1 0,-1-2-1,-1 1-3,2 0-1,-1 1 2,-2-1-1,1-1 0,-1 0 0,1 1 0,0-1 0,-1 2 0,0-2-1,0 1-1,0 0-1,0 1 1,0-1 1,-1-1 2,0 1 1,1 0 0,0 1 0,1-2 1,-1 1-1,0 0-1,-1 0-1,1-1-1,-1 1 0,1-1 0,1 0 0,1 1 0,-2-1 0,1 1 2,0-1-1,0 2-1,0-2 0,-1 1-1,1 0 0,-2 1 0,1-1 1,0-1 3,0 0 0,-2 1-3,1-1 2,-2 0 2,2 0-2,-3 0-2,2 1-1,-1-1 1,-2 2 1,1-2-1,-1 0 2,-1 0-1,1 0-1,-2 0-2,2 1 1,-1-1 0,0 0 0,-2 0 0,2 0 0,0 0 1,-2 0 2,3 0-1,-3 0 0,2 0 1,0 0 0,1 0 0,-2 0-1,2 0 2,0 0 0,1 0 1,1 0 0,-2 0 0,2 0-1,-2 2 0,2-2 0,1 0-1,-2 0-2,0 0 0,0 1 1,-1-1 1,1 0 1,-1 0-2,0 1 1,-1-1-1,1 0-1,-3 1 1,2 1 0,-1-2-1,0 0 0,-2 1 1,1-1 1,0 0 0,-2 0 0,1 1-2,2 1 1,-2-1 2,-1-1 0,1 0-1,-1 1 0,0-1 0,1 0-1,-1 2 1,0-2 0,0 1 0,1-1-1,-2 0-1,1 0 2,0 0 1,-1 0-1,-2 0-2,2 0 0,-3 0-1,2 0 0,-2 0 0,0 0-7,2 0-8,-3 0-12,0 0-19,0 0-19,0 0-21,0 0-22,0 0-19,0 0-21,-3 0-20,3 0-36,0 0-41,0 0-63,0 0-74,0 0-28,0 0-10</inkml:trace>
  <inkml:trace contextRef="#ctx0" brushRef="#br1" timeOffset="36724.795">10469 8075 0,'-3'-2'140,"2"1"67,-2 0-36,1 1-30,0-1-30,0-1-22,1 1-22,1 1-9,-1-1-6,0-1-1,-1 2 1,1 0 0,1 0 3,0 0 0,-1-1 2,1 1 2,0 0 1,0 0 1,0 0-1,0 0 0,0 0-1,0 0-1,0 0-1,0 0-4,0 0-1,0 0-1,0 0 1,1 0 2,0 0 3,2 0 1,-1 1-1,2-1 1,1 2 2,0-1 2,0-1 1,1 1 2,2 1 1,-2-1 7,4-1 6,-3 2 2,3 1 0,1-3-2,1 1-5,0 1-3,0-2-2,2 0-4,1 1-4,1 0-3,-1 1-1,2-1-4,1-1-5,-1 0-7,2 0-9,-1 1-5,1-1-5,2 2-2,-1-2-3,0 1-1,1-1 0,1 1-2,2 0 2,-2 1-1,2-1-1,2-1-1,-1 2 0,1-1 0,-1 1 1,1 1-1,1-2 0,-2 2 0,2-2-1,0 1-1,0-1-3,-1 2 1,0-2 1,-1 1-1,0 1-2,1-2 0,-1 1 0,1-1 1,-2 2-1,1-2 0,1 2-1,-2-2 1,2 1 0,0 1 2,-1-3 3,1 3-1,-1-2-1,1 2 1,-1-1 0,0 1 2,-1 0-3,0-1 2,1 1 2,0 1 2,-2-2 2,1 0-1,0 2 1,-1-2-3,0 1-2,-1-2 0,0 2-1,-1-2-1,1 1 1,-3-1-3,0 1 3,1 1-3,-3-2 0,1 2-1,-1-2 0,-1 1 1,-1-1-1,1 0 2,0 1 1,-1-1 2,3-1-1,-1 1-1,-1 0-1,3 1-1,-2-1 1,3-1-1,-1 1 0,1 1-2,1-1 0,-1-1-4,1 0 1,0 1-2,0 1-1,0-1 0,-1-1 1,3 1-1,0 1 0,-2-1 0,1-1 0,2 1 0,-3 0-3,1 1 1,0-1 0,-1-1 1,1 1-1,-2 0 0,0 0 0,-2-1 0,1 1 0,0 0 0,-2 1 2,0-1-2,1-1 0,-1 1 0,-3 1 1,2-1 1,0-1-1,0 1 0,-1 0 0,0 0 0,1 0-1,-3 0 0,0 2 0,1-3 2,-3 1 1,3 0-1,-2 1 1,2-1 0,-3-1-1,2 1-1,0 1 0,-2-1 0,3-1-1,-2 0 1,1 0 1,-1 0 0,2-1-1,-2-1 0,1 1 0,-1 1 0,-2-1 0,3-1-1,-1 1 0,-2 0-1,1 1 0,-1-1 1,-1-1 0,-2 1 2,3 1-1,-2-1-1,-1 0 0,1 0 0,0 1-1,-3 0 0,1 0 1,1 0 0,-2-1 0,-2 1 1,1 0 2,1 0-1,-3 0 0,2 0-2,-3-1 0,2 1-2,-2 0 0,0 0-2,1 0 0,-1 0-1,-1 0 0,2 0 0,0 0 1,-2 0-1,0 0-2,0 0-1,0 0-3,0 0 1,0 0 0,0 0 1,0 0-1,0 0 0,0 0-2,0 0-2,1 0-2,0 0-2,-1 0-3,0 0-1,1-2-2,-1 2-1,0 0 1,0-1 0,0 1-1,0 0-1,0 0-1,0 0-1,0 0 0,0 0 1,0 0 1,0 0 2,0 0 3,0-1 2,0-1 2,0 1 1,0 1 1,0 0 2,0 0 0,0-1 1,0 1 3,0 0 2,0 0 1,0-1 1,0 0 1,0 0 1,0 1 0,0-1-1,0-1 3,0 1-1,0 0 0,0 1 1,0-3-1,0 2 0,0-2-1,0 2 2,0 1-1,0 0 1,0-1 1,0-1 1,0 1 1,0 1-2,0 0 0,0 0-1,0 0 1,0 0 2,0 0-1,0 0 2,0-1 1,0 1 1,0-2-1,0 2 1,0 0-1,0 0 0,0 0-1,0 0 1,0 0-1,0 0-1,0 0-1,2 0 1,-2 0 0,1-1 0,0 1-2,-1-1-1,1 1 2,1-1-2,-1-1 1,0 1 0,-1 1-1,1-1 1,3 0 2,-3 0 0,2 0 0,-1 1 0,-1-1 1,2-1-1,1 1-1,-1 1 0,1-3 1,-1 2-1,-1 0-1,1 0 1,-1-1 0,3 2 0,-3-3 0,2 1 1,-1 2-2,-1-3 1,2 2-1,0 0 0,-2-2 0,2 2 1,0-1-1,-1 1 0,2 1 1,0-1 0,-1-2-1,0 2 1,-2 1-1,3-1 2,-2-1 0,-1 1 0,2 1 1,-2-1 0,2 0-2,-3 0 2,2 0 1,-2 1 0,2-1 0,-1-1 0,-1 1-2,2 1 0,-2-1 0,3-1 0,-2 1-2,-1 0 1,2 1-1,-2-1 0,2-1 0,-1 2 1,-1 0-2,3-1 1,-3 1 1,-1 0 0,1 0 1,1 0 0,-1 0-1,-1 0 0,0 0 0,0 0 0,0 0 1,0 0-1,1 0 0,-1 0 0,0 0 0,0 0-1,0 0-2,0 0 0,0 0 2,0 0-1,0 0 0,0 0 0,0 0 2,0 0 0,0 0 0,0 0 0,0 0 1,0 0-1,0 0 0,0 0 1,0 0 0,0 0 0,0 0-2,0 0 0,0 0-1,0 0 1,0 0-3,0 0-5,0 0-10,0 0-17,0 0-21,0 0-23,0 0-26,0 0-23,0 0-23,0 0-21,-1 1-21,1-1-36,-1 0-43,-2 0-66,0 0-81,0 0-33,-2 2-14,0-1 10,-1-1 297</inkml:trace>
  <inkml:trace contextRef="#ctx0" brushRef="#br1" timeOffset="40626.9561">8864 8408 0,'-5'-3'69,"0"1"180,1-1-56,1 0-52,-3 1-51,0 1-32,1-2-23,-1 2-9,1 0-5,-1 0-4,0 0-5,0 1-1,-1 0-2,0 0 0,2 0-2,0 1 0,-1 0 0,1 0 1,1 0-1,-1 2 1,-1-1 1,1 2-1,0-1 1,-1 2 1,1-1 1,0 1 1,0 3 1,-1-2 0,2 1 1,-1 0 1,1 2-1,-1 0 0,2 1 0,-1 1 0,0-2-1,-2 2-2,2 0-1,1 0-1,-1 1-2,0-2 0,0 1-1,3 2-2,-1-3 1,-1 1-1,3 1-1,-1-2 0,1 1-1,0-2-1,1 0 1,0 2 0,2-3 1,-1 0 0,3-1-1,-1 0 0,1 1-1,1-2 0,3-2 0,-3 1 0,4 1-1,-2-4 1,1 1 0,0 1 0,2-3 0,-1 0 1,1 1-1,1-2 1,-2 0-1,1-2 1,-1 1 0,1 0 0,0-2-1,-1 1 1,0-1 0,-1-1 1,0 0-1,0 0 1,1 0-1,-1-1 0,-1 1 0,0-1 0,1-2-1,-2 2 1,-2 0 2,2-2 1,-1 3 1,-1-2 2,-2 1 2,2 0-1,0 0 1,-2 1-1,-1 1 2,1 1 0,-2-2 0,3 2 0,-3-1 0,0 2-2,-1-1 0,1 2-2,-1 0-3,0 0-1,0 0-2,0 0-2,0 0 0,-1 2 0,1-1 0,-1 3 1,0 0-1,-1-1 0,0 2 1,2 1 0,0-2 0,0 4 0,0-3 0,2 3-1,1 0 1,-2 0 1,3-1 1,0 0-2,-1 0 1,3 2-2,-1-2 1,2 0-2,0 0 0,-1 1 0,3-3 2,-2 2 0,1-2 0,2-1 0,-3 1 0,2-1 0,0-2 1,-1 0-1,1 1-1,0-2 2,-2 0 0,2 1 0,-3-2 2,0 0-2,2-2-2,-3 1 1,0 0 1,0-2 0,-2-1 1,1 3 0,0-3-1,-3 0 1,0-1-1,1 1 0,-2-3 0,-2 2 0,1-3-2,-3 3 1,2-3 1,-2 0 0,-2 0 0,0 0 1,-2-1-1,1 3-1,-2-2-2,1 1 1,-1-1 1,-1 2 0,1-2-1,-2 4 1,2-3-1,-1 3 0,0 0 1,0 1-1,2 0-1,-2 0 0,0 2 1,1 0 0,2-1-1,-2 2 0,2 0 1,-2 0-1,4 0 1,0 2 0,-1-1 0,2 0 0,-1 1 0,2-1 1,1 2 0,-2-1 0,3 2-2,1-2 1,0 0 2,0 2 0,0-1 0,3-1 0,0 1-1,1-2 0,0 2 1,1-2-1,2 2 0,-1-2 0,2 0 1,2 1 0,0-1 1,0-1-1,2 0 0,-2 0-1,4-1 0,-2-1 1,2 1 0,-3 0 1,3-2-1,-1 2 0,1-2-1,0 2 0,-2-2 0,2-1 0,-2 2-1,1-1 2,0 0 0,-3-1 1,3 1 2,-2 0-2,-1 0 0,0 1-1,-2-1 0,2-1 0,-2 2-1,-2-1 1,1 1 0,0 1 0,-1-1 0,-1-1 0,-2 3 0,1-1-2,0-1 0,0 1 0,-2 1 2,1 0 0,-1 1 0,-2 1 0,1-1 0,1 0 1,-1 3 0,0-1-1,-1 0 0,0 0-1,0 3 1,0-1-1,0 0-1,0 1 1,0 0-2,0 2 0,0-3-1,0 3 1,0-3-1,0 3 1,0-3 2,0 3-1,0-4 0,0 3 0,0-1 0,0-2 0,0 1 1,0 1 1,0-2 0,1 0 0,2-1 1,-3 0 2,1 0 0,-1-1 2,1 1 0,-1-2 0,1 2 0,1-2 1,-1-1 1,-1 1 0,1-1-1,2 0 0,-2 0 1,2-1-1,-1 1 1,3-2-2,-3-1-1,2 0-3,0 1 0,0-1 1,0-1-1,0-1 2,0 0-1,1-2-2,1 1 2,-1-1 0,0 1-2,1-1 1,-1-1 0,2 0 0,0 0 1,-1 2 1,-1-2 0,2 0-1,0 1-1,-1 1-2,0-1 0,-1 2 0,1-1 0,1 1 0,-2 2 1,0-1 0,1 1-2,-1 0 0,0 2-1,0 0 1,1-1-1,-2 2 0,-1 0 0,1 2 1,2-1 0,-3 1-1,-1 0 0,2 2 1,-2 0-1,1 0 1,1 0 2,-2 1 0,-1 0-1,2 1-1,-2 0 0,0 1 0,1-1 1,-1 1 0,0 1-1,-1-2 1,0 2 0,0 0 1,0-2 0,0 1-1,0 0 0,0-2 1,-1 3 0,0-3 0,-1 2-1,1-1 1,1-2 1,-1 0-1,0 1 0,1-2 0,-2 2 0,2-2 1,0-1-1,0 1 0,0-2 0,0 2 0,0-2 1,0 1 2,0-2 1,0 0-1,0 0 1,0 0 1,0 0 0,2-2-1,-1 1-1,0 0-1,0-2 2,2 2-2,-2-2 2,4-1-3,-3-1-1,1 1-2,2-3-1,-1 2 1,1-1-2,0-1 1,0-1 0,0 0-1,2 2 0,-2-2-2,1 0 1,2 1-2,-2 1 0,1-1-1,0 1 0,0-1 0,0 3 0,1-1 0,-1 0-1,1 2 1,-2-1-1,3 0 0,-2 2 2,-1 0 1,1 1 0,-1 0 1,1-1 1,-2 2 1,0 0-1,1 0 0,-1 2 2,0-1 0,0 0 0,1-1 0,-2 3 2,0 0-1,1-1 1,0 2-2,0 0 0,-1 0 0,-1 0 0,2 0 1,0 1 1,-1-1 0,0 1 0,1 2-2,-2-2-1,1 0 0,1 2-1,0-3 0,-1 2 2,-1 1 0,1-3 0,0 1-1,2 0 0,-2-1 0,-2 2-1,2-3 0,-1 0 2,0 1 0,1 0 2,-3 0 1,2-2 1,-2 0 0,2 1-2,-1-1 1,-1-1 0,3 1 0,-3-1 0,3-1 0,-2 0 1,2 0-1,1-1 1,-1-2-1,1 2-1,0-2 0,2 1-1,-2 0 0,1-3 1,3 1-1,-3 0 0,3 0 0,-3-1 0,3 0 0,0-2 0,-2 1 0,3-1-1,-3 1 1,2 0-1,0-2 1,-1 3 0,0-3 0,-1 3 1,1-2-1,-2 1 0,3 2 1,-3-1 0,3 0-1,-3 2 0,0-1 0,0 0 1,-1 1-1,0 1 0,0-1 0,1 2 0,-2-1-1,1 1 1,0 1-1,-1 0 0,0 0 0,-2 1 0,2 2 1,-2-2 0,3 2 0,-2-2 0,-1 2 0,2 2 0,-3-1 0,2-1 2,-1 1 0,0 1 1,0-1 0,-1 1 1,-1-1 0,1 1 0,1-1 2,-2 1 0,0 0-1,0 0 0,0 0 0,0-1 0,0 1 0,0-1 0,0 1 0,0-2-2,0 2 0,-2-1-1,1-1 1,1-2 0,0 3-1,0-3 1,0 2 1,0-2 4,0 2 2,0-2 2,0-1 0,0 2 1,0-2 0,0 0 1,0 0 0,0 0-1,0 0 0,0-2-2,3 2 1,-1-1-1,-1-2-2,3 1-2,0-1-4,-2-1-2,3 0-2,-1 0 0,0-1 1,2 0-2,-1-2 1,0 2 1,1-3 1,0 2-1,-1 0-1,3 0-1,-2 0-1,0 1-3,0 0-1,0 0 3,1-1-2,0 2 0,-2 0-1,1 1 0,2 0-1,-2 0 0,-1 2 0,1-2 0,-1 2 1,0 1 1,1 0 2,-2 0 0,0 1 2,-2 2 0,2-2 0,-3 2 0,3 0 1,-3 0-1,0 1 0,1 0 1,-1 2 0,0-1 1,-1 0 0,0 0 0,0 1 0,0 0 1,0-1 0,0 1 0,0-1 0,0-1 0,-1 1 0,0-1 0,-1 1-1,1-2 0,1 2 0,-1-1 0,0-1 1,1-1 1,0 1-1,-3 1 1,3-2-1,0 1 1,0-3 0,0 3 0,0-2-1,0-1 3,0 0-1,0 0 0,0 0 0,0 0-2,0 0 1,0 0-2,0 0 1,0-2 0,3 0 0,-2-1-1,0 0-1,0-1 0,2 0-2,-1-2-4,2 0 0,2 1-3,-2-2 0,1-1-2,0 0 0,1 0-2,0-1-1,3 1-2,-3 0 1,2-1-2,-1 1 2,1 1-1,0 0 2,1-1 3,0 3 0,-2-2 2,-1 2 1,3 1 1,-3-1 1,3 1 1,-3 3 2,-1-2 0,1 0 2,-1 2-1,0 1 1,-1 0 1,2 0 0,-3 0 0,-1 1-1,2 2 1,-3 0-1,2-2 1,-2 3 0,1 1 0,0-1 0,-1 0 1,0 0-1,-1 1 0,1-1 0,1 1 1,-1 1 1,0-2-1,2 1 1,-1 0 0,-1-1 1,4 0 0,-2 1-1,-1-2 1,2 2 1,1-1-2,1 0 1,-1-1-1,0 1 0,2-2-2,1 2 2,-2-2 1,3 0 0,-2-1 1,2 2-1,0-3-1,-1 1 0,1-1 0,1 0 0,0 0-1,-1-1 2,-2 1 0,3-1 1,-2-2 0,0 2-2,0-2 0,-2 0 0,3 0 1,-3-1-1,1 0 0,-2-2 0,-1 1 1,1 1 1,0-2-1,-1 0 2,-2 1-1,2-1 2,-2 0 2,2 1 0,-3 0 0,2 1 0,-2-1 1,0 1 1,-1 1 3,1-1-2,1 2 0,-2-1-1,0 0-1,0 2 0,0 0-1,0-1-2,0 2 0,0 0-2,0 0 0,0 0 0,-2 2-3,1-1 0,1 2-2,-1-1 0,0 2 1,-2 1 0,2 1 0,-3 0 1,3 0-1,0 0 1,0 2 1,-1 0 1,1-2 2,1 3 0,-1-1 1,1 0 2,0 1 2,0-1 1,1 1-2,-1-1 1,3 0 1,-1 1-1,2-2 2,-2 2-1,3-2-2,-1-1 1,0 1-2,2-2-1,-1 2-1,1-3-2,0 0-1,2-1-1,-2 0 0,3 0 2,-2-2-1,0 2 0,1-2-2,-2-1-1,3 0-1,-3-1 0,3-1 1,-3 1 1,0-3-1,2 3 1,-2-3 1,0-1-1,-1 1 0,-1-3 0,0 1-1,-2-1 2,2-1 1,-2-2 1,-2 0 0,0 1 0,0-4-1,-1 1 1,-3 1 1,3-3-1,-3 1 1,2 0-2,-2 0 2,-1 1-1,0-1 0,0 0-1,0 3 1,-2-1 0,1 0-1,-1 1 1,1 2-1,0 1-1,0 1-1,-3 0 0,3 1 0,-3 0 0,3 1-2,-3 3 0,3-2 0,-2 2 1,1 1 0,0 1-1,0 2 0,0-2 0,2 3 0,0 1 0,-1 0 1,2 1 1,-1 0-1,3 1 2,-2 1 0,1 1 1,1-1 0,2 1-1,0-1 0,0 0 0,0 1 1,2-1 0,1 1 2,1-1-1,-1 0 1,1-1-1,1-1-1,1 1 0,0-1 0,2-3-1,-1 2-1,1-1 0,0 1 0,0-3-1,3 0 0,-2 1-2,2-2 1,-1-1-2,1 0 1,0 0-1,-2-1 0,2-2-1,0 2 1,1-2 0,-1 1-1,-1-2 1,1-1-1,-1 0 1,1-1-2,-1 1 0,1-2 1,-1 1 1,-1-1 0,1-2-1,-2 1 2,2 0 0,-2-1 2,0 1 0,0-1 0,-2 2-1,1 0 1,0 0 0,-2-1 1,1 4 1,-2-2 0,-1 1-1,1 0-2,1 1 0,-3 2 2,1-1-1,0 2-1,-1-1 0,-1 1 1,2 1 0,-2 1 1,-1 2 1,1-1 0,2 1 0,-2 3-1,0-1 1,-1 0 1,0 3-1,0-1 1,0 0 1,0 0 0,0 1 2,0 1 0,0-1 1,0 1 0,0-1 0,0 0 0,0 1 2,0-1 1,-1 1 1,0-1-1,-2 0 3,2 0 0,1-2-1,0 2 1,0-3-2,-1 1 0,1-1-1,0-1 2,0 0-1,0 0 2,0 0 2,0-2 4,0 1 5,0-2 6,0 2 4,0-2 4,0 0 0,0 1 3,0-2 0,0 0 0,0 0 1,0 0-2,0 0-1,0-2 0,0 1-5,0-3-4,0 2-6,1-1-6,-1-1-5,1-1-6,3-1-2,-3 0-1,2-1-1,-1 0-1,2-1 1,0-1-1,0 1 0,0-2-1,1 0-1,0 2 0,1-1-1,1 1-3,0 0-1,-2 0 0,1 3-3,2-3-1,-1 3-3,-1 0-2,3-1-2,-3 2 0,3 0-2,-3 2 1,0-2-1,2 3 1,-2-1 1,-1 1 0,1 1 1,-1 1 3,0 2 1,-1-2 2,2 3 1,-2-1 2,0 0 2,-2 2 1,3 0 0,-3-1 0,2 4 0,-1-2 1,-1 2 0,1 0 2,-2 1-2,3-1 1,-2 1 0,2 2-1,-2-2 1,2-1 1,-1 1 0,1-1 1,0 1 0,0-1 2,1 0 0,1 0 1,-1-2-1,0 2 3,4-1 1,-3-2 1,4 0 1,-3-1 3,3 0-1,-1 0 0,2-1 0,-1-1-1,3-2 1,-1 0-1,-1 0-1,0 0 0,2-2-1,-2-1-1,0-1-2,0 0-1,2 0 0,-2-1-1,-1-2-5,1 0-5,-2-1-10,-1-1-13,1-1-12,-2 1-13,1-3-14,-3-1-13,1 1-13,-1 1-14,0-3-41,-2 3-50,0-1-63,-3 0-70,0-1-28,-1 1-11</inkml:trace>
  <inkml:trace contextRef="#ctx0" brushRef="#br0" timeOffset="52197.1428">3779 9577 154,'0'1'130,"0"-1"-19,-1 2-15,1-1-13,-1 0-13,1 0-11,0-1-10,0 2-5,0-2-5,0 0-1,0 0-3,0 0-1,0 0-2,0 0 1,0 0-2,0 0 2,0 0 0,0 0 1,0 0 0,0 0 1,0 0-1,0 0 0,0 0 0,0 0 0,0 0 0,0 0 0,0 0-2,0 0 2,0 0 0,0 0 1,0 0 1,0 0 0,1 0 2,0 0-1,2 0-1,0-2 1,1 2 0,0-1-2,0 0-1,2 0 1,-1-1 0,1 0-1,1 0-1,1 1-2,-1-2-1,3 2-3,0-2-3,-1 0 1,2 0-1,-1 1 0,1-1-2,0 0 0,2 0-1,-1 0-2,-2 2 0,2-3-1,1 3-2,-2-1-2,0 0-3,0 0-1,-1 0-2,1 1-1,-2-2-1,1 3-3,-1-1-1,1 0-1,-3 0 0,3-1-2,-2 2 0,0-1 0,1 0 0,-3-1 0,3 2 0,-3-1 1,1 1 1,0-1-1,-2 1-2,1 0 2,-1 0-1,-1 0 0,-1 0 1,0 0 0,2 0 1,-3 0 0,1 0-1,-2 0 1,2 0-1,-1 0-1,-2 0 1,0 0-4,1 0-4,-1 0-8,0 0-9,0 0-12,0 0-13,3 0-12,-3 0-10,0 0-11,0 0-10,0 0-10,0 0-11,0 0-22,0 0-27,0 0-59,0 0-73,0 0-30,0 0-14</inkml:trace>
  <inkml:trace contextRef="#ctx0" brushRef="#br0" timeOffset="52794.1334">3931 9759 70,'0'3'137,"0"-2"-18,0 1-13,0-1-15,0 0-14,-2 0-15,2-1-15,-2 2-9,2-1-6,0 0-3,0-1-3,0 0-2,0 0-2,0 0-2,0 1-3,0-1 1,0 0-1,0 0-2,0 0-1,0 0 0,-1 1-1,-1-1 0,1 0-2,0 1 0,1-1-2,-1 1 2,-1-1-1,1 0 2,0 0 0,1 0 0,0 0-1,-1 0-2,1 0 0,-2 2 0,2-2 0,0 0 3,0 0-2,0 0 2,0 0-3,0 0 3,-1 1 0,1-1 0,0 0 0,0 0 1,0 0 2,0 0 1,0 0 0,0 0 0,0 0 1,0 0 1,0 0-1,0 0 2,0 0 2,0 0 1,0 0 1,0 0 1,0 0 0,0 0 1,0 0-1,0 0 1,0 0 1,0 0 0,0 0-1,0 0-2,0 0 1,0 0 0,0 0 1,0 0-2,1-1-2,1-1-1,-1 2-1,-1 0 0,1 0 2,2-1 1,-2 1 2,1-1-1,1 0 2,2 1 2,-1 0 1,-1 0 0,1-1-2,2 1 0,-1 0-1,1-1 0,2 1 2,-2 0-4,0-1-1,3 1-4,-3-2-2,3 2-3,-3 0 0,4 0-3,-3 0-1,1 0-1,2 0-2,-3 0 0,2-1 0,0 1 1,-1-1 0,1 0 0,1 1 1,0 0 1,-1 0 1,-2 0 2,3-2-1,-2 2-1,0 0 0,1 0 1,-2 0 0,1 0 0,-2 0 1,1 0-2,0 0 0,-2-1-1,1 1 1,-2 0 1,-1 0 0,1 0 3,1 0 3,-3 0 4,1 0 3,-2-1 3,2 1 3,-2 0 2,0 0 2,1 0 3,-1 0 3,-1 0 0,0 0-1,0 0 0,0 0-1,0 0-2,0 0-3,0 0-4,1-2-5,-1 2-4,0 0-3,2-1-3,0 1 0,-2 0-6,1-1-2,0-1-2,-1 2 0,1-1-1,1 0-2,-1-1-7,0 2-7,-1-1-14,3 0-13,-1 0-19,-1-1-21,3 1-19,-3-1-18,2 1-16,-2-1-15,3 0-17,-2 1-16,2 0-40,-3-1-50,3 2-51,-3-1-51,2 0-15,-1 0 2</inkml:trace>
  <inkml:trace contextRef="#ctx0" brushRef="#br0" timeOffset="54893.1944">5662 9461 0,'4'-2'168,"-2"-1"98,2-1-35,-3 2-41,2-1-47,-1 0-29,-2 1-23,1-1-8,1-1-4,-1 2-1,-1 0 2,1-2 4,0 2 6,-1-1 5,0 2 3,0-1 3,0 1 1,0 0-1,0 0-4,0 1-3,0 0-4,0 0-3,0 0-2,0 0-3,0 0-5,0 0-7,0 0-8,-1-2-9,0 2-9,1 0-9,0 0-8,-1 0-6,-1 0-4,1 2-4,-1-1-2,-1 1 0,2-1-2,-4 1 1,3 3 0,-1-1 2,-2 0 1,1 0 3,-1 3 0,0-1 1,0 2 0,-1 0 2,1 0 4,-1 2 0,1 0 1,-2 0-1,0 3 1,0 0 0,2 1-1,-1 1 0,-2 0-1,2 0-1,1 2 0,-2 0 0,0 0-1,2 1-2,-1 0-3,3 0-2,-1-1-1,0 1-3,3 0 0,0 0-1,-1 0-2,2-2-1,2 1 2,-1 0-2,0 0-1,3 0 1,0-1-1,-1 0-1,3 0 0,-1 0 0,2-1-1,0 0 2,-1 0-1,3-1 1,-3 0-1,3 0 0,0 0-1,-2-3-1,3 1 2,-1 0-1,1 0-2,-2 0 0,2-3 2,-1 1-2,2 1 1,-2-3 0,1 0-2,0 1 1,-2-1-1,0-1 0,2-1-3,-3 0-8,2 0-13,-1-3-17,0 3-23,-2-3-24,2 2-23,-2-2-21,-1 0-19,0 0-19,0-1-18,-1-2-24,-1 3-27,1-2-62,1-1-76,-5 0-35,1-1-17,2 0 6,-2-1 60</inkml:trace>
  <inkml:trace contextRef="#ctx0" brushRef="#br0" timeOffset="55277.2009">6153 9574 75,'1'-4'297,"-1"-1"-24,1 0-35,0 1-63,-1-1-77,0 1-36,0 1-20,0 0-6,0 0-2,0 0-3,0 0-1,0 3-2,0-2-5,0 0-2,0 1-4,2 0-1,-2 0 0,0 1 2,0 0 6,0 0 2,2 1 3,-2 1 0,1 1 3,0 0 1,1 1 2,-1 1 4,-1-1 4,1 2 1,1 1 3,-1-1 2,0 2-1,-1 0-2,1 0-1,-1 1-2,2 0 1,-1 1-2,-1 1-2,1 0 0,-1-1-2,1 2 2,2 0 2,-2 1 0,0 0 1,-1 0-1,1 0 1,1 2-2,-1-1-4,0-1-2,-1 2-2,1-1 0,1-1-2,-1 2-1,-1-1-4,1-1-4,0 1-3,1-3-5,-1 1-4,-1-1-1,4 0-1,-3 0-2,0-2-3,0 1 0,1-1-1,-1-3-1,0 2 0,-1-3 1,1 3 1,1-1-2,-1-3 0,0 1-10,-1-1-16,1-1-18,2 0-21,-2 0-19,0 0-18,-1-1-19,1-1-17,-1-1-32,0 0-37,0 0-62,0 0-74,0 0-38,0 0-22,0 0-1,0 0 186</inkml:trace>
  <inkml:trace contextRef="#ctx0" brushRef="#br0" timeOffset="55594.2082">6569 9879 300,'1'0'307,"0"0"-34,2 0-48,-2 0-58,3 0-62,-2 0-28,2 0-12,0 0-7,-1 0-1,3 0 1,0 0 0,0 0 3,1 0 1,-1-2 0,3 2-2,-1 0 0,-1 0-2,4 0-5,-1-1-5,-1 1-6,1 0-9,-2 0-5,2 0-3,0 0-2,1 0-2,-2 0-4,2 0-3,-2 0-2,1 0-5,0 0-1,0-1-4,0 0-1,-2 1 0,1-2 0,1 1 0,0 1 1,-1-2-1,-2 2 1,3-1-2,-2 0 0,-1 0-1,1 1 1,-1 0 1,-1-2-1,-2 2-2,2-1-6,-2 0-11,-2 1-12,2 0-17,-3-2-16,2 2-21,-2 0-15,-1 0-14,0 0-23,0 0-28,0 0-61,-2-2-79,-1 1-38,-2-1-19,0-1-4,-1 0 288</inkml:trace>
  <inkml:trace contextRef="#ctx0" brushRef="#br0" timeOffset="55865.1991">6717 9701 134,'0'0'287,"0"0"-40,0 0-59,0 0-52,0 0-50,0 0-24,0 0-14,0 0-5,0 0 0,0 1 4,0 1 4,0 0 6,1 1 5,0 0 3,-1 0 5,1 1 3,2 1 0,-2 0 7,0 0 6,-1 1 2,1 0 2,1 2-1,-1-1 1,-1 2-5,1-1-3,0 0-5,1 1-4,-1 0-4,-1 1-6,1 0-2,0-2-5,1 2-8,-1-1-9,-1-1-7,2 1-8,0-1-4,-1 1-3,0-1-4,-1-1-3,1 1-1,1 0-2,-1-1 0,0-1-1,-1 1 0,1-1-1,1 2-1,-1-3-1,0 1-6,-1 0-8,4-1-19,-2 0-22,-2 0-23,1-1-22,2 0-19,-2 0-19,2 0-18,-2-1-18,2 1-33,-1 0-40,0-1-57,2 0-69,-1-1-24,-1 0-8</inkml:trace>
  <inkml:trace contextRef="#ctx0" brushRef="#br0" timeOffset="56434.2745">7540 9683 0,'2'-5'273,"1"0"73,1 1 8,-3-1-48,2 1-76,-1 1-44,0-1-28,0 0-9,-1 0-2,0 3 6,-1-2 5,1-1 2,1 3 1,-1-2-3,-1 2-7,1 0-7,-1-1-11,0 2-8,0-1-12,0 0-11,0-1-12,0 2-9,0 0-9,0 0-9,0 0-8,0 0-7,0 0-5,0 0-5,0 0-4,0 0-4,0 0-3,0 0-3,0 0-3,0 0-2,0 0-2,-1 0-1,-2 2-2,2 0-1,-1 0-1,-2 0 1,2 2-3,-1 0 0,-1 0-1,2 1 1,-2 3 1,-1-1 0,0 1-1,1 0-1,1 0 0,-1 1 0,0 0 0,2 0-1,-2 1-2,1 0-1,2 0-2,-1 1 1,-2 0-2,4 0 1,-1 0-1,0 0-1,1 1 0,0-1-1,0-2 1,1 1 0,0 1 0,0-2-2,3 0 0,-2 2 1,1-3 1,2 0 0,0 1-1,1-3 1,-1 2 0,1-3 0,3 3 1,-3-2 0,4-3 0,-2 3-1,0-3 0,1 0 0,2 0 2,-2-1-1,2-2-1,-1 2 1,1-2 1,-1 0-2,0-2 0,1 2 0,-1-2 1,1-1-1,-1 0 0,1 0 0,-1-1 1,-1-1 0,1 0 1,-3 0 0,1 0 1,1-2-2,-3-1 1,0 1-1,-1-1 0,-1-3 1,-2 2-1,1-1-1,-2-4 0,1 3 0,-2-3 0,-2 1-1,1-2-1,-2 0 2,1-1 2,-2 2-1,0-2 0,-2 2 0,1-1-1,0 2-1,-2 0 1,0 1 0,1 0 1,-1 2 0,-1 0-2,0 2 0,0-1-1,-2 2-1,2 0-1,-2 2-1,0 1 1,-1 0-4,-1 0-2,1 4-9,-1-1-9,-1 1-10,1 1-12,-2 1-13,3 0-15,-3 3-23,2-2-30,1 2-27,0-1-28,-1 2-21,4 1-18,-1-1-14,0 0-10,2 2-11,2-3-11,0 3-29,1-2-34,-1 1-39,4-3-40,1 3 0,0-2 15</inkml:trace>
  <inkml:trace contextRef="#ctx0" brushRef="#br0" timeOffset="56880.2399">8019 9654 0,'5'-4'10,"2"2"344,-2-1 12,-2 3-23,1-3-39,1 2-43,-3-1-46,1 0-24,-2 2-11,0-1-10,1 0-9,-1-1-7,-1 2-9,0 0-9,0 0-9,0 0-12,0 0-14,0 0-12,0 0-15,0 0-14,0 0-16,0 0-11,0 0-10,0 2-5,0 0-5,0 0-2,-1 1-2,-1 0-2,0 2 0,1 1-1,-2 0-1,2 1 1,-4-1 0,4 3 1,-2 1 1,2-1 1,-1 1-1,-1 1-1,2-1-2,-2 0 1,1 1-2,2 1 0,-1-1 1,1 1-2,0-2 1,0 2-1,1 0 1,-1-2-2,2 1 1,1 1-1,-2-2-1,3 0 1,-2 0 0,2 0-1,2-2 1,-2 0-1,1 0 1,2-2 0,0 2 0,-1-2 0,1-1 1,1 0 0,-1-1 0,3-1 0,-2-1-1,0-1 2,1 1 0,0-1 1,-1-1 0,2 0-1,-1-1 0,2-1 3,-3 0-1,0-1 1,1 0 1,0 0 6,-2-3 4,3 2 3,-4-2 2,3-1 0,-3 1 0,-1-2 0,1 0 0,-1-1 0,-1-2 2,0 2 1,-3-1 0,3-4 0,-3 3 1,-1-3-2,0 1-2,-1-1-1,-3 0-1,2 1-2,-2-1 0,0 1 1,-2 1 0,0-1-1,-2 3-2,1-1-1,-2 0-2,-1 1-3,0 1-1,-1 0-4,-1 2-4,-1 0-5,1 2-5,-2-1-10,3 1-10,-3 2-15,2-1-15,-2 0-26,3 3-31,0 0-35,1 1-33,-1 0-27,2 0-22,-1 1-29,4 0-30,-2 2-59,3-1-72,2 0-35,-1-1-17,-1 0-1,5 1 7</inkml:trace>
  <inkml:trace contextRef="#ctx0" brushRef="#br0" timeOffset="57184.2421">8616 9505 0,'3'-2'95,"1"-1"286,1 0 9,-1 0-11,-2 2-21,1-1-65,-2 1-85,2-1-48,-1 0-33,-2 0-18,1 1-10,2-1-10,-2 2-11,0-1-10,-1 1-14,0 0-9,1 1-6,1-1-6,-1 3-3,0-1-1,-1 2-1,1 0-1,1 2 1,-1-1 1,0 1 0,-1 2 0,1 0 1,1 0-1,0 1-2,-2 0-4,0-1-6,1 3-6,0-1-3,-1-1-2,0 3-3,2-3-1,-1 2-1,-1-1-1,1-1-1,1 1 0,-1-1 0,0 1-8,-1-2-14,1 0-16,1 1-19,-1-1-20,-1 0-20,0-3-17,0 3-14,0-3-13,0 1-10,0-1-10,0-1-10,0 1-17,-1-1-20,-1 0-18,1-1-17,1-1-36,-2 2-45,-1-3-13,0 1 2</inkml:trace>
  <inkml:trace contextRef="#ctx0" brushRef="#br0" timeOffset="57559.2905">8505 9590 79,'0'-3'299,"0"1"-36,0 0-51,0 0-51,0-1-49,3 1-31,-1 0-21,1-2-11,-1 2-7,4-1-5,-1-1-2,0 3-2,3-2-4,-1-1 0,2 2-1,-1-1-1,2 0 0,0 1 1,3-2-1,-2 0 0,0 1-2,3-1-1,-3-1-2,1 1-1,1 2 0,-2-1 1,0 0 3,1-2 3,-1 2 2,0 0 2,-3-1 4,2 0 3,-1 1 5,0-1 6,-3 0 7,3 0 8,-3 0 13,-1 2 10,1-1 8,-2-1 3,-2 2 1,2 0-2,-3-2-3,2 2 0,-2 0-3,-1 0-3,2-1-5,-2 3-6,0-3-8,-2 2-9,2-1-14,-2 0-9,-1 1-11,0 0-5,1-1-4,-2 2-2,-1 0-3,2 0-4,-1 0-5,-1 0-1,-1 0-2,1 2-1,-2 0 1,0 1 1,2-1 1,-2 1-2,-2 2-1,3 1-1,-3-1 1,0 1-1,1 1 0,0 1 1,-3-1 1,2 2 1,-1-1 1,2 2 0,-2-1-2,1 0 0,-1 0-2,0 2 1,0-2-1,3 0 0,-2 0-1,0 1 1,2 0 1,-1-2-3,2 0-8,0 0-12,1-2-15,0 2-16,1-4-17,1 3-16,-1-2-14,3-2-13,-2 1-9,2-1-13,-2 0-11,2-2-12,1 1-13,-1 0-5,0-2-2,-2 2 1,2-1 4,1-1 0,0 0 0,0 0-7,-1-3-10,0 1-15,-1-1-21,1-2-26,1-1-29</inkml:trace>
  <inkml:trace contextRef="#ctx0" brushRef="#br0" timeOffset="57771.2093">8515 9508 40,'5'-4'276,"-4"1"-19,3 0-26,-3-1-27,2 2-28,-2 0-26,1-2-27,1 3-12,-1-1-7,1 0-4,-2 0 0,2 0-5,-2 2-4,0-1-7,-1 1-7,1-1-1,1 1 0,-2 0 4,1 1 9,0-1 1,-1 1-1,4 1-1,-2 0-4,-1 1-2,2 1-3,-2 0-2,3 1 2,-1 1 1,-1-1-1,4 2-7,-2 0-8,0 1-14,-1-2-16,3 3-8,-1-1-7,2 0-4,0 1-2,-2-1-1,3 1-1,-1-1-1,1 0-3,0 1-1,1-1-2,-1 1-2,0-2-2,2 1-10,-3-2-16,2 2-22,-3-4-27,2 3-28,-1-3-27,1 1-21,-2-1-21,1 0-19,0-1-22,0 0-38,-2 1-48,0-1-57,-1-1-59,1-2-20,-2 1-2</inkml:trace>
  <inkml:trace contextRef="#ctx0" brushRef="#br0" timeOffset="58694.3404">9188 9377 0,'5'-3'28,"-2"0"280,-1 0-2,-1 2-34,2-1-48,-2 0-37,2 1-30,-1-1-7,-1 1 4,0 0 7,1 0 9,-1-1 6,-1 2 6,1-1 3,1 0-2,-1-1 0,0 2-1,-1-1-2,0 0-3,0 1-6,0-2-8,0 2-12,0 0-12,0 0-12,0 0-12,0 0-11,0 0-9,0 0-7,0 0-9,0 0-8,0 0-9,0 0-10,0 0-10,0 0-9,0 0-6,0-1-6,0 1-4,0-1-5,0 1-3,0 0-5,0 0-2,0 0-4,0 0-1,0 0-2,0 0 0,0 0 0,0 1 0,0 0 1,0 1 0,0 0 0,0 2 1,1 1-1,1 0 0,-1 1-1,0 0 3,-1 2 0,1 0 2,2 1 1,-2-1-1,0 3 1,-1-1 0,1 2 0,1-1 1,-1 1 0,-1-1-1,1 3 1,-1-1 0,0 1 1,0 0-1,0 0 1,0 0 0,0 0-1,0 2 1,0-1 0,1 0-2,-1 0 1,2 0-1,-1 1 0,-1-1 1,1 0-1,0 0 1,1 0 0,-1 0 0,-1-1 0,2-1-1,0 1 0,-1-3 0,0 1 0,-1-1 0,1 0 0,1-1 0,-1-1 1,-1 0-1,0-2 0,0 0 0,1 0-1,-1 0 0,0-3 1,0 1 1,0-1 0,0-1-1,0 0 0,0 1 0,1-1 1,-1-1 0,2 0-1,-2-2 0,0 1-5,1 1-5,-1-2-11,0 0-15,0 0-18,0 0-22,0-2-36,-1 1-43,-1-1-49,1 0-50,1-1-49,-2-1-51,-1 0-67,2-2-76,-4-1-38,2-1-19,1 2-1,-2-3 7</inkml:trace>
  <inkml:trace contextRef="#ctx0" brushRef="#br0" timeOffset="60001.3272">6119 9576 59,'1'0'113,"1"0"-16,0 0-15,-1 0-13,2 0-12,-2 0-11,2 0-9,-1 0-9,-1 0-5,2 0-2,-2 0-2,0 0 1,3 0-1,-3 0 2,-1 0 0,1-2 1,1 2 1,-1 0 0,0-1 2,-1 0 1,3-1 2,-2 2 0,0-1 1,0 0 1,1-1 0,0 2 1,-2-1-1,1 0-2,0 0 1,1-1 0,-1 2-1,-1-1 0,1 1-1,1-2-1,-2 2-2,0-1-1,0 0-1,0 0 0,0-1 0,0 2 0,0-1 2,0-2 1,0 2 2,0-1 0,0 1 0,0 0 1,0-2 1,0 2 1,0-1 3,1 0-1,-1 0 0,0 0 1,0 1-1,0-2 0,0 2-1,0-1 1,0 0 0,0 0 0,0 0 1,0 1-1,0 0 1,0-1-3,0 2 0,0-1 1,0 0 2,0-1 0,0 2 1,0-1 0,0 0 0,0 0 0,0 1-1,0 0-2,0 0 0,0 0-2,0 0-2,0 0-2,0 0-1,0 0-2,0 0-4,0 0-2,0 0-4,0 0-3,0 0-3,0 0-2,0 0-3,0 0-1,0 0-1,0 1 0,0 0-1,0 0 0,0 1 0,0 0 0,0 0 0,0 0 0,0 1 0,0 1 0,0 0 1,0-2 2,0 4 1,0-1 0,0 0-1,0 0 1,0 2-1,1-1 1,-1 1-1,1-2 1,1 3 2,-1-1 3,0 0 3,-1 1 2,1 1 3,2-1 1,-2 0-1,0 1 2,-1-1 1,1 2 1,1 1 3,-1-1 1,0 0 0,-1 1 1,1 0 0,1 1-2,-1-1 1,-1-1-2,1 2-2,2 0 1,-2 0 1,1-2-1,1 1-1,-2 1-1,2-2 1,-1 0-2,-1 0 0,2 0-1,-2-1-2,3 1-1,-2-1-3,-2-1 0,3 0-1,-2 1-1,0-1-1,0-1 1,1 0-1,-1 1-1,-1-2 1,1 1-2,0 0-1,1-2 0,-1 1-3,-1 0 1,2-3 1,0 3-1,-1-2 2,-1 1-1,0-1-2,0-1 0,1 0 2,-1 3-1,0-3-1,0 0 1,0 1 2,1 0-1,1-1 0,-2 1-2,0-2 0,1 1 0,-1 1 0,0-3 1,1 2 0,-1 1-2,0 0 0,1-2 0,-1 0 0,0 2 0,0 1-2,2-3 0,-1 0 2,-1 2 1,1-2 2,-1 1-4,0 1-4,1-3-10,2 2-14,-2-1-19,0 0-21,-1 0-20,1 0-23,1 0-19,-1 0-18,-1-1-22,1 2-25,0 0-61,1-1-77,-1 0-45,-1 0-29,1-1-6,1 2 4</inkml:trace>
  <inkml:trace contextRef="#ctx0" brushRef="#br0" timeOffset="61979.3551">9730 9271 0,'0'0'165,"0"0"46,0 0-41,0 0-30,0 0-30,0 0-23,0 0-19,0 0-13,0 0-8,0 0-4,0 0-4,0 0 0,0 0-1,0 0 3,0 0 1,0 0 0,-1 0 3,1 0 1,0 0 0,0 0 2,0 0 2,-2 2 2,2-2 3,0 0 2,0 0 3,0 0 4,0 0 1,0 0 5,0 0 4,0 0 4,0 0 3,0 0 5,0 0 3,0 0 6,0 0 4,0 0 5,0 0 0,0 0 0,0 0-2,0 0-1,0 0-2,0 0-3,0 0-5,0 0-3,0 0-6,0 0-7,0 0-6,0 0-8,0 0-7,0 0-7,0 0-6,0 0-4,0 0-4,0 0-1,0 0-4,0 0-4,0 0-4,0 0-1,0 0-2,0 0 1,0 0-2,0 0 1,2 0-1,-1 0 0,0 0 3,3 0 1,-2 0 1,1 1 1,-1 0 0,2-1 0,0 1 2,1 1 0,-2-1 0,2 1 1,0 0-2,3 1 2,-2-1 0,-1 2-1,2-2-3,0 2-3,0-1-1,-1 1-2,-1 0 0,3 2-1,-2-1-1,0-1 1,0 2-2,0-2 0,1 3-1,0-1-1,-1 1-2,3-1 0,-4 2-1,1 0 0,2-1-1,-2 1-2,0 1 1,0-1-1,1 1 0,-1 0 2,0 0-2,-1 0 0,0 2 0,-1-2 0,0 3 2,0-2-1,0 2 0,0-1 0,-2 1 1,2-1 1,-3 3 0,2 0 0,-2 0-1,0-1 0,-1 2 0,0 0 0,-1-1 1,0 0-1,-2 2-1,2 0-1,-3-1-1,2 2 1,-2-1 0,0 0 0,0 0-1,0-1 1,0 1 0,-1 0 0,0 0-3,-1-1 1,1 1-1,0-1 0,-1 0-1,-1-2 1,1 2 0,0-1-1,0-1-1,-1 1 2,0-3 0,2 1-1,-1-1 0,-1 0 0,0 0 2,2 0 1,-2-2-1,1 0 1,1-1 0,-1 1-1,0-2 1,1 2 0,-1-4-2,1 3 1,0-4-1,0 2 0,-1-1 0,1 0-4,1-2-3,1 1-6,-2-1-8,1 0-12,-1 1-17,1-2-18,-1 1-19,2-2-30,-1 1-31,0-2-39,-2 1-39,4-1-33,-1 0-31,-1-1-54,2 0-64,-2-1-48,2-1-43,-1-1-11,3-1 4,-1-2 13,0 0 263</inkml:trace>
  <inkml:trace contextRef="#ctx0" brushRef="#br0" timeOffset="62666.3955">10686 9332 0,'1'-2'71,"1"1"240,-1 0-6,0-1-35,-1 2-52,0-1-42,0 0-35,0 0-14,0-1-6,0 2 0,0 0 2,0-1 4,0 1 5,0 0 1,0 0 0,0 0-2,0 0-1,0 0-5,0 0-4,0 0-8,0 0-9,0 0-9,0 0-7,0 0-7,0 0-8,0 0-10,0 0-9,0 0-7,0 0-6,0 0-3,0 0-5,0 0-2,0 1-2,-1-1 0,0 3 1,-2-1 0,2 1 0,-2 0 1,1-1 1,-3 2 3,1 1 1,1 1 4,-1 0 3,0 1 4,-2-1 0,1 2 0,0-1 0,-1 1-4,1 1 0,-2-1-2,0 2-3,2-1-2,0 2-2,-1 0-1,1 1-2,0-1-4,0 1-5,-1 0-5,1 0-3,0 1 0,-1 0-2,1 0 0,1 1 1,0-1 0,-2 2 0,2-1 0,2 2-2,-2-2 0,2 3 1,-2-1-1,3 0 0,-2 1-2,2-1 0,1 1 0,0 0-2,0 0 0,0 1-2,0-2-1,0 2 1,1-1-2,2 0 1,-2 0-2,3-1-2,-2 1 0,1-1 0,-1 0 0,2 0 1,1-2-1,-2 0 1,1 0 0,0-3 0,1 3 0,0-4-2,-1 2 0,1-2 0,1 0 1,-1-1 1,0-1 0,0-2-1,1 2 1,-1-1 1,1-2 0,0 1 0,0-2-2,1 0-1,0 0-2,1-1-2,0 0-8,-3-1-9,2 1-15,0-2-14,-1 0-17,-1 1-18,0-2-33,0 1-40,0 0-42,-1-1-41,1 0-42,-3 0-40,2 0-73,-3-1-84,2 0-36,-2-1-12,0 0 2,-1-1 9</inkml:trace>
  <inkml:trace contextRef="#ctx0" brushRef="#br0" timeOffset="67565.4846">11511 9439 175,'2'-1'307,"1"0"-37,-2-1-53,2 2-51,-2-1-49,0 0-24,-1 1-9,1-2-1,1 2 0,-1-1 4,0 0 6,-1-1 4,1 2 5,-1 0 2,0-1 3,0 0 0,0 1-2,0-1-3,0 1-2,0 0-5,0-2-6,0 2-3,0 0-3,0 0-5,0 0-7,0 0-5,0 0-6,0 0-6,0 0-8,-1 0-6,1 0-4,-2 0-4,-1 0-7,2 2-2,-3-1-2,2 0-3,-3 0-3,1 1-3,-1 0-3,0 0-1,-2-1-2,0 2 0,1-1 2,-3 3 0,2-2 0,-3 1 1,2 1 0,0 0 1,-1-2 1,1 4 0,0-2-2,-2 0 1,3 2 1,-2-1-2,0 1 0,2-2-1,-2 3 0,0-3 0,1 4 1,0-2 0,1 1 1,-1-2-2,1 3-1,2-2 0,-1 1 0,1-1 0,-1 0 1,2 1 0,0 0 1,-2 1-1,3-1-2,1 1 0,-2-1 1,2 0 1,-1 3-1,2-2 0,-3 0 1,3 1 0,1-2-1,-1 2-1,0 0-1,1-1 1,0 0 1,0 1 1,1-1 1,0 0 0,0 1 1,3-2-1,-3 1-1,2-1 0,-1 0 0,2 1 1,0-1 2,1 1 2,-2-2 1,1 1 0,1-1 0,1 1 0,0-1 0,1 0 0,0-1-3,1 1 0,0 0 2,0-1 0,0-1 1,1 1-1,2-1-1,-2 0-1,2 0-2,-1-1 0,0 0-1,0 0 1,2 0-2,-1-2 1,0 1 0,0 0-2,-1 0-2,1-2-1,0 1 1,-1-2-2,1 2 1,-2-2-1,1 1 0,-2-1-2,2 0 1,-1 0-2,2-1-1,-2 1-3,1-2-2,0 2-5,-3-2-5,2 1-10,0-2-8,-2 0-19,0 2-21,1-1-25,-3 1-23,2-1-23,-2 0-24,0-1-20,1 0-18,-2 0-24,0 1-24,1-1-42,-1-1-51,-2 0-46,-1 1-40,1 0-6,-1-3 7</inkml:trace>
  <inkml:trace contextRef="#ctx0" brushRef="#br0" timeOffset="68095.5127">11297 9720 199,'-1'1'228,"0"-1"-40,-2 2-42,2-1-34,1 0-32,-1-1-16,0 1-10,-1-1-1,1 0-1,1 0 1,0 0 2,0 0 4,0 0 1,0 0 5,0 0 3,0 0 2,0 0 1,0 0 2,0 0 1,0 0-1,0 0-1,0 0-2,0 0-1,0 0-3,0 0-3,0 0-3,0 0 1,0 0-2,0 0-2,0 0-3,1 0-1,1 0-2,-1 0-3,0 0 1,-1 0 2,4 0 3,-2 0 2,-1 0 2,2 0 5,-2 0 1,2 0 1,-2 0-1,1 0-1,1 0-1,2 0-2,-3 0 1,2 0-1,0 0-2,1 0-4,-2 0-2,1 0-4,1 0-3,1 0-3,1 0-4,-1 0-4,1 0-1,1 0 0,-2 0-2,4-1 0,-3 1-1,3 0 2,-1-1-1,2 0 0,-1 1-1,0-2-2,1 2-2,-1-1-1,0 0-2,0-1 1,1 2-2,0-1-1,-1 0 0,1 1 0,-2-2-2,1 2-2,-1-1 1,-1 0 0,0 1 2,-1-2-1,0 2 4,-2 0 1,-2 0 3,2 0-1,-1-1 2,-2 1 0,1 0 0,-2 0 1,2 0 0,-2 0-1,-1 0-2,2 0-2,0 0-2,-2 0-4,0 0-2,0 0-4,0 0-2,0 0-2,0 0-2,0 0-2,0 0-1,0 0-2,0 0-3,0 0-4,0 0-8,0 0-10,0 0-13,0 0-16,0 0-24,0 0-28,0 0-43,0 0-49,0 0-40,0 0-32,0 0-56,-4 1-64,2-1-62,-1 3-57,-1-2-22,-1 1-2,-1 0 5,1 0 53</inkml:trace>
  <inkml:trace contextRef="#ctx0" brushRef="#br0" timeOffset="69741.5438">12440 9659 273,'-1'0'260,"-2"1"-27,2 0-28,1-1-26,-1 0-25,0 0-14,-1 0-9,2 0 1,-1 0 2,1 0 5,0 0 5,0 0 4,0 0 3,0 0 2,0 0-2,0 0-4,0 0-5,0 0-8,0 0-7,0 0-10,0 0-11,0 0-12,0 0-13,0 0-13,0 0-10,0 0-10,0 0-10,0 0-6,0 0-8,0 0-2,0 0-4,0 0 0,0 0-1,0 0-1,1 0 1,2 0 0,-1 0 3,3 0 0,-1 0-1,0 0 2,1 0 1,1-1 1,0 0 1,0 1 1,4-1-1,-2 0 0,0 0-3,1-1 0,2 2-1,-2-1-1,2 0-1,0-1-3,-1 2 0,1-1-2,-1 0 0,1 0-3,1-1-1,-2 2-1,1 0-1,-1-1 0,1-1-1,0 2-2,-2-1 0,1 0-2,-2 0 2,2 1-1,-2 0 0,-2 0-1,1-2-1,0 2-1,-2 0 0,1 0 0,-2 0 0,-1 0 0,1 0 0,1 0 0,-3 0 0,2 0-1,-3 0-2,2 0-1,-2 0-4,0 0-5,1 0-7,0 0-6,-2 0-7,0 0-10,0 0-10,0 0-16,0 0-15,0 0-24,0 0-26,0 0-25,0 0-25,0 0-19,0 0-17,0 0-14,0 0-14,0 0-20,0 0-28,0 0-51,-5 0-60,1-1-23,1 0 0,-2 1 13,-3-2 344</inkml:trace>
  <inkml:trace contextRef="#ctx0" brushRef="#br0" timeOffset="70177.5227">12614 9523 0,'0'0'24,"0"-1"281,0 0-11,0 1-35,0-2-46,0 2-41,0 0-37,0 0-20,0 0-15,0 0-4,0-1-3,0 1-1,0 0-2,0-1 0,0-1-2,0 2-3,0 0-5,0 0-4,0 0-6,0 0-6,1-1-9,-1 1-5,0 0-7,0 0-2,0 0-6,0 0-1,0 0-1,0 0 0,0 0 0,0 1 1,0 1-3,0-1 4,0 0 5,0 3 7,0-1 4,0 1 2,0-2 3,0 4 1,0-1 1,0 0-1,0 0-1,0 2-3,0-1-5,0 2-1,0 0 0,0-1-2,0 1-4,0-2-3,0 3-3,0-2-3,0 1-3,0-2-2,0 3-2,0-2-3,0 1-1,0-1 0,0 2 0,0-3 0,0 2-2,0 0-2,0-1-4,1 0-1,2 1-3,-2 0 1,0-2 0,-1 1-1,1-1 0,1 0-2,-1-1-1,-1-1-1,1 2 0,-1-1-1,0-2 1,0 0-1,0 3 0,0-4-1,0 0-2,0 2-1,0-2-1,0-1 0,0 2 0,0 0 0,0-2 1,0 0 1,0 1 0,0-1 0,0 0-2,0 1 0,1-2 2,-1 1 0,0 0 0,0-1-2,0 0 0,0 0 0,0 0 0,0 0 0,0 0 1,0 0-3,0 0-1,0 0-5,0 0-8,0 0-11,0 0-14,0 0-19,0 1-22,-1-1-27,1 0-30,0 0-25,0 0-21,0 0-21,0 0-18,0 0-37,0 0-46,0 0-60,0 0-65,0 0-24,0 0-3,0 0 11,0-1 273</inkml:trace>
  <inkml:trace contextRef="#ctx0" brushRef="#br0" timeOffset="72244.5819">13678 9357 274,'3'-3'314,"-1"0"-42,2 1-62,-3 0-48,3 1-37,-3-2-16,2 2-3,-1-1 3,-1 0 6,1 0 7,-1 0 9,0 2 5,-1 0 5,1-1 0,-1 0-1,0 1-3,0 0-6,0 0-7,0 0-8,0 0-9,0 0-8,0 0-11,0 0-9,0 0-11,0 0-9,0 0-10,0 0-10,0 0-5,-1 0-6,1 0-6,0 0-3,-2 0-3,-1 0-3,2 1 0,-2 0 0,1-1 1,-3 4 3,0-1 0,1 1 2,-1 0 1,-2 2-1,1 1 0,-3-1 2,3 3 1,-2-1 1,1 0-1,-1 3 2,1-1 1,-1 0 2,2 1 0,-1 1-2,1 0-1,-1 0-3,1 0 0,1-1 1,0 3 0,-1-1-1,1 0 0,1 0-1,1 0-1,-2 1-1,2-1-2,-1 0-5,2-1-1,-1 1-1,2 1 0,0-1 0,0 0-1,1 0-2,0 0-1,0 0-1,1 0-1,0 0 2,0-1-2,2 0 1,-1 0-1,2 0 2,0 0-1,1-1 0,-1 3 1,-1-3-2,2 0 0,1 1-1,-1-2-1,0 0 2,2 1 0,-2 0-2,0-3 2,1 2 0,0-1-2,0 0-3,0-1-7,1-1-7,-2 1-12,1-2-12,-1 1-19,0-1-24,0 0-30,1-1-39,-1-1-28,0 0-27,1 0-24,-1-1-20,0 0-30,0 0-33,1-1-58,-1 1-70,-1-2-28,0 1-11,0-2 10,0 0 116</inkml:trace>
  <inkml:trace contextRef="#ctx0" brushRef="#br0" timeOffset="72747.5928">14081 9545 73,'0'-2'360,"-2"0"4,1 0 5,1-1-58,-1 2-85,0-2-60,-1 3-47,1 0-28,1-1-18,-1 0-8,0-1-6,-2 2-2,2 0 0,1 0-2,0 0 1,-1 2 1,-2-1 1,2 0 5,-1 2 5,-1 1 1,2 0-1,-4 0 2,2 2 0,1 1 0,-2-1 3,-1 2-2,0 1-4,2 1-5,-1 0-5,0 1-6,0 0-8,1 0-8,0 1-7,-1 0-4,3 1-3,-1-2-1,0 1-4,1 1 0,1-1-1,0 0-2,1 0-1,1 1-1,-1-1-1,0 0 0,2-1 1,-1 0-2,3 0-3,-3 1 0,2-2 0,0 0-1,1 0 0,1-1-1,0-1 0,1 1 0,0-1 3,1-1 0,0-1 0,1 1-1,1-2 1,0 1 0,1-1 1,-1-1 1,2 0 0,1 0 0,-2-2-2,3 0 1,-1-1 0,0 1 0,-1-1-1,1-1 0,0-1 0,-2-1 2,2 1 0,-1-1 2,-2 0 2,3-1 3,-2 0 2,-3-3 4,2 4 3,-1-5 1,0 2 2,-2-2 1,-2 0 0,1-1 1,-1 0-2,-1-1 0,0-2-1,-2 0-2,2 0-2,-3-3-5,-1 0-4,0 0-1,0-2 0,-2 1-1,-2-2-1,2 2-1,-2-1-1,0 0 1,-2 1 1,1 0 1,-1 1 0,-2-1-1,2 3 0,0-1 0,-3 1 0,3 1 1,-4 0-3,3-1-2,-1 3-1,-2 0-2,0 0 0,2 2-3,-2-1-2,0 2-1,-1-1-3,0 3-3,0 0-6,-1-1-9,2 3-10,-2 1-14,0 0-14,1 1-26,-1 1-31,1 1-32,-1 1-37,1 0-26,1 3-26,0-1-38,3 1-45,-2 2-62,3 0-66,0-1-31,0 0-10,1 1 2,1 0 11</inkml:trace>
  <inkml:trace contextRef="#ctx0" brushRef="#br0" timeOffset="79754.4563">14739 9744 0,'0'0'221,"0"0"9,0 0-50,-1 0-40,0-1-36,-1 1-23,2 0-18,0 0-11,-1-1-4,1 0-3,0 0 0,0-1-1,0 2 2,0-1 1,0 1 3,0 0 2,0 0 2,-1-1 2,1 1 3,-1-2 0,1 2 2,0 0 1,0 0 1,-2 0 0,2-1-2,-1 0-2,0 0 0,-1 0 0,1 1 2,1-1-1,-1 0-1,-3-1-4,3 2-3,-1-1-5,-1 0-4,2 0-5,-2-1-4,2 2-2,-4-1-4,3 0-1,-2-1 0,1 2-2,1-1-4,-2 0 0,1 1-2,0 0 0,-1 0 2,3-2 1,-1 2 2,-1 0 0,2 0 3,0 0 2,-1 0 3,0-1 0,2 1 1,-1 0 0,0 0 1,-1-1 0,2 1-2,0 0 1,0 0 1,0 0-1,0 0 1,0 0 0,0 0 0,0 0 0,0 0-1,0 0-1,0 0 1,2 0-2,-1 0-2,-1 0-2,1 0-1,-1 0-2,0 0-1,2 0-1,0 0-4,-1-2-1,0 2 0,0-1-1,2 1-2,-1-1-1,2 0-2,1-1-1,-1 2-1,1-1 0,1 0 0,1 0 0,1-1 0,0-1-2,1 2 1,2-2 1,-1 2 2,3-1-1,-1 0 0,-1-1-1,3 1 1,0-1-1,-1 1-1,1 0 0,0 0 0,-1 0-1,2 0 1,-3 0-1,1 0 0,-1-1-1,0 2-1,0-1 0,-1 1-1,-2-1 1,0 0-3,-2 2 1,1-1 0,-1 0 0,-2-1 0,0 2-1,1 0 1,-2 0-1,-2 0 0,1-1 0,-2 1-1,2 0 0,-1-1-2,-1 1 2,-1 0 0,1 0-1,1 0 0,-2 0 0,0 0-2,0 0-3,0 0-3,0 0-8,0 0-9,0 0-14,0 0-20,0 0-26,0 0-33,0 0-29,0 0-27,-2 0-18,1 0-18,1 0-18,-3 0-16,0 0-34,1 0-41,-2 1-56,0 0-61,-2-1-17,1 0 2</inkml:trace>
  <inkml:trace contextRef="#ctx0" brushRef="#br0" timeOffset="80190.7495">14878 9587 0,'-1'-2'106,"0"0"191,-1 0-39,1-1-43,1 2-45,-1-2-35,0 3-32,-1-2-15,0 0-5,2 0-3,-1 0 2,-1 0 3,1-1 3,1 2 1,-1-1 2,0 1 4,-1 0 1,1 0 2,1-1 0,0 2 0,0-1 1,0 0 0,0-1 1,0 2-4,0 0-5,0 0-6,0 0-6,0 0-6,0 0-7,0 0-6,0 0-8,0 0-5,0 0-7,0 0-4,0 0-7,0 0-2,0 0-6,0 0-4,0 0-3,0 0-2,0 0 0,0 0-3,0 0 0,0 0 0,0 0 0,0 0-1,0 2 2,0 0 1,0 0-1,0 0 1,1-1 1,1 2 1,-1 1 1,0 0 3,-1 0 1,1 0 2,1 2 0,-1-1-1,-1 2 1,2 0-1,0-1 1,-1 3-2,0-2 0,-1 1-1,3 1-3,-1 0 2,-1 0 0,2 1-3,-2-1-2,3 0 0,-2 2-1,-1-1 1,2-1-1,-2 0-1,2 1-1,-1-1 0,1 1 0,0-2 0,1 2 0,-1 0-2,-1-1-1,2 0 0,-2 0 2,3 1-2,-4-1-1,2 0-1,-2-1 1,2 1-1,-2-2 1,2 0-1,-1 0-1,-1 0 0,3-2-1,-3 1-1,2-1 0,-2-2-1,0 3 0,-1-3-1,1-1 1,1 1-1,-1 0-5,0-1-5,-1 0-9,1 0-12,1 0-15,-2-2-25,0 2-26,0-1-33,0-1-33,0 0-27,0 0-23,0 0-35,0 0-41,3-3-69,-2 2-80,2-2-34,-1-1-15,1-1 4,1 1 122</inkml:trace>
  <inkml:trace contextRef="#ctx0" brushRef="#br0" timeOffset="80798.7594">15610 9400 279,'0'-3'346,"-2"2"-41,1-2-66,1 2-50,0 0-40,-1-1-14,1 1-1,-1 0 2,1-1 6,0 2 3,0-1 4,0 0-2,-2 0-3,2 1-4,0 0-9,0 0-10,0 0-11,0 0-12,0 0-12,0 0-10,0 0-13,0 0-9,0 1-6,0 0-5,0 0-5,-1 3-3,1-2-4,-1 2-1,0 0-2,-1 1 1,1-1 1,1 2 2,-1 0 1,0 1 0,-2 0 1,2 1-1,0 0-4,-2 2-2,2-1-4,-1 1 1,0 1 0,1 0-2,1-1 2,-1 2-1,0 1-1,-1-1 0,2 1-1,-2 0-2,1 0-1,-1 0 1,1 2-1,1-1 0,0-1 0,0 2-3,0-2-3,0 0-1,0 0-2,0 0-1,0-1 0,0 1-1,1 1-1,1-1 0,-1-1-2,1 0 0,-2 0-1,2-1-2,-1-1 0,0 1-1,-1 1 0,1-4 1,1 1 1,-1 1 0,0-2-2,-1 1 1,1-2-1,-1 0 0,2 0 0,-2 0-1,0-2-2,0 2-5,0-5-5,0 4-8,0-1-7,0-2-10,0 0-11,0 3-20,0-4-24,0 1-28,0 0-33,0-2-28,0 1-28,0 0-24,0-1-20,0-1-39,0 0-43,0 0-57,0 0-65,0 0-23,0 0-6,0-3 13,0 0 407</inkml:trace>
  <inkml:trace contextRef="#ctx0" brushRef="#br0" timeOffset="81296.7734">15825 9615 0,'0'-3'89,"0"-1"287,0 3 13,0-1-43,0 0-67,0 1-52,0-1-46,-2 0-20,2-1-10,0 2-3,0-2-2,0 3-6,0-1-8,0 0-13,0 0-14,0 0-12,0 1-12,0 0-13,0 0-13,0 0-9,0 0-9,0 0-5,-1 0-5,1 1-3,-1 1 0,0-1 0,-1 3 4,1 0 0,1 0 4,-1 0 1,-1 1 2,1 0 2,1 1 1,-3 0-2,0 1-2,2 1-1,-2-2-3,2 3-2,-1-1-2,0 2-4,1 0-3,1-1-3,-1-1-4,0 3-2,1-1-1,0-1-1,0 2-2,1-1-1,0 1 1,-1-2-2,3 1 0,-1-2 0,1 2-1,-1 0 1,3-1-1,-1-1 0,0 1 1,-1-1-1,2 0-1,3-1-1,-2 0 0,1 0-1,1 0 2,-1-2 0,3 1 0,-1-1-1,2-2-1,0 1 2,-1-1 1,3-1-1,-1 0 1,-2 1 0,2-3-1,0 0 1,0 0 0,-1 0-1,0-2 1,2 1 0,-2-1 4,-1-1 1,1 0 0,-2-1 0,1 1 1,-3-1-1,3-1 0,-4 0 0,2-2 1,-2 1 1,-1-1 0,-1-1 2,1-1 2,-3 0 0,1-2-1,-2 1 1,0 0-1,-1-2 0,-1 0-1,0 0 1,-2-1 1,1 1 0,-2 0 0,0-1-1,-1 1 0,0 2-4,-1-2-1,1 0-1,-1 3-2,-2-1 0,2-1-2,-1 3 1,-2 0-2,1 1 0,0 0 1,-1 0-2,1 2 0,-1-1 0,-1 0 0,1 3-2,-2 0 0,2 0-3,-2 1-7,0 0-6,1 1-10,-1 1-11,2 0-11,-1 1-19,0-1-22,2 2-28,0 0-28,-2-1-26,4 2-23,0-1-19,-2 1-16,3 0-11,2 0-12,-2 0-31,2 0-42,-1 2-53,3-2-58,0 0-14,1 0 8</inkml:trace>
  <inkml:trace contextRef="#ctx0" brushRef="#br0" timeOffset="81739.7547">16534 9211 182,'1'-4'336,"3"3"-49,-3-2-74,0-1-55,-1 2-47,1 0-18,-1 0-2,0 0 5,0 1 7,0-2 6,0 2 4,0-2 0,0 2-3,0-1-4,0 1-6,0 1-6,0 0-4,0 0-9,0 0-7,0 0-10,0 0-9,0 0-11,-1 1-12,1 1-9,-1-1-5,0 3-5,-2 0-1,2-1 0,1 2 0,-1 0 6,0-1 7,-1 3 6,1-1 6,1 1 2,-1-1 2,0 1-2,-1 2-1,2-2 0,-1 0-4,0 0-1,-1 1-2,1 1-1,1-1 0,-1 1-5,-1-2-6,0 1-5,2-2-5,0 2-3,0 0-2,0-1-1,0-1 1,0 2-1,0-3-1,2 2 0,0-2 0,-1 0 1,-1 1-1,1-2-3,1 1-2,-1 0-9,0-2-14,-1 1-15,2 0-16,-1-1-17,0-1-15,-1 1-13,1-1-12,1-1-12,-1 2-11,0-2-12,-1 1-12,0-2-11,0 1-11,0-1-13,0 0-14,0 0-32,0 0-42,0 0-35,0 0-33,0 0-8,-1-1 263</inkml:trace>
  <inkml:trace contextRef="#ctx0" brushRef="#br0" timeOffset="82181.8359">16396 9309 0,'0'-2'50,"0"0"285,1 1-1,-1 0-54,1-1-79,1 0-57,-1-1-46,0 2-24,2-2-13,-1 3-6,2-2-1,-2 0-1,2 0 1,0 0 1,0 0-3,2-1-2,-1 2-5,1-1-2,1 1-2,1-1-3,-1-1-1,3-1-3,1 2-3,-2 0-1,2-2-1,-1 2-4,3-1-5,-1 0-3,-1-1-2,0 2-2,2-2-1,-3 1 0,1 0-3,-2 1 0,0-1-1,0-1-1,1 2-1,-2 0 0,0 0 0,-3-1 1,1 2 3,1-2 4,-2 2 5,-2-2 8,1 2 4,2 0 4,-3-1 3,-1 2 0,1-1 2,-1 0 0,0-1 2,-1 1 0,0 1 0,-1 0-3,0 0-3,0 0-4,0 0-6,0 0-5,0 0-6,0 0-3,0 0-2,0 0-3,0 0 0,0 0-1,0 0-1,0 0-1,0 0-1,-2 0-2,0 0-1,0 0-1,-1 0 0,-1 0 2,2 0 1,-3 0-1,0 0-1,0 0 0,-1 1 0,2 1 0,-2-1-1,0 0 0,-3 2 0,3-3 2,-3 4 1,0-1 1,1-1 0,-1 3-2,0-2-2,2 1 0,-3 0 2,3 0 0,-1 0 1,-2 1-1,3 0 1,-2-1 0,3 0 0,-3 1 2,3-1-2,-3 2 1,3-1 0,-2-1-1,1 1 2,2 0-4,-1-1-5,-1 1-10,0-1-13,2 0-13,-1 2-14,1-1-15,0-1-13,-1 1-12,2 0-12,-1-1-12,1 1-11,1-1-11,-2 0-8,1 2-5,0-1-4,2-2-6,-3 0-5,2 1-16,2 1-21,-1-2-46,-1 0-57,2-1-20,-2 1 165</inkml:trace>
  <inkml:trace contextRef="#ctx0" brushRef="#br0" timeOffset="82520.7908">16386 9301 256,'-1'-1'283,"-1"-1"-29,1 0-33,1 0-31,0 0-29,0 1-15,0 0-10,0-1-1,0 2 1,0 0-1,0 0 1,0 0-3,0 0-3,0 0-5,0-1-7,0 1-10,0-1-13,0 1-9,0-2-11,0 2-7,0 0-9,1 0-6,2 0-9,-2 0-2,3 2-3,0-1 0,-1 0 3,1-1 3,1 3 2,2-2 3,1 1 3,-1 0-2,2 2-1,0-1-2,-1 0-1,4 0-5,-2 1-2,2 1-3,-2 0-2,2 0-1,1 1-5,-2-2-2,0 3-5,1-2-4,0 0-2,-1 0-2,-1-2-1,1 2-2,-1 1 0,-1-2-2,-1 0 3,1-1-2,-3 1 0,3 0-2,-3 0-2,0 0 0,-1 0-2,0-2 2,-1 1-1,2 0-1,-3-2-1,-1 2-1,2-1 2,-1-1-1,-1 0-3,0 0 1,1-1 1,-2 2 0,-1-1 0,1-1 1,-1 0-4,0 0-3,0 0-7,0 0-6,0 0-9,0 0-12,0 0-16,0 0-32,0 0-37,0 0-33,0 0-31,-1 0-23,0 0-22,1 0-37,-5 0-41,3 0-65,-2 0-76,0-1-30,0 1-12,-2 0 3,1 0 217</inkml:trace>
  <inkml:trace contextRef="#ctx0" brushRef="#br0" timeOffset="83633.8241">17250 9294 0,'0'-2'332,"0"2"-32,0 0-51,0-1-49,0-2-46,0 3-21,0-2-10,0 0 2,0 2 3,0-1 6,0 0 5,0 0 1,-1-1-1,1 2-6,-1-1-5,0 1-9,1-2-9,-3 1-12,3 1-13,0 0-9,0 0-10,0 0-11,0 0-11,-1 1-6,1 1-3,0-1-1,0 1 1,0 1 2,0 1 2,0 0 3,0 0 3,0 3 3,1-1 1,2 1 0,-2 0 0,0 2 0,-1-1 2,1 1-2,1 1-2,-1-1-4,0 1-1,-1 1-1,0 0-4,0-1 0,0 2-2,0 0 0,0 1 0,0-1 0,0 0 0,0 0-3,0-1-2,0 1-3,0 1-1,0 0-3,0-1-1,0 0-2,0 0-1,0 0 1,0-1-2,0 3-2,0-1-2,0 0-1,0 1-1,0-2 0,0 0-2,0 0 0,0-1-2,0 1 0,-1 1-1,1-1-1,0-1 0,0 0-2,0-1 0,0 1-2,0-1 0,0-2-1,0 1-1,0-1 0,0-1-1,0 0 0,-1-1 1,1 0 1,0 0 0,0-2 0,0 2 0,0-3-2,0 1 2,0-2 0,0 0 3,0 1-2,0 0 0,0-2-1,0 1 0,0-2 1,0 2-1,0-2-1,0 1-2,0 1 0,0-2 1,0 1 1,0 0-1,0 0-3,0-1-5,0 2-3,0-1-2,0 0-6,0 1-8,0-2-10,0 1-8,0-1-12,0 0-11,0 0-22,0 0-25,0 0-31,0 0-29,0 0-26,0 0-22,1 1-20,-1-1-20,0 0-47,0 0-59,0 0-51,0 0-48,0 0-17,0 0 0</inkml:trace>
  <inkml:trace contextRef="#ctx0" brushRef="#br0" timeOffset="85364.8295">17669 9193 31,'0'-1'238,"0"0"-24,0 1-25,0-1-21,0 0-23,0-1-21,0 1-22,0 0-8,0-2-3,0 3 3,0-1 5,0 0 6,0 0 9,0 1 6,0-1 5,0 0 4,0-1 1,0 1 1,0 1 0,0 0-3,0 0-2,0 0-7,0-1-9,0 1-8,0 0-8,0-1-11,0 1-13,0 0-9,0 0-8,0 0-9,0 0-6,0 0-7,0 0-7,0 0-5,0 0-5,0 0-2,0 0-4,0 0-1,0 0-2,0 0-1,0 0 1,0 0 1,0 0 0,0 0-1,0 0 0,1 1 1,-1 0 1,1-1 0,1 1 0,0 2 2,-1-2 3,2 1 1,-1-1 1,1 3 1,-2-1 1,2-1 1,-1 1-1,1 0 2,-1 0-1,3 1 3,-3-1 0,2 2 1,0-1 2,0 1 0,1-2 2,-2 2-2,1 0 1,1 0-1,0 1-1,0-1 1,0 1-2,0 0 1,1-2-1,-1 4 0,0-3-2,1 3 0,-1-3-1,-1 3 0,1-1-2,1 1 0,-1-2-3,-1 3 0,0-2-1,0 2-2,0-1-1,0 1-1,1 0-1,0-1 0,-1 3 0,-2-2-1,2 0 0,-2 1-2,3 1 0,-4 0-1,2 0 2,-2 0 0,2 1 1,-2-1-1,-1 1 1,1 1 1,-1 1-2,0-1-1,0 0 1,-1 1-1,1-1 0,-1 2 1,-2 0-3,2 0 1,-3-1-1,1 2-1,0 0 1,-1-1 0,1 2-1,-1-2 1,-1 1-1,0-2 2,0 2-1,0-2-1,-1 2 1,1-1 0,0 0 1,-1 0-1,0-1-1,0 1 0,0-4 0,1 3-1,0-3 1,-1 3 0,1-3-1,0-2 0,0 2 0,0-2 1,2 0-2,-1-1 1,0 0-2,-2-1 1,4 0 0,-1-2-2,-1 1-4,0-1-4,2-1-7,-3 0-9,3 0-11,-2-1-15,0 1-16,-2 0-27,2-2-33,0 1-29,1-2-30,-1 1-24,-1 0-21,0 1-25,1-2-24,1 0-59,-2 1-73,1-2-42,0 0-31,-1 0-3,0-2 8</inkml:trace>
  <inkml:trace contextRef="#ctx0" brushRef="#br0" timeOffset="85791.8966">18225 9118 307,'4'-3'348,"-3"-1"-51,2 2-76,-2 0-49,2 1-34,-2-2-12,0 2-1,-1-2 4,1 2 5,1-1 1,-2 1 0,0 0-1,0 0-4,0-1-4,0 1-5,0 1-10,0 0-11,0 0-15,0 0-15,0 0-13,0 0-13,0 0-12,0 0-9,0 0-7,0 0-7,-2 1-3,1 2-4,1-2 0,-1 2-1,0 1 2,-1 1 3,1-1 1,1 1 1,-1 2 1,0 1 3,-1-1 0,1 2 0,1 0 0,-1 0 1,0 0 0,-1 2-2,0-1 0,2 1 0,0-1-2,0 1-1,0-1 0,0 1 1,0-1-1,2-1-3,0 2 0,-1-1 1,0 0-2,0-1 0,2 1-1,-2-1 1,2-1 1,-1 1-2,-1-1-6,1 0-11,0-1-15,-1 1-17,-1-2-17,1 1-16,1-2-20,-1 0-21,-1 0-16,0 0-18,0 0-13,0 0-15,-1-1-18,-1 0-21,1 0-37,0 0-42,-3-2-43,3 2-43,-3-1-12,2-1 39</inkml:trace>
  <inkml:trace contextRef="#ctx0" brushRef="#br0" timeOffset="86213.9">18110 9233 0,'-1'-4'315,"-1"3"-26,2-2-53,0 2-47,0-1-42,0 1-28,0-1-17,2-1-7,-1 2 0,0-2-1,-1 2 0,3-2-3,0 2-3,-1 0-3,0-1-3,2 0-5,0-1-3,-1 2-8,3-2-8,-1 0-4,2 1-6,0-1-6,-1 1-8,4-1-5,-2 2-5,0-1-1,1 1-2,2-3-2,-1 3-2,0-2-3,1 1-1,2-1 0,-1 0 1,-2 2-1,3-3 0,-1 3 1,-2-2 2,1 1 3,-2 0 5,1 0 3,-3 0 5,3 0 5,-4-1 7,2 2 4,-2-1 4,-1 1 1,0-2 2,0 2 0,-1-1 0,-2 0-3,2 2-2,-2-1-3,2 0-3,-3-1-6,2 1-5,-2 1-7,0 0-7,-1 0-4,0 0-3,0 0-5,0 0-2,0 0-2,-1 0-1,0 0-3,-2 0-1,1 0 0,-2 0 0,-1 0 1,1 0 1,-1 0-1,-1 1 0,1 1-1,0-1 2,-2 0-1,1 1 0,-1 0 0,-1-1 0,0 2 0,1-1-1,-1 0 1,0 2 1,0 0-1,-2-1 0,3 1 0,-1-1 1,-2 1 1,3 0-1,-2 2 0,0-1 1,1-1 0,-1 1 0,1 0 0,0-1 0,-2 3 0,3-2-1,-2-1 0,1 1 1,2 0-2,-2-2 0,1 2-6,2 0-6,-2 0-6,2 0-10,0-1-13,-1-2-13,2 2-17,-1 0-16,1 1-18,-1-2-18,2 0-16,-1-1-15,0 2-11,-2-1-10,2 1-8,1 0-6,-1 0-14,0-2-17,-1 2-46,0 0-58,1-1-30,1-1-18</inkml:trace>
  <inkml:trace contextRef="#ctx0" brushRef="#br0" timeOffset="86588.9008">18070 9153 0,'0'-3'252,"1"1"41,1-1-45,-1-1-47,0 2-50,-1 0-29,1 0-19,1-1-10,-2 2-7,2-2 0,-1 2 1,-1 0 5,0-1 5,1 1 3,1 1 4,-1 0 6,-1 0 4,1 0 4,-1 0 1,3 0 1,-2 1-1,2 1 0,-1-1-1,2 0-1,-2 2-3,2-2-6,-2 2-10,2-1-9,2 0-8,-2 0-13,0 2-14,0-1-11,-1-1-10,2 1-7,0 1-7,-1 0-3,0 0-3,1-1-2,-2 1-1,1-1 1,1 1 2,0 0 0,-1 2-1,-1-2 0,2 1 2,2 1 0,-2-2 1,1 3 1,1-1 0,-2-2 1,3 3 1,-1-2-3,1 0-2,0 2 0,-2-2-3,2-1-1,-1 1 0,1-1-1,-1 2-1,-2-1-1,2-2 0,0 0-1,-2 1 0,0 0 0,1-2-3,-2 0-1,0 2 0,-1-1-1,1-1-1,0-1 1,-2 1 1,1-1 0,-1 2 0,-1-2 0,2 1-2,-2-1 1,2 0 1,0 0 0,-2-1-1,2 2-1,-2-2-5,2 1-5,-1-1-6,1 2-14,-1-1-15,2 0-29,-3 0-35,2-1-34,-1 0-31,-1 0-28,2 0-24,-3 0-43,0 0-49,0 0-67,0 0-73,0 0-30,0 0-13,0 0 5,0 0 223</inkml:trace>
  <inkml:trace contextRef="#ctx0" brushRef="#br0" timeOffset="90220.9617">19205 9172 0,'4'-2'265,"0"2"-13,-2-2-60,2-1-61,0 3-63,-2-3-29,-1 2-13,2-2-5,-2 2-2,2-1 0,-1 0 1,0 0 3,0 0 2,0 1 2,1-2 0,-2 3 2,2-1 1,-1-2 3,-1 2 4,2 0 3,-2-1 2,2 2 4,0-1 5,-2-2 5,2 2 6,-2 1 5,2-1 6,-1 0 2,0-1 3,0 2 1,-2-1-1,1 0-1,2-1-3,-2 1-4,0 1-4,-1 0-2,1-1-2,1-1-3,-2 2-4,0 0-2,0 0-3,0 0-1,0 0 3,0 0 1,0 0 1,0 0 3,0 0 0,0 0 3,0 0 2,0 0-2,0 0-4,0 0-2,0 0-3,0 0-3,-2 0-5,1 0-4,-1 0-5,-2 0-5,3 0-5,-2 0-4,2 0-5,-2 0-1,2 0-5,-1 0 0,0 0-1,1 0-1,-2 0-2,0 2-1,2-1 0,-2-1-1,1 0-1,-2 3 2,0-1-1,0 0 2,-2 0 0,1 3 1,-2-2 0,2 1 1,-1 1 0,-3-1 2,3 0 1,-3 3 2,3-2 0,-1 1 0,-1 1 0,1 0 2,-2-1 0,3 2 0,-2-1 0,1 0 1,-1 0 1,1 2 1,0-1-2,0 1-1,0-1 0,1 0-1,-2 1-1,2 0 1,1 1 1,-2 0 0,2-1-1,0 1 1,0 1 2,-1-2-1,2 2-1,0 0 2,0 1 2,-2-1 2,4 1 2,-1 1 0,-1 0 1,3 0 1,-1 2 0,-2-1-1,4 1 2,-1 0-1,1 1-1,0 0 0,0-1 0,1 1-2,-1 1-2,4 0-2,-2 0-1,1 0-1,-1-1-1,3-1-1,0 0-2,0 2-2,0-2 0,0-1 0,2 2-1,1-2-1,-1 0 1,2 0 0,0 0 0,-1 0-1,2-3-1,0 3-1,1-3 2,1 1-2,0-1 0,-1 0-1,2-1 0,-1 1-1,2-1 1,-1-2-1,-3 2-2,3-2 0,-2 0 1,0 0 1,0 0-1,-2-2 1,1-1-1,-3 1-1,3-1 1,-3-1-1,-1 0 1,1 0-1,-2-1-2,-1 0-1,0 0 0,-1-1-4,1 0-6,-3 0-7,2 0-10,-2-2-11,0 1-11,1 0-18,-1 0-21,-1-1-32,0 0-40,0 0-31,0 0-31,0 0-21,0 0-19,0 0-38,0 0-43,0 0-60,0 0-63,-1-2-24,-1-1-5,1-1 9,-3 1 403</inkml:trace>
  <inkml:trace contextRef="#ctx0" brushRef="#br0" timeOffset="91101.0472">19799 9395 154,'1'-4'232,"1"1"-37,0-1-40,-1-1-34,0 2-33,1-1-15,-1 0-7,0-1-2,-1 2-1,2 0 4,-1-1 3,0 0 3,0 1 6,-1-1 6,2 0 5,-2 0 4,0 0 1,0 0 5,0 1 3,0 0 4,0-1 3,0 1 3,0-1 3,0 2-1,0 0 1,0-2-5,0 3-5,0-1-5,0 0-8,1 0-6,0 0-5,-1 2-8,1-1-7,-1 0-10,3-1-8,-3 2-8,0 0-10,0 0-6,0 0-4,0 0-4,0 0-4,0 0-4,0 0-3,0 0-2,0 0-2,0 0 0,0 0-1,0 0-1,0 0 0,0 0-1,0 0 0,0 2 0,0 0-1,0-2 1,0 3-1,0 0 3,0 0 2,0 1 4,0-1 1,0 2 3,0 0 2,0 0 0,0 1 0,0-1 3,0 3 2,0-1 4,1 1 3,0 0 3,-1 1 0,1 0 0,1 0-1,-1 1-1,0 1-1,-1 0 0,1 0-2,1 1 1,-1 0 1,0 0-2,-1 0-1,1-1-4,1 1-2,0 1-1,-1 0-1,-1-2 1,1-1-1,1 2-1,-1-1 0,0 0-1,-1 1 0,2-3-2,-1 2 0,0-1-1,-1 0-1,0-1 1,0 1 0,0-1-1,0-1-2,0 1-2,0-1 1,0 0-2,0-1 0,0 1-1,0-2 1,0 3 0,0-2-1,0-1 1,0 1 0,0 0-3,0-2 1,0 1-1,0-2 1,0 0-1,0 2-2,0-3-2,0 2-5,0-3-6,0 1-10,0-1-8,0 0-10,0-1-16,0 0-19,0 1-27,0-2-31,0 0-28,0 0-26,0 0-21,0 0-17,0 0-14,0 0-14,0 0-25,0 0-33,1-3-55,1 2-67,-1-5-20,0 3 1</inkml:trace>
  <inkml:trace contextRef="#ctx0" brushRef="#br0" timeOffset="91455.9979">20161 9514 0,'0'0'80,"0"0"287,0 0 7,0 0-47,0 0-70,0 0-58,0 0-49,0 0-21,0 0-10,0 0-6,0 0-2,0 0-4,0 0-2,0 0-5,0 0-6,0 0-7,0 0-5,0 0-5,0 0-6,1-1-5,0 1-7,-1 0-4,1 0-6,3 0-5,-3 0-3,3 0-3,-2 0-4,2 0-2,2 0-5,-2 0-2,1 0 0,1 0-4,3 0-2,-3 0-3,3 0 0,-2-2-3,3 2 0,-2-1-2,0 0 1,1 0 0,2-1 0,-2 1 0,1-1 2,-1 1-1,-1-1-1,1 0-1,0 1-1,-2 0-1,1-1-1,0 1 0,-3 0 0,3 0 0,-3 0 0,0 1-1,-2-1-1,2 0-1,0-1-2,-2 2 1,-1-2-1,2-1-1,0 2 2,-2 0 0,1-1 2,-1 1-2,-1 1-3,2-1-3,-2-1-6,2 2-17,-2-1-22,1 0-28,-2-1-31,2 2-25,-1-1-25,0 0-21,-1 0-20,0 1-35,0 0-42,0 0-71,0-2-82,0-1-35,0 1-14,-2-1 8,0-1 317</inkml:trace>
  <inkml:trace contextRef="#ctx0" brushRef="#br0" timeOffset="91928.9951">20318 9353 195,'0'0'340,"0"0"-42,0 0-68,0 0-54,0 0-43,0 0-17,0 0-3,0-2 1,0 2 5,0-1 3,0 1 4,0-1 2,0 1 0,0 0-2,0 0-4,0 0-6,0 0-5,0 0-8,0 0-6,0 0-11,0 0-13,0 0-10,0 0-9,0 0-10,0 0-6,0 0-6,0 0-5,0 0-2,0 0-1,0 0 4,2 0 2,-1 1 1,0 0-2,0-1 0,-1 2 1,2 0 1,-1 0 0,0 0 1,-1-1-2,1 2 1,2-3-2,-2 2-1,0-1-1,-1 0-2,0 0-4,1-1 1,-1 2 1,0-1 1,2 0 0,-2-1 0,0 2-2,1-1 0,0 0 0,-1 0 0,0-1-3,0 1 0,1 0-3,1 0 0,-1-1-3,0 2-1,-1-1-2,1 0-1,1 0-3,0-1 1,-1 3 1,-1-2-1,1 1-2,1 0 1,-1 0 1,0 0 1,-1 2 2,2 0 1,-2-1-1,1 1-1,-1 0 0,0 0 2,0 1 1,0 0 0,0 0 0,0 1 1,0 0 2,0-1 0,0 3-2,0-2 0,0 1-2,-1 0 0,-1 1 2,2-2-2,0 3 0,-1-2 1,0 1-3,-1-1 1,1 0 1,1 1-1,-1-2-2,-1 1 0,0 0 1,1-1-1,1 1-1,0-2-1,0 3-1,0-3-1,0 3 1,-1-2-1,1 0-1,0 0 0,-1-1 1,1 1-2,-2-2 0,2 1-1,0 0 0,0-2 0,0 2-1,0-1 1,0 0 1,0-1 0,0 1-1,0-2-3,0 2-2,0-2-7,0 0-7,0 2-11,0-2-11,0 0-17,0-1-18,0 2-31,0-3-39,0 0-36,0 0-34,2 2-31,-1-2-28,-1 0-58,0 0-70,2-2-54,3 2-46,-1-1-14,0-2-1,1-1 12,1 0 463</inkml:trace>
  <inkml:trace contextRef="#ctx0" brushRef="#br0" timeOffset="92685.0278">21035 9249 0,'0'-3'170,"-1"-1"117,0 2-48,-1-1-45,2 0-44,0 1-31,0-1-23,0-1-8,0 2-4,0 0 3,0 1 5,0-2 6,0 2 7,0-1 4,0 0 3,0 0 2,0-1 3,0 3 1,0-3 2,0 2-1,0-2 2,0 2-1,0-1 0,0 0-5,0 0-5,2 0-8,-2 1-7,1-2-6,0 2-3,-1-2-7,0 2-6,0 0-9,0 0-8,0 0-8,0 1-8,0-1-6,0 1-5,0 0-4,0 0-6,0 0-2,0 0-4,0 0-4,0 0-2,0 0-1,0 0-3,0 0 0,0 0-3,0 0 0,0 0 1,0 0-1,0 0 0,0 1-1,0 0 2,0 1 0,0 1 1,0 1 1,0-1 1,0 2 3,0 1 0,0-2 3,0 4 2,0-1 2,0 0 2,0 1 1,0 1 3,0 1 1,0-1 0,0 1 0,0-1-1,0 2 0,0-1-2,0 2 0,0-1 2,0-1-1,0 2-1,0 0-1,0 0-3,0-1-2,0 1 0,0 1-3,0-1 0,0 0-1,-1 1 1,0 1-2,-1-2 2,2 1-1,-1-1-1,0 0-1,-1 0-1,1 0-2,1 0 1,-1 0 1,0-1-2,-1 0 1,1-1-2,1 0 0,-1 0 0,0-1 0,-2 0-1,2-1-1,1 0 0,-1-2 0,0 3 0,-1-3-1,1 0-1,1-2-2,0 3-3,0-2-6,0-2-8,-1 1-8,0-2-9,1 2-14,0-2-15,0 0-25,0 0-29,0-1-29,0 0-31,0-1-26,0 0-21,0 0-20,0 0-17,0 0-29,0 0-35,1-2-56,0-1-65,-1 0-21,3-1-4</inkml:trace>
  <inkml:trace contextRef="#ctx0" brushRef="#br0" timeOffset="93244.9944">21312 9321 309,'1'-1'363,"-1"1"-42,1-2-68,-1 2-50,0-1-48,2 0-18,-2 0-9,0-1-2,0 2-2,0-1-4,0 0-6,0-1-6,0 2-8,0-1-10,0 0-11,0 0-10,0 1-11,0 0-10,0 0-13,0 0-10,0 0-11,0 0-5,0 0-4,0 0-2,0 2-1,-2-1 0,1 3 0,1-1 0,-1 1 3,0-1 3,-2 2 3,2 0 2,0 0 3,-2 0 2,2 2 4,-2 1 3,2-1 1,-1 0 3,-1 1 3,2 1 1,-3-1 1,3 2 1,0 0 1,-2-1 0,2 0-2,1 0 0,-1 1-3,0-1-2,-1 1-2,1-2-3,1 2-2,-1 0-4,0-1-3,-1-1-2,2 1-1,0-1-2,0 1-2,0-2-4,0 0 0,0 1-2,0 0 0,2-1 1,-1-1-1,0 1 1,-1-1-1,3-1 0,-1 1 2,-1-1-1,3-1-1,-1 1-1,1-1 1,0-1 0,1 1 3,-1-1 1,2 0-2,0-1 0,1-1 1,1 1-2,-1-1-1,1 0 0,1-1-1,1 0 1,-1-1 2,0 0-1,0-1 2,2 1-2,-2-1-1,2-1-2,-2 0-1,1-1 1,0 1 1,-2-2 1,2 0 0,-2 1 1,-1-3-1,2 2-1,-3-1-1,2-1 1,-2 0 0,-1-2 1,1 3 0,-2-2 0,-1-1 2,1 1-2,0-3 1,-3 2-1,3 1 0,-3-2-1,-1 1 3,0-1-2,0 0 0,0 0-1,-2 0 0,-2 1-2,3 0-1,-2 0 1,-1 0 1,1 1 1,-1 1 0,-1-1 0,0 2 0,0-1 0,1 0-1,-2 2 1,1-1 0,-1 2-1,-1-1-2,-1 1 2,1 0 2,-1 2-1,1-2-2,-2 2 1,0-1-1,-2 2-1,1 0 0,2-1 0,-2 2-2,1 0 1,-1 0 0,1 2 1,-1-1 2,3 0-1,-3 1-2,4 0-5,-2 1-7,1-1-14,-1 1-17,1 1-22,2 0-23,-1 0-21,0-1-21,1 0-17,0 1-17,1 1-14,-1-2-13,1 1-12,2 0-15,-1 0-27,3 1-35,-1 0-48,1-2-57,1 1-13,-1 0 7</inkml:trace>
  <inkml:trace contextRef="#ctx0" brushRef="#br0" timeOffset="93641.0512">22093 9054 0,'1'-3'226,"2"-1"82,-2 0-29,2 0-63,-1 3-83,-1-2-37,3-1-16,-3 2-4,-1-1 0,1 1 0,1 1 0,-1-1-2,0-1 0,-1 2-5,0-1-4,0 1-5,0 1-6,0-1-6,0 1-8,0 0-7,0 0-7,0 0-6,0 0-4,0 0-3,0 1 0,0 0 1,-1 2 2,0 1 5,-1-1 5,1 1 2,1 1 4,-1 0 1,-1 0 4,0 3 3,1-3 4,-1 3 1,-1 0-1,3-1 0,-1 1 0,0 0-4,-1 1-2,1-1-5,1 1-3,-1-1-2,0 0-3,-2 1-1,2-1-3,1 1-3,0-1-3,0 0-2,0 1-1,0-1 0,0-1-4,0 1 0,0 0-1,0-1 0,0-1-1,0 1-1,0-1-4,0 0-5,0 0-8,0-1-17,0-1-19,0 2-19,0-1-18,0-2-17,0 0-16,0 1-12,0 0-12,0 0-19,0-1-22,-1-1-48,0 2-60,-1-2-50,2 0-46,-1-2-11,-2 2 61</inkml:trace>
  <inkml:trace contextRef="#ctx0" brushRef="#br0" timeOffset="94099.0589">22006 9126 56,'-1'1'321,"0"0"-32,-1-1-45,1 2-65,1-1-74,-1 0-34,1-1-16,0 0-6,0 0-1,1 0 0,0 1 2,2-1 1,-1 0 0,2 0-2,2 0 0,-2 0 0,1 0 0,1 0-1,2 0-4,-1 0-3,1 0-5,-1 0-4,3 0-6,-3 0-4,2 0-5,1-1-2,1 1-2,-2-1-2,1 0-2,-1-1-1,2 1 0,-2-2-1,0 2-1,0 0 0,2-1-1,-3 0 0,0-1 0,0-1 0,-1 2-2,0 0 1,-1-2-1,0 2 0,-1-1 0,-1 0-1,-1 1 0,2-1-1,-2-1 0,-1 2 0,1-1-2,-2 0 1,2 1 0,-2-1 0,0-1 0,-1 2-1,1 0 1,-1 1 0,0-2 0,0 2 0,0-2-1,0 2 0,0-1 1,0 0 0,-1 1 1,1-1-1,-1 1-1,0 1 0,-1-1 1,1 0-1,1-1 0,-1 2 1,-2-1-1,2 0 0,-1-1 2,-2 2-2,0 0 0,0 0-1,1 0 1,-2 0 1,-1 2 1,-1-1 1,0 0 1,-1 2 4,2-2 0,-4 3 3,3-2 0,-2 1 0,0 1 2,0 0 0,0 0 1,-1 1 1,1 1 0,-1-1-1,0 0 1,0 1-1,3 0-1,-2 0-2,0 1-1,1 0-1,-1-1-1,2 1-1,-1-2 1,2 3 0,-1-3-1,0 3 0,2-3 1,-2 3-1,2-2-1,0 0-3,-1-1-5,1 1-10,0 0-10,-1-2-13,1 1-12,1 0-13,0 0-13,-2 0-11,2-1-9,1-1-10,-1 0-9,1 1-11,-2 0-10,3-1-21,-1-1-26,2 1-39,-1-2-48,-1 1-30,3-2-25</inkml:trace>
  <inkml:trace contextRef="#ctx0" brushRef="#br0" timeOffset="94397.0677">21976 9088 1,'0'-2'325,"0"0"-42,0-1-66,0 2-48,0-1-44,0 2-27,2-1-21,-2 0-9,1-1-3,-1 2 4,0 0 2,0 0 3,2 0 1,-2 2 2,2-1 3,-1 0 5,0 1 6,2-1 7,-1 2 6,-1-1 8,3 2 7,0 0 2,-2-1-1,2 1-2,-2 1-4,2-1-4,-1 1-1,0 0-4,1 1-4,0 0-5,0-1-10,-1 1-8,2 0-8,0-2-8,-1 3-6,0-2-4,2 0-5,-1 3-3,0-3-3,1 3-2,-1-2-3,1 1-1,-2-3-1,2 3-3,-1-1-1,0-2-2,1 3-3,-1-3-1,0 1-2,-1 0-3,2-1-3,-2-1-1,-2 1-1,2 0-1,-1-1-1,0-1-3,0 2-3,-1-1-2,0-1 0,0-1-2,-1 1 1,1-2-2,-1 1-3,0-1-5,-1 2-7,1-1-11,-1-1-13,0 0-20,0 0-26,0 0-38,0 0-44,0 0-34,0 0-30,0 0-33,0 0-37,0 0-73,3-1-90,-2-1-38,0 1-13,2-2-1,-2-1 8</inkml:trace>
  <inkml:trace contextRef="#ctx0" brushRef="#br0" timeOffset="95230.0827">22836 9115 211,'0'0'277,"0"0"-37,0 0-39,0 0-35,0 0-30,0 0-12,0 0-4,1-1 2,-1 1 6,0 0 7,0 0 7,0 0 5,0 0 2,0 0 2,0 0-1,0 0-3,0 0-5,0 0-6,0 0-9,0 0-8,0 0-11,0 0-13,0 0-11,0 0-11,0 0-10,0 0-6,0 0-6,0 0-3,0 0-5,0 0-1,0 1-1,0 2-1,0-1 0,0 1 2,0-2-1,0 3 1,0 0 0,0 1-1,0-2 0,0 2-5,0 1-2,0 0-5,0-1-1,0 2-5,0-1 0,0 1-3,0 2-2,0-2-3,1 2-2,1-1-2,-2 0-2,0 2-1,0-2 0,0 1 1,0 2 0,0-2 0,0 0 0,0 3-1,0-2-1,0 0-1,-2 0-1,1 1-1,1-1 0,-1-1 1,0 3 1,-2-3-2,3 2 0,0-1-2,0 1 0,0-1 1,-1 0-1,1 1 2,0 0-1,0-1 2,-1 0-2,0 0 1,-1 0 0,2 1 0,0-2-1,-1 2 1,0-2-1,-1 0 0,1 0-1,1-1 0,-1 0-1,0-2-1,-1 2 0,1-1 1,1-1 0,-1 0-1,-1 0 0,0-2 0,1 1 1,1-1-1,-1 1 0,1-2 1,0 1 1,0 0 0,0-1-2,0-1-3,0 1-4,0 0-5,0-1-6,0-1-10,0 2-8,0-3-12,0 3-9,0-1-12,0 0-9,0 0-19,0 0-21,0-1-23,0-1-23,0 0-22,0 0-21,0 0-16,0 0-16,0 0-17,0 0-20,0 0-53,0 0-70,0 0-38,0-3-25,1-1 0,-1-1 84</inkml:trace>
  <inkml:trace contextRef="#ctx0" brushRef="#br0" timeOffset="95843.1081">23186 8859 0,'-1'-1'20,"0"1"258,-1 0-36,1 0-54,1 0-64,-1 0-40,0 0-31,-2 0-14,2 0-8,1 0-3,0 0-3,0 0-2,0 0 1,0 0 0,0 0 0,0 0 3,0 0 2,0 0 5,0 0 5,-1 1 6,1 1 8,0-1 9,0 0 10,0 2 8,0-2 10,0 1 9,0 0 10,1 2 6,-1-1 8,1-1 3,2 1 2,-2 2 1,0-1-1,2 0-3,-1-1-5,-1 1-8,3-1-8,-1 1-8,0-1-7,1 1-8,-1-1-10,-1-1-8,2 1-5,1 2-4,-2-2-5,1 1-2,1-2-2,-1 2-2,1 0-3,0 0 0,0 0-1,1 0-1,-1 1-3,1-1 0,0 0 0,1 1-1,-1 0-1,1 0-1,-2 0-3,2-1-4,0 1-2,-1 0-1,-1-1-1,2 0-1,0 1-3,-1 0 0,0 0-1,-1 1-2,0-2 0,1 3-2,-1-1-3,0-2 0,0 4 0,1-3-1,-1 3 0,-1-3 0,2 3-2,-2 0 0,0 0 1,0-1 0,-1 2 0,2-1-1,-2 0 0,-1 2 0,2-1 2,-3-1-1,2 4 0,0-2-1,-2 0 1,1 0 1,-1 3 1,-1-2 0,0-1 0,0 3 1,-1-1-1,-1 0 0,1 1 1,-2 0-1,0 0-1,2 0 1,-3 0-1,2-1 0,-1 1 0,-2 1 0,3-1-1,-1 1 0,-2-1-1,1 0 0,0-1 1,0 3 0,0-1 1,-1-1 0,0 0-1,0 0 0,0 0 1,0 0-1,-1-1-1,1 1 1,-1 1-2,-1-1-1,0 0 1,-1 0-2,0 0 1,1 0-2,-2 1 0,0-2 1,-2 0-1,2 0 0,-1 0-1,-1-2-1,1 3 1,-1-2 0,2-1-2,0-2 1,0 3 1,0-3-1,0 0 0,1-1 0,0 0-3,2 0-2,-1-1-3,2-1-5,0 1-6,-1-3-8,2 0-11,0 1-14,0-1-13,-1 1-28,3-3-36,-1 0-41,2 2-41,-1-2-34,-1 1-27,2-2-49,-3 1-58,3-1-58,1 0-61,-2-1-22,-1-1-7,-1-2 6,2 2 230</inkml:trace>
  <inkml:trace contextRef="#ctx0" brushRef="#br0" timeOffset="97688.145">4810 11364 0,'-1'0'233,"-1"0"56,1 0-47,0 0-45,1 0-45,-1 0-26,-1 0-20,2 0-8,-1 0-1,1 0 1,-1 0 1,1 0 5,0 0 3,0 0 3,0 0-2,0 0 1,0 0-1,0 0-2,0 0-3,0 0-5,0 0-6,0 0-7,0 0-6,0 0-6,0 0-5,0 0-5,0 0-6,0 0-4,0 0-5,0 0-4,0 0-5,0 0-2,0 0-2,0 0-3,0 0 0,0 0-1,0 0 2,1 0 3,2 0 3,-2 0-1,1 0 1,1 0-2,0 0 2,-1 0-1,3 1-2,-3-1 1,2 1-1,0 0 2,2 0 2,-1-1 0,0 1 1,0 1-2,1-1-4,0 0-2,3-1-2,-3 1-1,2 1-2,0-2-1,0 0-1,2 0-2,-3 0 1,3 0-3,-1 0-4,1 0-4,-3 0-3,3 0-3,-1 0-2,0 0 0,-2 0-2,3 0 0,-3 0 0,1 0-1,1 0 0,-2 0-1,0 0-1,0 0-1,-1 0 0,0 0 0,-1 0 1,-1 0 0,0 0 0,0 0 1,-1 0 0,1 0 0,-3 0 0,2 0-1,-1 0-3,-1 0-6,2 0-8,-2 0-12,0 0-14,-1 0-26,0 0-28,0 0-36,0-2-37,-1 1-30,0 0-26,-3-2-20,3 2-18,-3 1-20,2-1-25,-2 0-35,0 0-42,-2 0-41,1 0-37,-1-1-1,-2 2 88</inkml:trace>
  <inkml:trace contextRef="#ctx0" brushRef="#br0" timeOffset="98078.1578">4802 11516 1,'-1'3'321,"0"-1"-35,1-1-53,-2 1-47,0-2-47,1 1-27,1 1-17,0-2-5,0 0-2,0 0 3,0 0 4,0 0 9,0 0 7,0 0 6,0 0 6,0 0 7,0 0 5,1 0 3,1 0 1,0 0 0,0 0-1,1 0-4,-1 0-4,1 0-5,1 0-5,-2 0-6,3 0-6,0-2-7,-1 1-4,2 1-8,-1-1-7,0 0-9,0 1-9,1-1-7,0 1-8,1-1-3,0 0-5,-2-1-3,4 1-5,-2 1-3,-1 0-3,3 0-4,-3 0-3,3 0-5,-3 0-4,2 0-1,-1 0-2,1 0 2,0 0-1,-3 0-1,1 0 0,2 0-1,-3 0 0,0 0-1,0 0-3,-2 0 1,1 0-2,0 0 1,0 0-1,-1 0 0,1 0 1,-3 0 0,2 0 0,-2 0 0,2 0-1,-1 0 2,-1 0-1,1 0 1,0 0 0,-2 0 0,1 0-1,0 0 1,1 0 1,-1 0-1,-1 0 0,0 0-2,0 0 1,0 0 0,0 0 1,1 0-1,0-1-1,-1 1-2,2-2-1,-1 1-5,-1 1-6,0 0-12,1-1-13,1 0-22,-1-1-23,0 2-39,-1 0-45,4-3-39,-2 1-36,-1 1-32,3-2-31,-1 0-65,-1 1-80,3-1-47,-3-1-33,1 0-5,1 2 6</inkml:trace>
  <inkml:trace contextRef="#ctx0" brushRef="#br2" timeOffset="126158.7902">11122 10337 0,'0'0'97,"0"0"177,1 0-26,1 0-44,-1 1-54,-1-1-37,0 0-32,0 0-13,0 0-4,0 0 1,0 0 3,0 0 5,0 0 4,0 0 3,0 0 5,0 0 3,0 0 3,0 0 3,0 0 0,0 0 3,0 0 1,0 0-2,1 1-2,-1-1-2,0 0-2,0 0-1,0 0-2,0 0-2,0 2-2,0-2-2,0 0-3,0 0-5,0 0-5,0 0-2,0 0-3,0 0-3,0 0-2,0 0-1,0 0-2,0 0-1,0 0-3,0 0 1,0 0 0,0 0 2,0 0 1,0 0 3,0 0 1,0 0 1,0 0 0,0 0-1,0 0-2,0 0-2,0 0-2,0 0-3,0 0-4,0 0-3,0 0-5,0 0-5,0 0-6,0 0-3,0 0-5,0 0-2,0 0-4,0 0-1,0 0-2,0 0-2,0 0 0,0 0-2,0 0 0,0 0-2,0 0 0,0 0 0,0 1-2,0-1-1,0 0 1,0 0-1,0 0-1,0 0 0,0 0 0,0 0-1,0 0 0,0 0 0,0 0 0,0 1-1,0-1-2,0 0 1,0 1 0,0-1 0,0 2-2,0-2 1,0 1 2,0 0 0,0 1 0,1-2-1,1 0 1,0 1 1,-1 0-1,-1 1 1,1-2 1,1 2 1,-1 0-1,0 0 1,2 1 0,-2-2-1,2 1-1,-1-1 0,-1 3 1,3-2-1,-3 1 0,2-1 0,-1-1 2,1 1 0,-1 0-2,1 0 0,0 1 1,0-2 0,-1 2 1,2-2 0,-1-1 0,-1 1 0,4 1 0,-2-2 0,0 1-1,1 0 0,1 1-1,-1-2 0,1 1 0,0 0 2,0 0 0,1 1 0,0-2-1,-2 0-1,0 0 0,1 1 0,-1-1 2,0 1 0,-1 0 0,2-1-1,-2 0 1,0 1 0,-1-1 1,2 0-1,0 0 0,-1 0 0,0 0 0,1 0 0,-3 0 1,2 0 0,-2 0-1,2 0 1,0 0-1,-2 0 0,-1 0 1,2 0-1,-1 0 1,1 0 0,1-1-2,-1 1-1,1-1 1,0 0 0,0 0 0,-1 1 0,2-3 1,0 1-1,-1 0-1,1 0 1,1 0 0,-1 1-1,0 0-1,1-2 2,-1 2 0,0-2 0,3 1 1,-2 0 0,0 0-2,1 0 0,1 0 1,-2-2-1,4 1 1,-4 1-1,3-1-1,0 1 0,-2-1 1,2 0 1,0 2 1,-2-3-1,3 4-1,-3-4 2,1 1 0,3 1-1,-1-2-1,0 2 0,1 0 1,-1-2 1,1 1 1,2 1 0,-2-1-1,0-1 0,0 0-1,2 0 0,-1 1 0,-2-1 0,1 1 3,0 0 0,-2 1-2,2-1 1,-3 0 1,-1 0-1,1 0 1,-2 1 0,0-1-1,-1 1 2,-1 1-2,-1-2 2,0 0-1,2 2-1,-3 0 0,1-1 0,-2 0 0,0 0 0,1 1 0,-1 0-1,0 0 0,-1-1-1,0 1 0,0 0 0,0 0 0,0 0 0,0 0 0,0 0 0,0-2-2,0 2-4,0-1-5,0 1-5,0-1-7,0 0-10,0 1-13,-1-1-13,0 2-17,-1-1-23,1 0-32,1 0-36,-1 1-39,-2-2-32,2 1-27,-3 0-42,1-1-47,-1 2-58,-1 0-64,-1 0-24,-3 0-7,1 0 4,0 3 68</inkml:trace>
  <inkml:trace contextRef="#ctx0" brushRef="#br2" timeOffset="126886.7499">11549 10941 0,'4'-2'115,"0"-1"220,-2 2 4,2-2-45,-3 1-68,3 1-51,-3-1-39,0 1-20,1-2-11,-1 2 0,0 1 3,-1-2 2,0 0 3,0 2 2,0-1 2,0 1 0,0 0 0,0-2-4,0 2-4,0-1-6,0-1-6,0 1-7,0 0-6,0 0-10,0-1-11,0 0-9,0 2-7,0-2-6,-1 1-7,0 0-4,-1 1-2,1 0-5,-1-2-2,-2 1-2,3 0-1,-2 1-1,2 0-2,-3 0 1,2 0 0,-3 0-2,2 0-1,0 1-1,-1 0 0,0 1-3,-2-2-1,1 2-1,0 0-3,-1 0 0,2 1-2,-1-2-1,1 2 2,1-2 0,-2 1-1,1-1 0,-1 3 0,1-2 0,-1 1-1,2 0 1,-1-1-3,0 1 0,-2 1 0,2 0 2,1 0 0,-1 0-1,0-1 0,-1 2 1,0 0-1,1 0 0,2-2-1,-3 2 1,3 1 1,-1 0-1,-1-1 1,2 2-1,-1-1 1,-2 1 0,4-1 0,-1 2-1,-1-3 0,2 3 1,-2 0 0,2-1 1,-1 0 1,-1 0-2,2 2 1,1-1 1,-1 1 0,0-1 1,-1 0-2,1 2 0,1 0 0,-1-1 0,-1-1 1,2 0 0,0 1 0,0-1 2,0 1 1,0 0 0,0 0-2,2 1 1,-1-1 1,-1 0 0,3 0 1,-1 0 0,-1-1 1,4 1-1,-2-1 0,-1 1-1,3-1-2,0 0 0,-1 1-2,1-2 2,0 1-1,1-3 0,-1 3 0,0-3-1,1 2-1,-1-1-1,1-2 0,2 3 0,-2-2 1,0 0 1,3-1-1,-3 0 1,4 0-1,-3 1-1,1-1 1,3-1-2,-1-1 0,0 1 0,1 0 2,-1-1 0,1-1 1,2 0-1,-2 0-2,1-1 0,-1 0 2,2 0 0,-2 0 0,0-1-1,2 0 0,-1 0-1,-2 1-3,1-2-5,0-1-6,-2 2-10,2-2-8,-2 2-13,-1-1-15,0 0-21,2-1-24,-4-1-25,0 2-26,2-1-20,-2-1-18,-1 0-15,1-1-15,-2 2-28,-2-2-37,1 1-54,-1-1-62,1-3-23,-3 3-5,2-3 12,-2 1 361</inkml:trace>
  <inkml:trace contextRef="#ctx0" brushRef="#br2" timeOffset="127350.7962">11334 11180 0,'-1'0'158,"1"1"96,-1 1-50,1-2-44,0 0-46,0 0-31,0 0-27,0 0-12,0 0-6,0 0-2,0 0 1,0 0 5,1 0 6,-1 1 6,1 1 4,2-1 6,-2-1 4,3 0 2,-1 0 3,1 0 2,0 0-1,1 0 4,1 0 4,2 0 2,-2 0 2,3 0-2,-2 0-5,3 0-1,-3-1-1,2-1-1,1 1-1,1 1 0,-2 0 2,2-2 1,-1 1 1,0 0-1,0 1-3,1-1-4,0-1-6,-1 1-1,3 0-2,-3-2-3,2 2-5,-1-1-2,-2 1-5,2-2-3,-1 1-5,1 1-4,-2-1-5,0 1-4,-2 0-2,2-1-3,-3 2-4,0-1 0,0 1-3,-1-1-1,-1-1-2,2 1 1,-2 1-2,-1-1 0,-1-1-2,2 2 1,-3 0 0,3 0 1,-3 0-2,0-1-1,-1 1-1,1 0 0,-1 0 0,0 0 0,0 0-1,0 0-2,0 0 0,0 0-3,0 0-5,0 0-7,0 0-11,0 0-20,0 0-27,0 0-31,0 0-38,0 0-32,0 0-27,0 0-45,0 0-50,0 0-67,0 0-72,0 0-32,-1-1-15,-1 1-1,-2-1 39</inkml:trace>
  <inkml:trace contextRef="#ctx0" brushRef="#br2" timeOffset="130938.8628">13474 10272 0,'2'-2'72,"-1"0"250,-1 1 3,1 0-49,1 1-71,-1 0-48,0-2-38,-1 1-15,1 0-4,-1 1 0,0 0 3,0 0 2,0 0 1,0 0 0,0 0-1,0 0-2,0 0-2,0 0-5,0 0-5,0 0-6,0 0-6,0 0-6,0 0-9,0 0-7,2-2-8,-2 2-7,0 0-8,0 0-6,0 0-7,0 0-7,0 0-7,0 0-2,0 0-2,0 0-1,0 0-3,0 0-1,0 0 1,0 2-1,0-1 1,1 2 0,0-3 1,-1 2 0,1 1-1,2 0 2,-2 0 1,0 0 0,-1 1-1,1 0 0,1 0 1,-1-1-1,0 1 1,2 1-1,-1-1 1,-1-2-1,3 4 0,-3-3 1,2 2-2,-2-2 3,2 1 1,-1 0-2,-1-1 0,2 1-1,-2 0 1,3 0-2,-2 0 0,2 0-1,-2-1 0,2 1 1,-1-1 0,2 1 1,-2-1 0,1 0 1,1-1-1,1 1-1,-1 0 1,0 0 0,3 0 0,-2-1 1,0 0 2,0 0 1,2 0 1,-2 0 0,4 1 1,-3-2 0,3 1 0,-1-1 2,2 1 2,0 0 2,-1-2 0,3 1-1,-1 0 0,-2 1 1,2-2 1,0 0 0,0 0-1,-1 0 1,0 0 1,2 0-1,-1 0 0,-2 0 0,3 0-3,-1 0 0,-1 0 1,3 1-1,-2-1 2,1 1 0,-1 0 0,2 0-1,-2-1 1,3 0-1,0 0-1,0 1 0,0-1 0,1 0 2,0 0-1,-1 0-1,1 0 2,2 0-2,-1 0 1,-1 0 0,1 0 0,1 0-3,-1 1 0,-1 1-1,2-2-1,-1 1-1,-1 0-1,-2 0 1,2 1-2,-1-2 0,1 1 0,-1 0-1,0 1-2,-3-2 0,2 1 0,1-1 0,-1 0 0,-1 0 1,2 0 2,0 0-1,1 0-2,-1 0 0,0 0 0,-1 0-1,2 0 0,0 0 0,0 0 1,-1 0 1,2 0-1,1 0 0,-1 0 2,1 0-1,0 0-1,1 0 0,-1 0 1,1 0 1,1-1 0,0 1 1,-1 0-1,-1 0 1,2 0-1,-1-2 0,-1 2-1,2-1 2,-2 0-1,0 1-1,0 0 1,-1-2 0,-1 2 1,1 0-1,1-1 2,-1 0-2,-2 0 1,1 1-2,-1 0 0,0 0-1,0 0 0,1 0 0,-1 0 0,-1 0-1,-2 0-1,3 0 1,-3 0 1,1 0-2,-1 0-1,2 0 0,-2 0 0,1 0 1,-1 0 0,2 0 1,-3 0-1,3-2 0,-2 2 1,1 0 0,-1-1 1,2 1 0,-1 0 0,-1 0 0,1-1 0,-2 1 1,1 0 0,1 0 0,0 0-2,-1 0 1,0 0 1,2 0-1,-3 0 0,3 0-1,-2 1 0,3 0-1,-2 1-1,0-2 0,2 1 1,-1 0-1,-2 0 0,3 1 0,0-2 2,0 1-1,0 0-1,-1 1 1,1-2 0,-1 1 1,1-1 1,0 1 0,-1 1 1,2-2-1,-1 1 1,1 0 0,0 1 0,-1-2-1,1 1-1,-2 0 0,1 0 0,0-1 0,-2 0 1,2 0 0,-2 0 0,-1 0-1,2 0-1,-3 0 1,3 0 1,-2-1-1,2 0-1,-3 0 1,3 1 2,-1-2 0,-1 1-1,1 0-2,-1-2-1,1 2 0,-1-1 0,2 0 1,-3 0 0,3 0 0,-2 1-1,2-2 1,-3 2 1,3-1-1,-2 0 1,1 0-2,-1 0 0,3 0 2,-3 0 2,1 1 0,-1-1-1,2 1 0,-3-2-1,3 1 0,-2 0 1,-2 0-1,3 0 0,-2 1 1,-3 0-1,2-2 1,-1 2 1,0-2-2,-2 1 0,1 0 0,-1 1-1,-1 0 0,2 1 1,-2-2 0,0 1 1,0 0-2,1 1 0,0-3 1,0 2 1,1-1 0,1 1-2,-2-1 1,4 1-1,-1 0 0,0 0 0,0-1 1,2 1 1,1 0 0,-2 0-1,0 1 1,2-2 1,-2 1-1,0 0-2,0 1 0,2-2 0,-1 1 2,-2 0 0,1 1 0,0 0 1,-1-2-1,0 1-1,0 0 0,-1 1 0,-3 0 0,3 0 0,-3 0 0,0 0 1,-2-2-1,2 2 0,-1-1 0,0 0-2,2 0 1,0 1 0,-1-2 0,0 1 1,0 0 0,3 1 0,-3-1 0,3 0-2,0 0 1,-2 0 2,4 1 0,-2-2-3,2 1 1,0 0 1,-1 1 0,3-2-1,-2 1 0,0 0 0,3 0-1,-3 1 1,3-2 1,-1 2 1,0-1-2,-2 1-1,1-2 1,-2 1 2,3 0 0,-1 0 0,-2 1 0,1-2 0,0 1 0,-1 0 0,0 1 2,0 0-1,0 0-1,-2-2-1,0 1 0,1 1 0,0-1 1,-2 1 1,2 0-1,-2 0-2,1 0 1,-1-2 1,2 1 0,-2 0 1,1 1-2,-2-2 0,3 1 1,-2 0-1,0 0 1,0 1 0,-1-2 0,0 1-1,0 0 1,-1 1 0,1-1 0,-1 0 0,1 0 0,0 0-1,-1 1 1,-2-2 0,1 1 0,2 0 0,-2 1-1,0-2-1,0 1 0,-1 0 2,2 0-1,0 1-1,-1-2 0,0 1 0,0-1 0,0 0 1,0 1 0,1-3-1,0 1 1,-1 2 0,-1-5 0,1 3 0,2-1 0,-2 1 0,1-2 0,0 0 1,1 0-1,-1 2 0,0-4-1,1 2-1,-2 0-4,0-1-5,0 4-15,-1-4-21,2 1-30,-2 1-35,-1 0-32,-1 0-30,1 1-27,-1-2-27,-1 2-64,-3-1-80,1 1-53,-2-1-40,-3 0-15,-2 2-6</inkml:trace>
  <inkml:trace contextRef="#ctx0" brushRef="#br2" timeOffset="132026.906">14894 11070 0,'1'-4'200,"2"0"66,-2 0-33,2 1-34,-2 0-32,3-1-29,-3 0-30,0 1-12,-1 0-5,1 1 3,-1-2 6,0 1 7,0 2 9,0-2 6,0 2 8,0-2 2,0 1 0,0 1-2,0-2-3,0 2-5,0-1-6,0 1-7,0 1-8,0-1-10,0-1-11,0 2-13,0 0-13,0 0-12,0 0-10,0 0-8,0 0-8,0 0-6,0 2-6,0-1-3,-1 2-2,1 1 1,-1-1-1,0 3 1,-1-1 1,0 3-1,2-2 0,-1 3 0,0 1 0,-1-1 0,2 2 1,-1 0 0,1 1 2,0 0 1,0 1 2,0 0 0,1 0-2,-1 2-1,2-2 1,-1 0 0,0 0 1,-1 0-2,2 0 0,0 0-1,-1-1 0,0 0 0,-1-1 1,1-1-3,1 0 0,-1 0 0,0-2-1,-1 1 1,1-3 0,1 2 0,-1-1 1,0-2 0,-1 1 2,1-1 0,2-2-2,-2 1 1,-1-1 0,0 1 0,0-1 0,0-1 2,0-1 0,0 2 1,1-3 1,-1 0-1,0 0-1,0 0 0,0 0-2,0-3 1,0 1 0,0-2 1,0 0-2,0 0-1,0-2-1,0-1 0,0-2-1,0 0-1,0-2-1,0-1 1,0-1-1,0-1 1,1-1 1,1-2-1,-1 0 0,0 0 1,0-1 3,2 2 0,-2-2-1,2-1 0,-1 1-1,3 2 0,-2-1-1,-1 0 2,2 0 0,0 0 1,0 2-1,0 1 0,0-2-1,1 2-1,1-1 0,-1 2 0,0 0 0,2 0 0,0 3 1,-1-2 1,3 2 0,-2-1-2,0 3-1,1-1-1,2 0 0,-3 2 1,3-2-1,-3 3 0,0 0-2,0 2 2,1-1-1,-3 1 1,2 0-1,0 1 1,0 2-1,-1 0 2,-1-1-1,-1 2 1,2 2 0,-1-1 2,0 1-1,0 0 1,-1 2 0,-1 0-1,1 1 0,0-1 0,0 2 0,-2 0 0,2-1 0,-2 1 1,1 0 0,-2 0-1,2 0 1,-1 0 1,-1 1-1,-1-3 0,0 2-1,-1 0 2,-1-1-1,-1 1 2,1 0 0,-1-1 0,-2 0-1,-1 2-1,1-2 1,0-1-2,-1 1 1,-3 0-3,3-1-1,-3 1-4,0 1-3,1-2-2,-1 1-4,0-1-1,1-1-1,-2 0-3,1 1-2,0 0 0,2-1-1,-3 0-1,3-1 0,-1 2 2,-1-1 2,3-2 3,-2 2 3,1-2 2,2 2 1,-1-2 1,1 1 1,0 1 3,0-2 0,2 0 3,0 0 0,-1 0 2,3 2 0,-2-2 0,2 2 0,0-2-1,-1 1 0,2 0 1,0 2 0,0-2 0,2 2 2,-1-1 0,0 2 0,3 0-1,-1 0 0,1 1 1,2-1 0,-1 1 0,1 0 0,1 1 2,0-1-1,0 1 2,3-1 0,-1 1 1,1 2-1,1-2 2,0 0-1,0 0 1,0 1 0,3 0 1,-2 0-1,2-2 0,-3 2-3,3 0 2,-2 0 0,1-2-1,-1 2 0,-1-1 0,1-1-1,-1 1 1,-1-2 0,0 1-1,-2-1 0,2 0 0,0-1-1,-2 0 0,-1 0 2,0 0 1,0-3-2,0 3-6,-2-1-8,0-1-13,-1-1-15,1 2-20,-2-3-19,1 0-20,0 2-16,-2-2-16,1 0-15,2 0-18,-3 0-17,2 0-37,-1-2-43,-1 2-54,2-1-59,-2-2-16,-1 1 0</inkml:trace>
  <inkml:trace contextRef="#ctx0" brushRef="#br2" timeOffset="132340.9241">15520 10773 104,'0'-2'323,"0"2"-21,0 0-28,0-1-65,0 1-81,0 0-45,0 0-27,0 0-15,0 0-8,0 0-2,0 0 4,0 0 1,0 0 1,0 0 0,0 0 3,0 1 2,0 0 2,0 2 4,0 0 1,0 0 3,3 3 7,-2-1 4,0 1 3,-1 0 0,1 3-5,1-1-2,-1 1-4,-1-1-3,0 1-4,1 2-3,-1-1-1,0 0-2,0 0-3,0 1-5,0 0-6,0-2-4,0 2-6,0-1-2,0 1-2,0-2-2,0 0-2,0 0 0,0-1-2,0 1-1,0-2-3,0 2-9,0-4-13,0 3-12,0-4-12,0 3-17,0-2-18,0-1-14,0 0-14,0 0-12,0-2-12,0 1-13,0 0-14,0-1-31,0 1-36,0-3-53,0 0-61,0 0-21,0 0-3</inkml:trace>
  <inkml:trace contextRef="#ctx0" brushRef="#br2" timeOffset="132762.9485">15425 10895 0,'-2'0'14,"2"0"275,0 0-12,0 0-45,0 0-54,0 0-46,0 0-40,0 0-20,0 0-10,0 0-4,0 0-2,2 0-1,0 0 0,-1 0 0,4 0-2,-1 0-1,1 0-3,0-1-2,1 0-3,2 1-4,0-1-5,1-1-5,1 0-5,-1 1-7,0-1-4,0 1-4,2-2-2,-1 2-2,2-3-2,-4 1-1,2 2-1,1-3 1,-2 1 0,0 1 1,-2-2-2,2 2 2,-2 0 0,1-2 4,-1 1 2,-2 1 2,0-1 1,1-1 5,-1 0 5,-1 2 6,1-1 6,-1 0 4,-2-1 1,1 2 4,-1-2 5,-1 1 2,2 0 1,-2 1 1,-1-1 2,2 1 3,-1 0 2,-1 1-2,0 0-3,0-1-4,0 1-4,0 1-5,0 0 0,0 0-2,0 0-4,0 0-3,0 0-3,0 0-4,0 0-3,0 0-4,0 0-3,0 0-3,-1 0-4,-1 1-2,0 1 0,-1-1-4,-1 0-1,2 2-1,-3 1-2,0 0 0,1-1 0,-1 2 0,-1 0 1,1-1 1,0 2-1,-1 1 1,1-3 1,0 4-1,-1-3 2,2 3 1,-2-3 0,0 2 1,-2 0 1,2-1 0,0 2 0,0-3-1,-1 3-1,0-4 1,2 2-1,0 0 0,1-1-2,-2 0-6,1-1-12,0 1-14,-1 0-18,2-2-19,1 1-20,-1 0-18,0 0-17,-1-1-16,1 1-13,2-2-13,-2 1-12,2 1-21,-2-4-28,0 2-33,2 0-39,-1-2-33,-1 0-30,2 0-5,-3 0 150</inkml:trace>
  <inkml:trace contextRef="#ctx0" brushRef="#br2" timeOffset="133127.9155">15468 10822 0,'1'-4'133,"2"2"148,-1-1-30,-2 0-40,3 2-40,-2-2-35,-1 1-30,1 0-12,1 1-7,-1 0 1,0-1 1,-1 1 2,1 0 1,2 1-2,-3 0-2,0 0-3,0 0-5,0 0-5,0 0-6,0 0-6,0 0-10,0 0-5,0 0-5,0 0-1,0 0 1,0 0 2,0 2 3,1 1 1,0-2 4,-1 1 0,1 2 2,1-1-1,-1 1 2,0-1 2,2 2 3,-1 0-1,-1 1-2,3-1-8,-2 0-9,2 2-7,-1-2-4,-1 2-5,2-1-4,2 1-2,-2-1-2,1 0 0,1 1-2,-1-1-1,0 2-2,1-3-1,2 0-1,-2 2 1,1-3 2,-2 2 0,2 1-2,0-3-1,-1 1 0,-1-1 0,3 0-2,-2 0 0,0 0-1,0-1-1,0-1-3,-1 2 1,2-2 0,-2 1-1,0 0-3,1-3 1,-1 2 0,0 0 1,-1-1 1,0 0 0,0 1-1,1-1-1,-1-1-2,0 1 0,0 0 0,0 1-1,0-2 0,-1 1-4,-1 0-2,3 0-6,-4-1-6,2 0-8,-1 0-9,-2 0-13,1 0-15,-1 0-17,0 0-17,0 0-22,0 0-22,0 0-22,0 0-18,0 0-34,0 0-35,0 0-63,0 0-69,-1-1-30,-1 0-13,-1 0 6,-2 1 170</inkml:trace>
  <inkml:trace contextRef="#ctx0" brushRef="#br2" timeOffset="139422.0435">19080 10140 0,'1'0'96,"-1"0"165,0 0-44,1 0-41,-1 0-37,0 0-31,0 0-26,0 0-9,2 0-5,-1 0 0,0 0 2,-1 0 5,1 0 4,-1 0 7,0 0 7,2 0 6,-2 0 4,0 0 3,1 0 3,-1 0 2,0 0 1,0 0-1,0 0-2,0 0-3,0 0-5,0 0-3,0 0-7,0 0-8,0 0-7,0 0-9,0 0-8,0 0-9,0 0-8,0 0-9,0 0-9,0 0-4,0 0-7,0 0-4,0 0-4,0 0-3,0 0-3,1 0-2,-1 1 0,0-1-1,0 2 1,0-2 1,1 2 0,-1 1 1,2-2 1,-2 2 0,0-2 0,0 2 1,0 1 1,0 1 0,2-3 0,-2 4 0,1-3 0,-1 2-1,0 1-1,0 0 0,0-1 0,0 1 1,1-1 1,1 1 1,-1 0-2,0-1 1,-1 1-2,2-3 0,-1 3 0,0-1 1,0 0 2,2-1-2,-2 1 0,3 1 0,-2-4 0,-1 4-1,2-3 0,-2 0 0,2 1 0,-1-1 1,-1 1 1,2-2-1,1 0 1,-2 2 0,2-2-1,-2 1 0,2-2 0,0 2 1,-2-3 0,3 2 0,-1 0-1,0 0 3,1 0 0,0-1 2,0 0 1,1 0-1,0 1 1,0-2 1,2 1-1,-1-1 1,-1 2 0,3-2 1,-1 1 0,0 0-1,1 0 1,-1 1-1,1-2-3,1 1 0,-1 0-1,-1 1 0,0-2-1,2 1 0,-1 0-2,-1 0 0,1 0 2,1-1 0,-1 1 1,0 0-1,0 1 0,1-2 1,0 1-1,0 0 0,0 0-2,1 1 2,0-1 1,-1 2 2,3-3 0,-2 2 1,1 0-1,2 0 2,-3 0 1,4 0 0,-1 1 3,1-2 0,-1 1 1,0-1 2,1 1 1,1 0-1,0 0-1,1 0 2,-1 0 0,0 0 0,0-1-2,-1 2 0,1-2 0,0 1-2,-1 0 0,0 0-1,1 0-3,0-2 0,-2 1 0,2 0 1,-1 1 0,1-2-2,0 2 1,-1 0-1,1-2 0,-1 1 0,1 0 1,1 0 0,-1 1 0,0-2 1,1 1 1,-1 0 1,2 0-2,-1-1 0,2 1-1,-2 0 0,2 0-2,-1 1 0,2-2 0,-1 1 0,0 0 0,-1 1-1,2-2 1,-1 1-2,-1 0 0,2 0-2,-1-1 1,0 1 0,-1-1 1,2 1 1,-1 0 1,-1 1 1,1-2-3,-2 1 0,2 0 0,-2 0-2,2 1-1,-2-2 1,2 1 2,0 0 0,-2 1-1,2-2 0,-2 1 0,4 0-2,-2 1-1,-1-2 1,0 1 1,0 0 0,0 1 0,0-1 1,0 0 1,0 0-1,-1 1-1,0-2 0,0 1 2,1 0 0,-1 0 2,-2-1 0,1 1 0,0 0 0,-1 0 0,-2 1 1,0-2 0,2 0 1,-2 0 0,-1 0 0,0 0 0,2 0 0,-4 0 0,2 0 0,1 0 0,-2 0-1,0 0-1,2 0-2,-2 0 0,1 0-1,-2-2 1,4 1-1,-2 0-1,2 0 0,-3 1 0,4-1-1,-1 0 0,-1 0 1,1 1-1,0-2 1,1 1-1,-1 0 1,1 0 0,-1 1-1,2-2 0,-1 1 0,0 0-1,0 1 2,-1-2-1,1 1 1,-1 1-1,1-1 0,0 1 1,-1-2 0,0 1-1,-1 0-1,2 1-1,-4-2 2,3 1 1,-2 0-2,2 0 1,-3 1-2,0-2 1,1 1 0,0 0 0,-1 0 0,-1-1-1,1 1 1,-2-2 0,2 2 1,1-2 0,0 1 0,0 1 0,-1-1 0,1 0 1,0 0-1,0 1 0,1-2 0,-1 2 0,2-1 0,-3 1-1,3 0 1,-2 1 1,3-2-1,-2 1 0,0 0 0,1-1-1,-3 1 0,3 0 1,-1 0 0,0-1 1,-1 1 0,1 0 1,0 0-1,-2 0-1,3-1 0,-3 2 0,0-3 0,2 2 0,-1-1 1,-2 0-2,1 1 1,-1-1-2,1 1 1,1-2 1,-2 1-2,2 0 1,-2 0-1,2 0 0,2 0 1,-3 2 0,3-3 0,-2 2-1,3-2 2,-2 1-1,0-1 1,2 2-1,1-2 0,-1 0 0,-1 1 0,1-2-1,0 1 1,0 2 1,-1-3-1,0 1 0,2 1-1,1-2 0,-1 4-1,0-3 1,0 0 0,0 1 1,0-1 0,0 1 0,-2 0-1,2 0 2,0-2-1,0 2 0,1-1 0,-1 1 0,0-1 0,0 0 1,-2 0 0,1 0 0,0 1-1,-1 2-1,1-4 0,-1 2 2,0 0-2,-1 1 0,2-2-1,-2 1 0,0 1 1,2-1 0,-2 0 0,-1 1-1,0 0 0,2-1-1,-3 2 1,3-1 0,-2 0 1,2 0-1,-3 1 1,0 0-1,1 0-1,0 0 2,-1 0-1,-1 0-1,1 0 1,-1 0 1,0 0 0,1 0 2,-2 0 0,0 0 0,-2 0 0,2 0-1,-2 0 1,1 0 1,-1 0 0,-2 0 1,2 0 0,0 0 0,-2 0 0,0 0-1,1-2 0,-1 2 2,0-1-1,0-1 0,1 1-1,0-1 2,1 0-1,0-2-1,-1 2 0,-1 0-1,4-2-1,-3 1 0,3-1 1,-2 1 0,1-2 0,-1 0-2,3 0 0,-2-1-3,-1 0-2,2 0-4,-2-2-4,1 3-7,-1-1-3,-1-1-4,3-1-7,-3 2-9,0-3-14,1 2-16,-2-1-22,1 1-26,-1 0-24,0-1-25,-2 0-22,2-1-19,-1 2-15,-1-1-17,-1 2-44,-1-3-57,1 2-50,-2-1-45,-2 1-13,1 1 2</inkml:trace>
  <inkml:trace contextRef="#ctx0" brushRef="#br2" timeOffset="142941.128">20250 11013 14,'0'0'256,"0"0"-32,0 0-37,1 1-35,-1-1-33,0 0-29,0 0-26,0 0-15,0 0-7,0 1-4,0-1-4,0 0-2,2 0-1,-2 0 0,1 1 0,-1-1 2,1 2 0,-1-2 1,0 0 1,0 0 1,0 0 1,0 0-1,0 0-1,0 0 0,0 0 0,0 0 1,0 0 1,0 1 0,0-1 0,0 0 0,0 1-2,0 0-1,0 2 0,0-2 1,0 2-1,0-3 2,0 3 4,0-1 2,0 1 2,0 2 0,0-2 1,0 2 1,0-1 0,-1 0 1,0 2 2,-1 1 2,2-3 0,-1 4 1,0-3 0,-1 3-4,1-3-4,1 3-3,-1 0-3,0 0-2,-1-2-2,1 2-4,1 0-4,-2 1-1,-2-1-2,3 0-3,0 1-4,-1-2-2,1 2-1,1-2-1,-1 0-1,0 0-1,-1 1 2,1 0-1,1-2 1,-1 2 1,1-1 0,0 1 0,0-2-2,-1 1 2,-1-1 1,2 1-2,0-2-3,0 0-2,0 2 1,0-2-1,-2-1-1,1 1-2,-1 0-1,1 0 0,1-2 0,0 1-1,0-1-1,0 1-1,0 1-1,0-2 1,0-2 2,0 3-1,0-3-3,0 2 1,0-2 3,0 2 1,0-2-1,0-1 2,0 1 0,0 0 2,0 0 3,0-1 3,0 0 4,0 0 2,0 0 1,0 0 3,0 0 1,0 0 1,0 0-2,0 0 0,0-2 0,0 1-1,0-1 0,0-1-3,0-1-2,0 0-4,1 1-3,1-2-3,-1 0-3,1 0-1,-2-3-1,2 1 1,-1 0 0,0-1 1,-1-2-2,1 0 0,1 2 0,-1-1-1,0-3-1,-1 3 1,1-2 1,1 1 0,0-1 1,-1 1 0,3 1 0,-3-3-2,2 3 0,-1-2 0,-1 2 1,2-3-1,-2 3 0,2-2 1,-2 1 1,3 0 1,-2 0 3,-1 1 1,2 0 1,-2 1-1,2-1 1,-1 1-1,-1 0 1,3 0 1,-3 2 0,2-2 0,-1 1 2,-1 1-1,2-1 2,-2 2-4,2-2 0,-2 2-2,3 0 1,-2 0-1,-1 2 0,2-2 0,-2 1-2,2 1 0,-1-1-1,1 2 1,0-2-1,1 1 0,-1 2 0,0-3 1,1 1-1,2 2-2,-2-2 1,1 1-2,1 1-1,-1 0 1,0 0 1,0 1 0,1-1 0,-1-1 0,1 2-1,2 0-1,-2 0-1,3 0-1,-2 0 1,-1 2-1,3-1 2,-3-1 0,2 1 0,-2 1 1,0-1 1,0 2-1,1-2 1,-1 3 0,0-2-1,-1 0 1,-1 2 1,0-2 0,0 2-1,0 0 0,-1-1 1,-1 1-1,-1 1 1,1-2-2,-1 1 1,0-1 0,-1 1 0,0 0 1,0 0-1,0 1 0,-1 0-1,0 0 2,-2 0 1,2-1-1,-3 0-1,0 1 0,0-1-1,-2 1-1,1 0 2,-2 0-1,1 0 1,-2 0-1,0-1 0,0 0 0,-2 1-1,2-1 0,-2 0 0,1 0 0,-1 0 0,1-1 1,-2 0 0,1 1-1,2 0 0,-2-1-1,2 0 1,-2-1 1,4 2-1,-2-1 0,1-2 0,2 0 0,0 2 0,-1-2 0,2 2 0,-1-3 1,3 1-1,-1 0 0,0 1 1,0-1-1,2-1 0,0 1 0,-1-1 0,1 1 0,1-1 1,0 0-2,0 0 1,0 0 0,0 0 0,0 0 0,0 0 1,0 0-1,0 0 1,0 0 0,0 0 0,0 1 1,0 0-1,1 2 0,1-2 0,0 2-1,-1-2 1,3 3 0,-2-3 1,2 2 1,0 1 0,0 0 0,2-2 2,-1 2 0,1 0 1,0 1 0,2-1 1,-2 2 1,4-1 2,-3-1 1,3 1 3,-2 0 0,2 2 0,-2-2 0,4-1 2,-1 3 1,-1-2 2,1-1 1,0 1 5,0 0 2,2-1 2,-1 1 4,0-1 2,2-1 2,-3 1-1,4 1 3,-1-2 1,-1-2 1,1 2-2,1-2 0,0 2-1,-1-2-3,-1-1-3,1 1-1,0-1-2,-1 0-2,-3 0-3,3 0-1,-2 0-1,-1-1-2,0 1-1,-3-1-1,3-1 0,-4 1-1,3 0-2,-3-2-1,-1 3-1,1-4-1,-1 2-2,0-1-1,-1-1-1,2 3-2,-3-2-1,-1-1-2,2 0-1,-3 0-3,2 3-1,-2-3-6,0-1-5,2 1-11,-2 1-14,0-1-18,-1 2-23,0-2-38,0 2-45,-1-2-41,0 1-39,-2-1-45,2 1-47,1-1-66,-1-1-74,0 1-38,-1 0-20,0 0-2,-1-1 7</inkml:trace>
  <inkml:trace contextRef="#ctx0" brushRef="#br2" timeOffset="146090.2019">29144 10442 110,'4'-2'223,"-3"0"-30,0 0-29,2 1-28,-2 1-28,-1-1-19,3 1-15,-2-2-6,0 1 0,-1 0 1,2 1 4,-1-2 6,1 1 6,-2 0 7,3 0 9,-2 1 7,1-2 7,-2 1 9,3 0 9,-2 1 7,-1-1 4,1 0 2,1-1 1,-1 2-2,0-2-2,-1 1-4,1 0-5,-1 1-9,0-2-9,0 1-11,0 1-11,0 0-13,0 0-13,0 0-11,-1-1-11,1 1-7,-1 0-7,0 0-6,-2 0-4,2 0-5,-2 0-4,0 1-4,-2 0 0,1 1-1,-1-2-1,-1 2-1,-2 0-2,3 0-1,-3 0 0,0 0-1,2 1 2,-3 1-1,2 0 1,-2 0-1,0 0 1,1-1-1,0 1 1,-2 0-1,3 2-2,-2-2 1,1 0 2,0 1-1,-2 0 1,3 2-2,-2-2 2,0 1-2,1 1 1,0 0 0,0-1-2,1 1 0,-1 2 0,0-1 0,2 1 1,-3-1-1,4 2 1,-1 1 0,-1-1 0,2 1-1,0 1 0,-1-2 1,2 2 0,0 1 0,0-1 1,2 0 1,-2-1 3,2 1-1,0-1 0,0 2 0,1-1-1,-1-2 1,2 2 1,0 0 1,0-1 1,2 0 1,-1 1-1,1-3 2,0 2-1,0-1 1,2 0-1,-2 0 1,2-1 0,0-1 0,0 1 1,0-1-2,1 0 0,-1-1 0,0 0 0,0 1 1,0-1 1,1-1 1,1 1 2,0-2 1,-1 1 2,0 0 0,2-1 0,-1-1-1,-1 0 1,4 0-2,-3 0 0,2-2-1,0 0-2,1 0 0,0 1 0,-2-2-4,3 0-2,-2 1-2,0-2-1,1 0-1,0 0-2,-1 0 1,1 0-1,-2 0-2,3-2-1,-3 1-6,0 0-6,0-2-10,1 1-10,-1 1-13,0-1-12,-1-2-19,1 1-20,-2 1-27,2-2-32,-1 0-27,-1-1-28,0 1-20,0 0-16,1-1-15,-3-1-12,1 0-29,0 1-37,0-1-46,-2 0-52,-1 0-13,1 0 6</inkml:trace>
  <inkml:trace contextRef="#ctx0" brushRef="#br2" timeOffset="146598.2388">28864 10671 179,'1'0'280,"0"1"-36,0 1-46,-1-2-41,2 1-35,0-1-14,-1 2-4,3-1 2,-3-1 6,3 1 7,-2 2 8,2-3 7,-1 1 4,2 0 4,-2 1 3,1-1-1,1-1-3,1 1-5,-1 0-4,0 0-8,0-1-9,1 1-9,-1-1-10,-1 0-8,2 0-9,-2 0-8,0 0-3,0 0-4,-1 0-2,2 0-3,0 0-1,-1 0 0,0 0 0,0 0 1,0 0-1,1-1-2,-1 1-1,1 0 0,-1 0 0,-1 0-1,1 0-3,2-1-3,-1 1-4,0 0-3,0 0-2,0 0-4,0-1-4,0 0-2,1 1-3,-1 0-1,0 0-2,0-1-2,3 1-3,-2-2-2,-1 1-3,1 0-1,-1 1-2,0-2-2,1 1-1,-1 0 0,0 1-1,-1-1-2,1-1 0,-1 2 1,-1-1-2,1 1 0,1 0-1,-3 0-1,2 0 0,-1 0-1,-1 0 1,1 0-1,-1 0-1,1 0 1,-1-2 0,-1 1 0,-1 1-1,2 0 1,-1-1 0,0 1-1,-1 0 1,0 0-1,0 0-2,0 0-1,1 0-6,1-1-4,-1 1-6,0 0-10,-1 0-13,1 0-13,3 0-15,-3 0-26,2 0-29,-1-2-36,-1 1-41,2 0-33,-2 1-25,2-2-31,-1 1-31,1 0-66,-1 1-82,-1-2-32,-1 0-10,2 0 4,-2 2 10</inkml:trace>
  <inkml:trace contextRef="#ctx0" brushRef="#br2" timeOffset="147585.2451">29714 10641 0,'-1'1'261,"-1"1"23,-1-1-35,3-1-54,-1 1-62,0 0-37,0 0-23,-1-1-11,2 0-4,0 0-1,0 1-1,0 0 1,0 1 1,0-1 2,0-1 2,0 1 5,0-1 6,0 0 7,0 0 5,0 1 6,2 1 3,-1-2 0,0 1 1,0 0 1,-1 1 3,4-1 3,-2 2 3,0-2 1,0 0-1,2 1-4,0-1-6,0-1-6,2 1-9,0 0-4,1-1-3,-2 0-4,3 0-2,0 0-5,0 2-7,0-2-7,1 0-8,0 1-5,-2-1-5,3 0-5,-2 0-4,0 0-3,1 0-4,-3 0-2,3 0-3,-3 0-1,3 0-2,-2 0 0,-2 0-2,3 0 1,-3-1-2,0 1 0,1 0-1,-2 0-2,-1 0 3,1 0-1,-1 0-1,0 0 0,0 0-1,-1 0-1,-1 0 1,2 0-2,-2 0-2,-1 0-4,2 0-4,-1 0-4,-1 0-6,0 0-11,0 0-12,0 0-23,0-2-28,0 1-26,0 0-29,1 1-20,0-1-21,-1-1-13,0 0-12,3 0-14,-2 0-18,-1 2-30,0 0-37,0 0-44,0-2-47,-1 0-7,-2-2 12</inkml:trace>
  <inkml:trace contextRef="#ctx0" brushRef="#br2" timeOffset="148021.2157">29873 10557 17,'0'-1'312,"0"1"-24,0-2-37,0 1-48,2 0-52,-2 1-27,1-1-16,-1 1-7,0 0 1,0 0 4,0 0 5,0 0 3,0 0-1,0 0 1,0 0-3,0 0-4,0 0-6,0 0-5,0 0-6,0 0-8,0 0-7,0 0-9,0 0-7,0 0-9,0 0-8,0 0-8,0 1-5,0-1-5,0 1-3,0 2-3,1-2-3,0 2-1,-1-1-1,2 0 1,-1 3 0,0-1 3,0-1 2,-1 2 1,2 0-1,-1-1 0,0 2 0,-1 1 1,0 0 0,0 0 0,0 0 1,0 1 0,0 0 0,0 0-2,0 1-1,0-1-3,0 1-2,1-1-2,-1 0 0,3 1 1,-2-1-2,-1 1 0,1-1-1,-1 0 0,0 1 1,1-1-1,1-1 0,-1 0-1,-1 1-1,1-1 0,-1-1 1,0-1 0,1 2-2,-1-2 0,2-2-1,-2 2 1,0-1-2,0-1-1,0-1 0,0 1 0,1-1-2,-1 1 2,0-2 0,0 2-1,0-3 0,0 0 1,0 1 0,0 1 1,0-2 0,0 1 0,0-1 0,0 0-1,0 0-1,1 1 0,-1-1 0,0 0-4,0 0-4,0 0-13,0 0-19,0 0-29,0 0-35,0 0-33,0 0-32,0 0-31,0 0-30,0 0-75,0 0-92,0 0-47,0 0-24,0-1-11,-1-3-2</inkml:trace>
  <inkml:trace contextRef="#ctx0" brushRef="#br2" timeOffset="149643.1156">30004 10652 111,'-2'1'130,"1"-1"-16,1 1-15,-1 2-14,-1-3-15,0 1-13,1 0-14,1 1-10,-1-2-5,0 0-6,-1 1-2,1 0-3,1 1 1,-1-2-2,0 1 0,-1 0-2,2-1-2,0 2 0,0-2-3,0 1 0,0-1 0,0 0-2,0 0-1,0 0 0,0 1 0,0 0-2,0-1 0,0 2-1,0-2-1,0 0 0,-1 1-1,1-1 0,0 0 0,0 0 1,-1 2 1,1-2-1,0 1 1,0-1 0,0 0 0,-1 1 2,1-1-1,0 0 2,-3 1 0,3 1 2,0-2 2,-1 0-1,0 0 1,0 0 1,-1 0 2,2 0-1,-1 1 0,-1-1 0,0 1-1,2 1-1,-1-2 0,0 0 0,-1 1-1,1-1 0,1 0 0,-1 0-1,-1 0 1,2 0 0,0 0 0,0 0-1,0 0 1,0 0 1,0 0-1,0 0 4,0 0 2,0 0 1,0 0 3,0 0 0,0 0 3,0 0 1,0 0 2,0 0 0,0 0 2,0 0 1,0 0 3,0 0 0,0 0 3,0 0-2,0 0 0,0 1 1,2 0-1,-2-1 1,1 1-1,-1-1 2,0 0 3,1 0 2,1 0 3,-1 0 2,0 0 1,2 0 1,-1 0 0,1 0 0,-1 0-1,3 0 1,-1 0-2,0 0 3,1 0-1,1 0-1,-1 0-4,0 1-2,1 0-1,-1 1-1,0-2-1,1 0 0,-1 0-1,0 0 1,0 0-1,1 0 0,-2 0-1,0 0 0,-1 0-1,2 0 0,0 0 0,-2 0 1,-1 0-3,2 0-1,0 0-1,-2 0-1,-1 0-2,2 0-1,-2 0 1,2 0-3,-1 0 0,-1 0-2,2 0-2,-1 0-2,1 0-3,-2 0-2,0 0 0,-1 0-3,2 0 0,-1 0-1,0 0-2,-1 0-2,0 0-1,0 0-1,0 0-1,0 0-2,0 0-3,0 0-5,0 0-8,0 0-12,0 0-16,1-2-18,-1 2-23,0 0-18,0 0-17,2 0-16,-1-1-15,-1 1-13,1 0-13,-1 0-20,0 0-26,0 0-44,0 0-57,0 0-33,1-1-21,3 1 1,-3-1 238</inkml:trace>
  <inkml:trace contextRef="#ctx0" brushRef="#br2" timeOffset="150551.3238">30399 10492 131,'0'-1'315,"0"-1"-39,0 2-57,0-2-49,0 1-46,0 0-21,0 0-9,0 1-5,0 0 0,0 0-1,0 0 0,0 0 0,0 0-3,0 0-4,0 0-3,0 0-5,0 0-3,0 0-4,0 0-6,0 0-4,0 0-7,0 0-6,0 0-5,0 0-6,0 0-3,0 2-2,0 1 0,0-2-1,0 1 1,0 0 0,0 1 1,0 1 2,1 1 2,0-2 3,-1 2 3,0 1 1,0 1 1,1-1 2,-1 1 2,0 1 1,0 1-1,0-1-2,0 2-2,0 0-2,0-1 1,0 0-4,0 1-3,0 0-4,0 0-4,0 2-2,0-3-1,0 2-3,0-1-2,0 1-3,0-2-2,0 1 0,0 1-1,0-1-1,0 1-2,0-2-1,2 0-1,-1 0 1,0 1 0,-1 0 0,1-2-2,1 1 0,-1-1 0,0-1 0,-1 0-1,2 0 0,-1-1-1,0 1-1,1-3 1,-2 1-1,0 0 0,2-2 1,-1 1-1,-1 0 1,0 0 0,0-3 0,0 2 1,0-2 1,0 2 4,0-3 5,0 1 4,0 0 7,0 1 5,0-2 4,0 0 2,0 0 0,0 0 2,0 0-2,0 0 2,0 0-2,0 0 0,0-3-2,0 2-2,0-3-5,0 1-5,0-2-6,0 0-6,0 0-3,0-2-2,0 0 1,0-2-3,0 0 1,0 0-1,0-2 0,0 1-1,0-2 2,0-1-1,0-2-1,1 1 1,0 0 1,-1-2-1,2 1 1,-1 0-1,0 0 0,-1 1-1,3-2 1,-1 2 0,-1-1 0,3 1 2,-3 1 0,2 1 1,-1-1-1,2 1 0,-1 1 0,0 0-1,1 1-1,0 1 1,-1 0-1,1 2-1,2 0 0,-2 0 0,0 1-1,1 0-1,1 0-1,-1 1 0,1 2-1,0-2 0,1 1-1,-1 1 2,1 2-1,-2-3 0,1 2 1,2 0 0,-2 1 0,0-1 0,-1 1 0,0 1 0,0 0 0,1 0 1,-1 1-1,-1 1 1,0-1 0,-2 1-1,3 1 1,-2 0 1,-1 1 0,1 0 1,-1-1 0,-2 2-1,1 0 0,1-1 0,-2 0 0,0 2 1,0 1 0,-2-3-1,1 2 0,1 0 1,-2-1 0,-1 2-1,2-2 0,-3 1 0,2-1 0,-2 2 1,0-2-1,1 0 1,-1 2 0,-1-3 1,1 1 0,-1 0 0,1-1 1,-2 2-1,1-3-1,0 1 2,0-1 0,-1 1-1,1 0 1,0-2 0,0 0-1,0 1 0,0-2 0,0 1-1,-1 0-1,1 0 1,0 0 1,-1-1 1,1-1-2,0 1 1,1-1-1,-2 2 0,2-2 0,2 0 0,-1 0 0,1 0-1,-2 0 1,3 0 0,-1 0 0,0 0-2,2 0 0,-1 0 0,0 0-1,1 0 0,0 0-1,0 0 2,0 0-1,0 0-2,0 0 1,0 0-1,0 0-1,0 0 1,0 0 0,0 0 1,0 1 0,0 0 1,1 2 2,0-2-1,-1 2 0,2-2 1,0 2 1,-1-1 0,4 2-1,-2 0 1,-1 0 0,3 3 1,0-2 0,0 0-1,0 2 0,1-1 1,0 2 2,1-1-1,1 2 1,-1-1 3,0 0-3,0 1 1,2-1 0,0 1 2,-2 0 0,3 0 0,-2 2 0,0-2 0,1-1 0,0 1 0,-2-1 0,2 1-1,0-1 0,-2 0-2,2 0 2,-2-2 0,1 2 1,-2-1 0,0-1 0,0 1 0,0-2-2,0 1-1,0-1 1,-1 0-1,0-1 0,0-1 2,-1 0-1,0 0-1,1 1 0,-1-3-3,1 2-3,-1-3-6,-1 2-10,1 0-9,2-2-14,-2 1-17,-1 0-30,0-1-33,0 0-33,-1-1-32,3 0-25,-2-1-21,-1 0-21,2 0-21,-3 0-43,2-2-52,0-1-46,-3 1-46,1-3-10,1 2 6</inkml:trace>
  <inkml:trace contextRef="#ctx0" brushRef="#br2" timeOffset="150932.2794">30996 10308 34,'0'-3'322,"0"0"-16,0 0-27,0 0-61,0 1-78,0 0-35,0 1-18,0-2-3,0 2 0,0-2 2,0 2 3,0 0 1,-1 1-2,1-2-2,0 2-3,0-1-4,0 1-5,-1-2-4,1 2-6,0 0-6,0 0-8,-1-1-7,1 1-6,-2 0-8,2 0-8,0 0-5,0 0-7,-1 0-3,0 1-2,0 1 0,-1-2 4,2 1 4,-1 2 5,0 1 4,-1 0 4,1-1 3,1 2 4,-1 0 5,-1 1 5,0 1 2,1 0 3,1 2 1,-2-1 0,-1 1-2,2-1-3,-2 0-3,3 2-4,-1-1-2,0 0-5,0 2-2,-2-3-3,3 0-5,-1 1-5,0-1-1,1 1-2,0-1 0,0 0-1,0-1-2,0 0-1,0 0-2,0 0-1,0-1-2,0-1 0,0 0 0,0 0-1,0 1 1,0-2 0,0 0-2,0-1-3,0 1-10,0-1-15,0 1-22,0 0-22,0-2-25,0 0-25,0 1-19,0-2-18,0 1-18,0 0-16,0-2-37,0 0-44,0 0-63,0 0-70,0 0-23,-3 0 0</inkml:trace>
  <inkml:trace contextRef="#ctx0" brushRef="#br2" timeOffset="151424.3458">30860 10388 269,'-2'-2'313,"2"1"-47,-1 1-71,0 0-43,1 0-34,0 0-10,0 0-3,0 0 3,0 0 2,0 0 3,0 0 2,0 0-1,0 0-2,0 0-2,0 0-3,1 0-3,0 0-5,2-1-8,-1 0-9,2 1-9,1-2-10,-1 1-9,1 0-11,1 1-6,1-1-8,0 0-4,1 0-4,0 0-4,0 1-6,1 0-3,1 0-1,-1 0-1,1-2-1,0 2-2,1 0 1,-1 0-1,1-1 2,-2 0 1,1 1 0,-2-2-2,2 1 0,-2 0-1,0 0 1,0 0-1,-1-1 1,-1 0 0,1 0 2,-1 1 0,-1-2-2,0 2 0,0-2 1,-2 2 1,1-1 1,1 0 2,-2-1 5,0 1 4,1 0 3,-1 0 2,-1 1 0,-1-1 2,2 1 1,-2-2 1,0 2 2,2 1 2,-2-2 0,0 1 2,-1 0-1,0 0 0,0 1 1,0 0-2,0 0-1,0 0 0,0-2 1,0 2-2,0 0-2,0 0-1,-1-1 1,1 1-4,0 0 0,-1 0-4,1 0-2,-3 0-3,2 0-2,1 0-1,-2 0-3,0 0-1,-1 1-3,0-1-1,-1 2 0,-1-1-1,2 1 0,-2 0-1,0 2 1,-3-2 0,3 1 0,-2 1 0,-1 0 0,2 0 0,-2 1-2,1 1-1,-1-1 1,0 1 0,2 1 0,-3-1 1,4 1-1,-1-1 0,-1 1-1,0-1 1,1 1 1,0 0 0,1-1-1,0-1 1,-1 1 1,1 0 0,1-1-1,-1 1-2,0-2 1,1 0-5,2 1-9,-2-1-9,1 0-14,0 0-22,2-1-27,-2 0-25,2-1-25,-1 1-20,0 0-19,1 0-13,0-2-10,0 1-10,-1 0-9,2-2-4,-2 0-2,2 1-3,0-1-2,0 0-5,0 0-4,0 0-21,0 0-26,0-1-17,2-2 39</inkml:trace>
  <inkml:trace contextRef="#ctx0" brushRef="#br2" timeOffset="151796.3569">30981 10322 0,'0'-1'228,"0"-3"34,0 3-36,0-2-32,0 2-32,0-2-23,0 2-20,0 1-7,0 0-3,0-2 1,0 2 3,0-1 3,0 1 3,0 0-2,0 0-3,0 0-3,0 0-5,0 0-6,0 0-8,0 0-8,0 0-7,0 0-8,0 0-8,0 0-3,0 0-1,0 0-1,0 1-2,0 1 1,0-1-1,1 2 1,1-1 0,-1 2 2,0 0 2,-1-1 2,2 2 1,-1 0 1,0 1-1,0-1-3,-1 1-5,3 1-2,-1 0-3,1-1 0,-1 1 1,-1-1 1,3 1 2,-1-1 0,-1 1 0,4-1 0,-2 1-2,0 0-2,0-1 0,2 1-2,-1-1 0,0 0-1,2 0-2,-1 0-2,-1-1-4,4 1-4,-3-1-3,2 1-2,0-1-2,1-2 0,0 2-3,-2-1-1,3 1-1,-2-2-3,0 0-1,1 0-2,0 0-4,-2-1-2,-2 1 0,2 0-2,-2-2 0,1 1-2,-3 0 1,3-1-3,-3 0-1,-1 0 1,2 0 0,-3-1 0,3 1 0,-3 0 0,0 1 0,1-2 0,-1 0-1,0 0 1,-1 0-2,0 0 1,0 0-1,0 0 1,0 0-1,0 0-4,0 0-3,0 0-7,0 0-8,0 0-12,0 0-14,0 0-20,0 0-22,-1 0-36,0-2-45,-1 1-41,1 0-42,1 1-36,-1-1-36,-3-1-76,3 1-95,-1-3-42,-1 1-16,-1 1 3,2-1 10</inkml:trace>
  <inkml:trace contextRef="#ctx0" brushRef="#br2" timeOffset="153192.3668">31375 10506 233,'1'0'277,"2"-2"-24,-3 1-23,0 0-24,0 0-23,0 1-6,0-2 0,0 1 5,0 0 7,0 1 6,0-2 4,0 1 3,0 0 4,0 0 0,0 0 0,0 0-6,0 0-9,0 1-15,0-2-17,0 1-19,0 0-19,0 0-17,0 1-15,0-2-12,-3 1-11,2 0-9,1 1-11,0 0-10,0 0-10,0 0-8,0 0-8,0 0-4,0 0-4,0 0-1,0 0-2,0 0-1,0 0-2,0 1 1,-1 0 0,0 1 0,-1 0-1,2 1 1,-2 0-1,-1 0 1,2 3 1,-1-1-1,0-1 1,-1 4 2,0-3-2,2 3 1,-2 0 1,2 1 0,-1-1 0,-1 1 0,2 1 0,-3 1 0,3-2-1,-1 2 2,0-1 0,2 1 0,-1-1 0,0 1 1,0 2 0,-1-3 0,2 1-1,0 1 0,0-3 1,0 2-1,0-1 1,0 0-1,0 1 1,0-2 0,0-1-1,0 1-1,0-1 1,0 1 0,0-2-1,0 0 0,0 0 1,0-1-1,0 0-1,0 0 0,0 0-1,0-1 0,0 0 0,0-1-1,0 1 0,0-1 1,0-1-1,0 1 0,0 0 0,0-2-1,0 1 1,0-2-1,0 2 2,0-2 0,0 2 0,0-3 2,0 1 1,0-1 1,0 1 0,0-1-1,0 0 1,0 0 0,0 0 1,0 0-1,0-1 1,0 0-1,0-1-1,2 0 1,-2-1-1,0 2-1,0-3 0,1-1 0,0 0 0,0-1-1,-1 0-1,2 0 1,-1-1-2,0-1 1,0-1 1,-1-1 0,3 1 1,-2 0-1,0-3 2,-1 3-1,1-3 0,1 2 0,0-3 0,-1 2 0,2 1 3,-2-2 0,2 1-2,0 0 1,-1-1 0,1 1 0,0 2-1,-1-3 0,2 2 1,0-1-1,-2 2 0,3-3-2,-1 2 0,0 0-1,1 0 1,-2 0-1,2 0 1,-1 1-1,1 0 0,-1 1 2,-1-1-1,1 2-2,0 0 0,0 0-2,-1 0 2,0 2-1,-1-1 2,2 2-1,-1 0 1,0-2 0,1 3-1,-2 0 0,2-2 1,-1 2-1,-1 0 0,3 1 2,-1 0 0,0 0-1,-1 0 0,2 0 1,0 1-1,-1 1 0,0-2-1,1 1 1,0 0 0,0 1 0,0 0 1,1 0 1,-1 0-1,0 0 0,2 0 2,-2 0-2,1 0 0,3 1-1,-3 0 1,2 1 0,-2-2 1,0 1-1,0 0-1,1 0 0,-1 1 0,0-2-2,-1 1 1,-1 2-1,-1-2 1,2 0 0,-1 1 2,-1 0 0,0 1-1,0 1 0,-2-2 0,3 0 0,-2 2 1,-1 0 0,1-1 0,-1 0 2,0 1 0,-1 1-1,0-1 2,0 2 0,-1-1 0,0-1 0,-1 2 2,1 1-1,-1-2 1,-2 2-1,0-2 1,1 3-2,-1-4 1,-1 2 0,0 1-2,0-3 2,0 2 0,-2 0-2,0-1 0,0 1 0,-1 0 0,1-1 1,-2 0 0,0 2 1,1-2-1,-1 0 0,-1 0 0,0 1 0,0-2 0,2 1-1,-1-1-1,0-1 0,1 0 0,1 0 1,-1 1-1,1-2-1,1 0 1,0 1-2,2-2 0,-1 1 0,2 0 1,-2-2-1,2 1 1,-1 0 0,3 1-1,-1-2 1,-1 0-2,3 1 0,-1 0 1,0 1-1,-2-2 0,2 1-1,1-1 2,0 0 0,0 0-1,0 0 0,0 0 1,0 0-1,0 0 1,0 0 0,0 3 0,1-2 0,2 1 1,-2 1 0,0 0-1,0-1 1,2 2 2,-2 0 0,3 0 0,-1 1 0,1 1-1,1-2 0,-1 2 0,1 0 1,1 0 1,-1 1-1,2-1-1,1 2 1,-2 0 1,4-1-2,-2 2 0,-1-1-1,3 1 1,1-1 1,-2-1 2,1 2 1,0-1 3,1 0 0,-1-1 0,1 2 0,0-2 0,-1-1 1,1 1 0,-1-2 1,2 0 1,-1 0 0,-1 1 1,0-2-2,-2 0 0,2-1-2,-2 1-3,-1-2 0,2 2 0,-3-2 1,1 1-1,0-2 0,-1 2 1,0-2-2,-1-1-1,0 2-1,1-1-4,-2-1-4,0 0-5,0 0-11,-1 0-10,3 0-13,-2 0-15,-1-1-22,-1-1-26,3 1-38,-3-1-43,2 0-33,-1-2-29,1 0-24,-1 1-22,2-1-43,-2-1-50,-1 1-49,2-2-46,-2 1-14,3-1 2</inkml:trace>
  <inkml:trace contextRef="#ctx0" brushRef="#br2" timeOffset="153540.3525">32118 10586 168,'0'0'321,"-1"0"-37,1 0-56,0 0-54,0 0-53,0 0-20,0 0-8,0 0-2,0 0 3,0 0 4,0 0 5,0 0 3,1 0 2,0 1 1,0 0 2,2-1 0,-1 0 0,-1 0-3,2 0-6,-1 0-8,2 0-9,-1 0-9,2 0-8,-2 0-10,2 0-7,-1 0-7,1 0-7,-1 0-9,-1 0-8,1 0-7,2 0-7,-1 0-3,0 0-3,0 0-2,1 0-4,-1 0-8,-1 0-9,1 0-14,0 0-15,-1 0-17,0 0-19,-2 0-14,3 0-16,-3 0-11,1 0-13,-2 0-10,2 0-11,-1 0-7,-2 0-8,0 0-17,0 0-22,0 0-51,0 0-63,0 0-21,0 0-3</inkml:trace>
  <inkml:trace contextRef="#ctx0" brushRef="#br2" timeOffset="154009.3711">32069 10687 0,'-1'3'269,"-1"-1"-5,0 1-50,1 1-45,1-2-44,0 0-17,0 2-4,0-2 1,0 1 7,0 1 7,0-3 11,1 2 6,1 1 4,0-2 4,-1 1-1,-1 0-2,1-2-4,-1 2-6,0-2-5,2 1-8,-1 0-8,-1-2-9,1 1-6,-1-1-7,0 0-11,0 0-5,0 1-5,0-1-5,2 0-6,-1 0-3,0 0-4,0 0-3,-1 0-4,2 0-3,0 2-3,-1-1-2,3-1-5,-3 0-1,3 0-1,-2 0-5,2 0-2,-1 0-4,2 0-2,-2 0-2,2 0-4,-1 0-1,1 0-1,-1 0-1,-1 0-1,1 0 0,2 0-1,-2-1 0,0-1-1,0 1 1,-1 0-1,2 1-1,-1-2 0,-2 2-1,2-1 1,2 1 0,-2 0-1,0 0 0,0-1 1,-1 1 0,2-1-1,-1-1 0,0 1-1,0 1 2,-1-1 0,1 1 0,-2-1 0,2 0-1,-1 0 1,-1 1 2,3 0 0,-3-1 2,2-1 2,-1 1 1,-1 0 1,1 1 4,-1-2 3,1 1 3,-1 0 2,-1 1 2,1-1 4,-1-1 1,0 2 1,-1-1 1,1 1 1,-1 0-1,2 0 0,-2 0-1,0 0-3,0 0-2,0 0-2,0 0-2,0 0-3,0 0-3,0 0-2,0 0-3,0 0 1,0 0-3,0 0-3,0 0 0,0 0-2,0 0 1,0 0-1,0 0-1,0 0 1,0 0 0,0 0-1,0 0 0,0 0-1,0 0 0,0 0 0,0 0 0,0 0 1,0 0-1,0 0-1,0 0-2,0 0-4,0 0-8,0 0-11,0 0-11,1 0-11,0 0-22,-1 0-25,1 0-38,1-2-42,0 1-33,-1 0-29,-1 1-24,1-1-21,1-1-44,-2 2-53,1-1-51,0 0-53,-1-1-18,2 0-2,-2 2 15,0 0 464</inkml:trace>
  <inkml:trace contextRef="#ctx0" brushRef="#br2" timeOffset="156402.6408">32735 10468 0,'3'0'40,"-1"0"226,-1 0-31,-1 0-25,1 0-23,1 0-21,-1 0-22,-1 0-7,0 0-3,0 0 3,0 0 5,0 0 6,0 0 9,0 0 5,1 0 3,-1 0 2,1-1-1,1 1-3,-1-2-4,0 1-5,-1 0-6,2 1-5,-1-1-5,0 0-5,0 0-8,-1 0-9,3 1-8,-3 0-11,0 0-9,0 0-7,0 0-8,0 0-6,0 0-9,0 0-7,0 0-8,0 0-9,0 0-7,0 0-8,0 0-5,0 0-3,0 0-4,0 0-3,0 0-1,0 0-2,0 0-3,0 0 0,0 0 0,0 0-1,0 0 1,0 0 0,0 0-3,0 0 1,0 0-1,0 0 0,0 0 1,0 0 0,0 2-1,0 0 2,-3-1 0,3 2 1,-1-1 1,0 1-1,0 1-2,-1 0 3,2 0 0,-1 1 1,-2-1 0,2 2-1,-1 1 2,-1-2 0,2 2 0,-3-1 0,3 2 0,-1-1 0,0 2 1,1-1-1,0 0 0,0 1 1,-1-1-1,2 1 0,-1 1 1,0 0-1,0-1 1,-2 2-1,3-1-2,-1 0 1,0 1-1,1-1 1,-1-1 0,1 1 1,0 0 0,0-1 0,0 1-1,0 0-1,0-2-1,0 1 0,0 1 3,0 0 0,0-1 1,0 0-1,0 0-2,0 0 1,0 2-1,0-3 1,0 1 1,0-1-1,0 0-1,0 1 2,0-3 1,0 1-1,0 0-1,0-2 0,0 1-1,0 0 0,0-1 0,0-1 1,0 0 1,0 0-1,0-2 0,0 1 0,0 0 1,0-1 0,0 1-1,0-2 2,0 2 1,0-2 0,0-1 1,0 1 1,0 0 1,0 0 1,0-1 0,0 0 0,0 0-1,0 0 0,0 0 1,0 0-2,1 0-1,0-1 1,0 0-2,-1 0 1,3 1-1,-2-3 1,0 1-3,0-1 0,-1-1-2,2 1 0,-1-2 0,0 0 0,0 0 2,-1-2-2,2 1 0,-1-2 0,-1 0 0,1-2 0,-1-1 0,0 2 0,0-3 0,1 0 1,-1 0 2,2-2-2,0 1 0,-1 0-1,-1-2 1,1 1 1,1 0 0,-1-2 1,0 2 0,-1 0-1,1 0-1,2 0-1,-2 0-1,2 0 0,-1 1 0,1 1 0,0 0 1,0 0 0,-1 2-1,2-2 1,1 1-2,-1 1 0,0 1 1,-1 0-1,2 1 1,1-1 0,-2 1 0,1 1 0,1 0 1,-1 1-1,0 1 1,0-1 0,1 2-1,-1-1 1,0 1-2,2 0 0,-2 2 1,0-2-1,1 1 1,-1 1 1,0-1-2,0 2 0,1-1 0,-1 1-1,0 0 1,1 1-1,-2 0 1,-1 0-1,1 0 2,2 0-1,-2 1 0,0 0 1,0 0 0,-1 0 0,2 1 0,-1 0-1,-2 1 1,2 0 1,-1 0-2,0 1 0,1 0 1,-3-1 0,2 1 0,-1 0 0,0 2 1,0-2-1,-2 0-1,1 2 2,1-1-1,0 1 1,-2 0 2,0-1 0,0 1-2,-2-1 2,0 3 0,1-2-1,-1 0 1,-1 0 1,-1 1 1,1-2-2,-2 0 1,0 2 0,0-2 0,-3 0-1,3 2 0,-2-3 0,-2 0 1,3 1-1,-3-1-3,3 0-1,-1 0 0,-1 1-1,1-2-2,-1-1 0,3 1 2,-1 1-1,0-2-2,1 0 3,0-1 0,1 2-2,-1-3 2,0 1 0,3 0 1,-1 1 1,1-1 1,-1-1 0,2 1 1,-1-1 0,0 0 0,1 0 1,1 0-1,-1 0-1,1 0-1,0 0 0,0 0 0,0 0 1,0 0-1,0 0 0,0 0 0,0 0-1,0 0 0,0 0 1,0 0-2,0 0 1,0 0-2,0 0 1,0 0 0,0 0 1,0 0-1,0 0 1,1 1-1,-1 1 2,1-2-1,1 1 1,0 2-2,-1-2 1,0 2 1,2 1 1,-2-1 2,3 0 0,-1 2-2,0 1 0,2-2 0,0 3 1,0-1 0,1 2 1,-1-2 0,0 2 1,3-1-1,-1 2 1,-1-1-1,3 0 0,-1 1-2,0-1 1,1 1 2,1 0 0,-1-1 0,0 1 1,0-1 0,2 1 0,-2-1-1,1 0 1,-1 0 0,1-2-1,-2 1 2,2-1-1,-2 1 1,0-1-1,-1 0 1,0-1-1,-2-1-1,0 0-1,-1 0 0,1-2-2,-2 1-2,0-1-5,-2-1-6,2 1-7,-1 0-9,-1-1-10,1-1-12,0 1-16,-1-1-22,-1 0-31,0 0-41,0 0-32,0-1-29,0 1-22,0-3-16,0 1-18,0-1-18,0-1-41,0 0-51,0 0-42,0-1-36,0-2-5,-1 1 8</inkml:trace>
  <inkml:trace contextRef="#ctx0" brushRef="#br2" timeOffset="156816.6536">33218 10324 303,'0'-3'344,"0"0"-45,0 1-66,0 0-52,0 0-46,0 0-20,0 1-7,0 0-2,0 1 2,0 0 2,0 0 0,0 0-1,0 0-4,0 0-1,0 0-5,0 0-3,0 0-3,0-2-4,0 2-8,0 0-6,0 0-8,0 0-8,0-1-9,0 0-7,0 1-6,0 0-7,0 0-8,0 0-4,0 0-5,0 0-4,0 0-3,0 0-3,0 0-3,0 0-1,0 2 2,0 0 0,0 0 3,0 1 0,0 1 3,0 0 3,0 0 1,0 2 1,0 0 2,0 0 0,0 1 0,0 1 1,0-1 2,0 1-1,0 0-1,0 1-1,0-1-1,0 1-1,0 1-2,0-2-2,0 2 0,0-1-1,0-1-1,0 1 0,0-1-2,-1 0-1,0 1 1,1-2-1,0 1 4,-2 0-2,2-1-1,0-1 0,0 1-2,0-1-2,-1 0-4,1 1-11,0-3-14,0 2-18,-1-2-19,0 2-19,-2-3-20,2 1-17,1-1-18,-1 1-12,0 0-12,-1-2-9,2 0-9,-2 1-5,-1-2-5,2 1 2,-1 0 5,0-2 3,-1 1-1,3-1-10,0 0-13,-3 0-26,1-1-32,-1-1-18,2 0 228</inkml:trace>
  <inkml:trace contextRef="#ctx0" brushRef="#br2" timeOffset="157240.848">33157 10428 0,'-2'-2'41,"1"1"231,-1 1-40,1-2-42,1 1-40,0 1-32,-1-1-25,1 1-13,0 0-5,0 0-2,0 0 3,0 0 2,0 0 5,0 0 1,0 0 2,0 0 3,0 0 1,0 0-2,0 0-3,0 0-4,0 0-3,1 0-5,-1 0-6,1 0-5,1 0-4,1 0-5,-1 0-4,0 0-6,1 0-4,0 0-5,0 0-5,2 0-5,-2 0-3,2 0-3,1 0-4,1 0-1,-1 0-3,-1 0 0,2 0-1,0-1-3,-1 0-3,1 0 0,-2 0-2,-1 1-1,2 0 1,-1 0 0,0 0 0,0-2-1,1 1 1,-1 0 1,0 1 0,1-2 0,0 1-1,-1 0 2,-2 0 1,3 0 1,-2-1-1,0 0 0,-2 0 0,3 1 0,-2-1 3,-1 1 2,0 0 2,0-2 3,-1 2 4,2 1 4,-2-3 3,0 2 5,-1-2 4,3 1 5,-3 0 3,0 0 4,0 2 3,0-1 1,0 0 1,0 0 0,0 0-1,0 1-1,0-2-2,0 1-3,0 1-2,0 0-3,0-1-4,0 1-3,-3-2-4,3 1-4,-1 0-1,0 0-2,0 1-2,-1-1-3,2 0-3,-2 0 0,-1 1-3,2-2-1,-2 2-4,1 0-2,-3 0-3,3 0-1,-1 0 1,-1 2-2,-2-2-1,3 1 1,-1 1-2,-1-1 3,-1 1 0,1 1 0,0 0-1,0 1 0,-1 0 1,0-1 0,1 1 1,-1-1 1,1 2-1,0 0 1,-1 0 2,1 0 0,0-1-2,0 0 1,-1 1 0,2 0-1,-1-1 0,0 1-1,1 0 0,0 0 1,0 0 0,0-1-3,-1 0-4,0 1-7,3-1-10,-1 0-14,0 0-15,-1 0-17,0-2-20,3 1-18,-2 0-17,2-2-15,-1 1-15,0 0-13,1-1-14,1 0-6,-1 1-6,0-2-1,-2 1 3,3 0 5,0 0 9,0-1 7,0 0 8,0 0-1,0 0-5,0 0-11,0 0-14,0 0-18,0 0-24</inkml:trace>
  <inkml:trace contextRef="#ctx0" brushRef="#br2" timeOffset="157629.8169">33190 10360 0,'3'-4'21,"-1"0"228,-1 2-36,0-1-30,0 0-29,-1 1-28,2 1-27,-1-2-15,0 2-8,0 0-1,-1 0 0,0 0 2,0 0 2,0 1 0,0 0 0,0 0-2,0 0-1,0 0-1,0 0 2,0 0 3,0 0 5,0 0 3,2 1 2,-1 0 1,0 0 0,-1 0 2,1 1 5,3 0 3,-3 1 3,2 0 3,-1 0 2,-1-1 0,3 2-5,-1 0-7,-1 0-10,3-1-7,-2 2-7,0 0-6,1-1-5,2 3-5,-2-2-5,0 0-4,0 2-5,-1-3-3,3 2-4,-2 0-3,1 0-1,1 1-1,-1-1-2,0 1-1,0-3-1,1 2-1,-2 0-1,1-1-3,0 1-5,-1 0-1,0-2-4,-1 1-1,2-1-3,0 1-1,-1-1-1,-2 0 0,2-1-3,-1 0 1,0 0-1,0 0-1,-1-1-1,0 0 0,0-1 0,-1 2 1,-1-2 1,2-1-1,-1 1 2,0 0-1,0 1 0,-1-2-4,0 0-6,0 0-8,0 0-9,0 0-11,0 0-12,0 0-20,3 1-24,-3-1-34,0 0-37,0 0-31,0 0-30,0 0-24,0 0-27,0 0-55,0 0-67,0 0-46,-3-1-35,1 1-11,-1-3 1</inkml:trace>
  <inkml:trace contextRef="#ctx0" brushRef="#br0" timeOffset="166965.2883">6384 11849 0,'2'-1'111,"1"1"143,-2-1-48,1 0-48,2 0-46,-3 1-31,2-1-24,-2 0-12,2-1-5,-1 1-2,-1 1-2,2-1-1,-2 0-1,-1-1 0,1 2 0,2 0 1,-2 0 0,0 0 3,-1 0 0,0 0 2,0 0 2,0 0 0,0 0 1,0 0 1,0 0 4,0 0 4,0 0 5,0 0 6,0 0 7,0 0 5,0 0 6,0 0 6,0 0 9,0 0 6,0 0 6,0 0 5,0 0 4,0 0-1,0 0 1,0 0-2,0 0-5,0 0-5,0 0-7,0 0-7,0 0-6,0 0-9,0 0-10,0 2-9,0-1-11,-1 0-7,-3-1-4,3 3-5,-1-1-4,-1-1-5,-1 1 0,0 2-2,0-1-3,0 0 0,0 0-2,-1 1 0,-1 1 0,1-1 2,0 2 1,0 0 3,-1-2 1,1 3 1,0-1 1,-1 1 1,1-1 0,0 1 3,-1 1 4,1-2 2,0 2 4,0 1 1,0-1-2,1 1 1,-1-1-1,1 2-1,-1 1-1,3-2-1,-2 3-1,2-1-1,-1 0 0,-1 1-3,2 1-3,0-1-3,0 1-2,1 0-1,1 2 0,0-1-1,0-1 0,0 3-3,0-1-2,3 0-1,-1 0 0,2-1-3,-2 3 1,3-2-1,-1 1 1,2-1-1,-1 1 0,0-2-1,1 2 0,2-1-1,-1 0-1,0 0 1,1 0-1,2 0 1,-3-1 0,3-1 0,-1 1 0,2-1-2,-2-1-1,2-1 1,-1 1-1,1-1-1,2-1 0,-2-1 0,1 0-2,-1-1 1,1 0 0,0-1 0,-2 1-1,2-4-1,1 2-1,-2-2-4,0 1-5,1-1-9,-1 0-12,0-1-14,-1 0-15,0 0-18,-2 0-18,2 0-30,-2-3-37,-1 2-36,-1 0-38,2-1-26,-3 0-25,0 1-36,0-2-41,1 0-59,-2 0-63,-1-2-21,1 0 0,2-1 9,-2 2 167</inkml:trace>
  <inkml:trace contextRef="#ctx0" brushRef="#br0" timeOffset="167408.133">7017 11998 0,'1'-2'42,"1"2"308,-2 0 6,0 0-22,0 0-37,0 0-60,0 0-75,0 0-36,0 0-16,0 0-7,0 0 0,0 0 6,1 0 7,0 2 6,-1-1 5,1 0-1,1 1-1,-1 0-4,0 2-2,3 0-4,-2 0-6,-1 0-3,2 1-2,-2 0-4,2 1-1,-1 1-5,2 0-8,0 1-5,-2-1-6,2 0-5,-2 4-3,2-2-3,-3 0-3,3 2-3,-2-1-1,1-1-3,-2 3-2,2 0-6,-2-2-6,2 2-6,-1 0-5,-1 0-4,3 0-3,-3 1-4,0 0-1,1 0-1,0 0-2,-2 0-1,1-1 0,2 1-1,-2 0 0,0-1-3,3 0 1,-3 1-2,0-1 0,1 0-1,-1-2-1,0 2-2,2 0 0,-2-2-2,-1 0 0,1-1-1,1 0-1,-1-1 0,0 0 1,-1-2-2,1 2-2,2-3-6,-2 2-10,0-2-11,-1 0-16,0 1-14,0-4-17,0 2-26,0 0-30,0 0-38,0-1-39,0-1-33,0 0-30,0-2-39,0 0-40,0 0-62,0 0-68,0 0-26,0 0-5,0 0 6,1-2 8</inkml:trace>
  <inkml:trace contextRef="#ctx0" brushRef="#br0" timeOffset="167814.7186">7468 12347 20,'-1'1'379,"-2"0"11,3 0 11,0-1-41,0 2-63,0-1-52,0 0-46,0-1-25,0 0-14,0 0-9,0 0-4,3 0-2,-2 0 1,0 0-2,0 0-5,2 0-5,-2 0-7,3 0-8,-2 0-9,3 0-9,-1 0-9,1 0-7,0 0-5,1 0-7,0 1-4,1-1-6,0 1-10,1 0-5,0-1-5,1 0-5,0 1-6,-1-1-3,2 0-5,-1 0-1,2 2-4,-2-2-1,1 0-2,-3 0-2,3 1-1,-2-1-1,0 0 0,1 0-2,-3 0-1,3 0-2,-3 0 0,3 0 0,-3 0 0,-1 0 0,2 0 0,0 0 0,-2 1 0,1-1-3,-1 0 0,0 0 0,1 0-2,-1 2 1,0-1-2,0-1 0,1 1 0,-1-1-1,0 0 0,1 0 1,-2 0-1,1 0 1,0 0 0,1 0-2,-1 0-1,-1 0-4,1 0-4,-3 0-4,2 0-5,-3 0-8,2 0-8,-2 0-12,2 0-8,-2 0-16,0 0-17,-1 0-31,0 0-37,0 0-35,0 0-33,0 0-24,0-1-19,0 0-18,0-1-20,0 1-33,-2-2-40,-1 1-44,-1 0-47,0-2-12,1-1 3</inkml:trace>
  <inkml:trace contextRef="#ctx0" brushRef="#br0" timeOffset="168213.1856">7591 12179 0,'0'-2'285,"0"0"82,0-1 11,0 2-50,0 1-78,0-2-48,0 2-33,0-1-18,0 0-6,0-1-6,0 2-4,0 0-3,0 0-2,0 0-8,0 0-7,0 0-9,0 0-8,0 0-8,0 0-8,0 0-5,0 2-4,0 0-3,0 0-2,0-1 0,0 4-3,0-1 3,0 0 1,0 1 2,0 3 5,0-1-3,0 1-3,0 0-2,0 1-5,0 1-3,0-1-5,1 2-5,2 0-6,-2 1-4,0-1-2,-1 0-5,1 0-5,1 1-5,-1 1-8,0 0-2,-1-1-1,1 0-3,1-1-2,0 0 0,-1 0 0,3 1-1,-3-2 0,2-1-1,-2 2-1,-1-2 1,3-1-2,-2 1 1,0-2-2,-1 0 2,1-1-1,1 0-1,-1-2 1,0 2-1,-1-1 0,1-1 0,2-2 0,-2 4-1,0-4 0,-1 1-1,1 0 0,1-1-1,-2-1-3,0 2-7,0 0-10,0-2-12,0 0-12,1 0-16,-1-1-18,1 1-31,-1 0-34,1 0-38,-1-1-39,0 0-30,0 0-24,0 0-42,0 0-48,0 0-57,0 0-61,0 0-24,0 0-5,0 0 8,0 0 151</inkml:trace>
  <inkml:trace contextRef="#ctx0" brushRef="#br0" timeOffset="169076.7262">8449 12142 0,'3'-3'64,"-2"2"263,0-2 5,-1 2-48,1-2-73,1 2-44,-1-1-34,-1 1-10,0-1 2,0-1 6,0 2 5,0-2 5,0 2 4,0-2 0,0 3-2,0-2-6,0 0-8,0 2-7,-1-1-8,-1 0-6,1 1-10,-1 0-12,-1 0-14,-2 1-11,2 0-10,-1 1-8,0 0-5,-1 0-6,-1 2-3,1-1-2,0 2-1,-1 1-2,0-1 1,0 2-3,0-1-2,1 2-3,0 1 1,-1-1-2,1 0 0,0 3-2,1-2 0,0 0-1,0 3-1,0-2 1,0 1-1,2-1 0,-3 3 0,4-2 1,-2-1 1,2 2 0,1-1 1,0 0 1,0 1-1,0 1-1,1-2 0,2 0-1,-2 0 0,4 1 0,-1-1 1,-1 0 0,1-1 0,2 1-1,-1-3 0,2 2-2,1-1-1,-2-3-2,3 3 1,0-3-1,1 0-2,-2-2 0,2 1 0,0 1 1,1-4-2,-1 4-1,3-4 1,-1 1-1,-2-1 2,3 0 1,-1-2 1,-2 0 0,1 0-1,-1 0 2,1-3 1,0 0 1,-1 1 1,1-2-1,-2 1 1,1-2-2,0-1 1,-1 0 1,-2-2-1,2 2 0,-3-3-2,-1-1 1,0 1-1,0-2-1,-2 0-2,-1-1-1,-2-1 1,0-1 0,0-1-1,0-1 0,-2 1 0,-1-1-1,-2 1 2,0-2-1,0 2-1,0 0 1,-1-1-2,0 3 1,-1-1-1,0 1-1,0 1-1,-2 0-2,1 2 0,1 0 0,-3 2-1,3 1 0,-2 0-3,0 2-2,1 0-7,-1 1-6,-1 1-8,1-1-10,-2 3-12,2 0-19,-1 1-23,3 1-28,-3 0-31,3-1-27,-2 3-26,3-1-18,-2-1-17,3 1-10,2 2-9,0 0-22,0 0-23,2-1-52,1 0-63,0 1-19,1 0 0,2 0 18,0 0 401</inkml:trace>
  <inkml:trace contextRef="#ctx0" brushRef="#br0" timeOffset="169543.4134">8874 12133 0,'5'-2'332,"0"1"45,-3 1 13,2-1-54,-3 0-82,2 0-46,-2 1-32,0-1-12,1 0-7,0-1-1,-2 1-1,1 1-3,0 0-2,-1 0-9,0 0-11,0 0-11,0 0-9,0 0-12,0 0-10,0 0-9,0 0-8,0 0-6,-1 0-4,0 1-3,-1 2-1,-1-2-2,2 2-1,-3 1-1,2 0-1,-1 1-3,-3-1-1,2 1-4,0 1-3,2 0-5,-2 1-2,1 1-6,0 0-3,-1 1-4,2 0-4,-1 0-2,2 1-2,-1 2-2,-2-1-2,3 1-1,0 0-1,-1 1-1,2 1 0,0-1-1,0 0-1,2 0 1,-1 0-1,0-1 1,3 1 0,-2 1-1,1-3-1,-1 1-1,2 1 3,0-1-2,0-1 0,1-1 0,1-1 0,0 2 0,0-3-1,0 1 1,3-3 0,-3 2-1,4-1 0,-3-1 0,3-2-1,-1 2 1,2-3-2,-2 0 1,1 0 1,-1-1-1,0-2 0,0 0 0,1 0 3,0 0-1,0-1 0,-3-1 0,2 0-1,0-1 1,-2 0 0,-1-3 1,1 2-2,-1-2 1,-1-1-1,-1-1 0,-1 0-1,2-1 1,-2-1-2,-2-1 0,0-1 1,0-1 0,1 0 0,-2-1 0,0-1-1,-2 1 2,1-2 0,0 0-1,-2-1 1,2 2-2,-2 0 1,0 0 0,-1 1-1,2 0-1,-2 1 0,2 1 1,-3 0-1,1 2 0,-1 1 0,1 1-1,-1-1 1,0 2 0,0-1-1,0 4-2,-1-1-2,1 1-6,-1 1-9,-3-1-12,3 3-15,-3-2-15,2 2-16,-3 1-31,3 0-38,-2 1-37,0 1-37,2 0-27,-2 0-21,0 0-34,2 1-38,-1 0-57,1-1-65,2 2-27,0-1-8,0-2 5,0 3 102</inkml:trace>
  <inkml:trace contextRef="#ctx0" brushRef="#br0" timeOffset="169948.3689">9434 11920 329,'-1'-3'360,"0"1"-27,-1-1-50,1-1-45,1 3-45,-1-1-16,0 0-1,1 1 1,0-2 1,0 2 3,0-2 1,0 3 0,0-1 0,0 0-7,0-1-7,0 1-11,0 1-12,0-1-15,0 1-16,0-2-15,0 2-14,0-1-10,0 0-10,0 1-8,0 0-9,0 0-8,0 0-8,0 0-8,0 0-7,0 0-6,0 0-5,0 0-4,0 0 0,0 2-2,0 0 0,0-1 1,0 4-1,0-1 2,0 2 1,0 1 2,0-1 0,0 1 1,0 1 2,0 3 1,1-2 0,-1 0 0,1 3 0,-1 0-1,1-2 2,1 2 0,-1 0-2,0 0 0,-1 0-2,1 1 1,1-2-1,-1 1-2,0 0-1,-1-1-1,1 0 1,1 1 0,0-1-1,-1-1-3,2 1-5,-2 0-8,-1-3-8,1 2-10,1 0-12,-1-2-14,0 0-12,-1 0-24,1-2-27,1 2-30,-1-2-34,0 0-25,-1-1-22,1-1-16,2 1-13,-2-1-16,0 0-22,-1-2-39,0 0-53,0-2-35,-1 1-29,1-1 6,0 0 64</inkml:trace>
  <inkml:trace contextRef="#ctx0" brushRef="#br0" timeOffset="170365.8496">9332 12076 0,'-1'-4'299,"1"4"18,-1-2-25,0 0-41,1 0-49,0-1-34,0 2-27,0-2-13,0 2-7,0 1 1,0-1 3,0-1 2,1 2-1,0-1-2,0 0-4,3-1-7,-2 1-8,2-1-10,0 0-9,1 0-9,2 1-8,0-1-8,1-1-6,0 2-8,-1-2-9,3 2-5,-2-2-7,2 2-3,-2-2-4,2 0-2,0 1-4,0-2-1,0 3 0,-3-2 1,1-1-1,2 2 1,-4-1 1,3 0 0,-3 1 0,-1-1 0,1-1-2,-1 2 1,0-1 3,1 0 1,-2 1-1,0-1 2,-1-1 0,2 2 1,-1 0 1,0-2 0,-2 2 1,2-1 2,0 0 1,-2 1 4,-1-1 5,2-1 5,-2 2 3,2-1 4,-2 0 4,-1 1 2,1-1 3,1 2-2,-1-2-1,0 2-1,-1 1-1,2-1-3,0 1-2,-2 0-5,0 0-5,0 0-5,0 0-7,0 0-5,0 0-5,-4 0-4,3 0-4,-3 1 0,1-1-2,0 3 0,-1-1-1,-1 0-3,0 0 1,0 2-1,-1-2 1,0 1 2,-1 1 0,0 1 0,2 0 0,-1 1 1,-3-1 2,3 3-2,-3-2-1,3 1 1,-1 1 0,-1 0 0,3-1 2,-1 0-1,-1 1 1,0 0-2,1-1 0,0 1-3,0-2-4,1 3-8,-1-3-11,-1 1-11,1-1-11,1 0-15,0 1-17,0-1-28,-1 1-32,1-2-31,0 1-29,1-1-22,-2 0-18,2 0-13,2-1-10,-2 0-13,2 0-12,-2-1-22,2-1-29,-1 2-40,2-3-44,-2 1-3,3-2 18</inkml:trace>
  <inkml:trace contextRef="#ctx0" brushRef="#br0" timeOffset="170755.7719">9350 11962 304,'1'-2'361,"-1"0"-26,1-2-47,2 2-44,-2-1-47,0 1-20,-1 0-8,0 1-4,0-2 1,0 2-2,0 0 0,1-1-5,-1 2-7,0-1-10,0 1-11,0 0-13,0 0-15,0 0-12,0 0-11,0 0-10,2 0-7,-1 1-6,0-1-5,2 2-3,-1 0-2,-1-1 0,4 2 3,-2 1 1,-1 0-1,2 1 2,1-1-1,1 3-3,-1-2-3,0 3-5,1-1-5,1 0-3,-1 1-3,1 0-3,1 0-3,-1 1-5,1-1-6,-1 0-2,3 1-2,-3-1-1,2 0-2,0-2-1,-1 3 0,0-2-5,1 1-7,-2-3-10,-1 3-13,3-3-12,-4 2-12,2-2-20,-2 0-22,0 2-33,0-3-36,1 1-31,-1-1-27,-1-1-26,2 1-24,-1-1-42,0 1-51,-1-1-52,2-2-53,-2 2-19,0-2 0,0-1 13,-1 0 386</inkml:trace>
  <inkml:trace contextRef="#ctx0" brushRef="#br0" timeOffset="171132.7225">9896 11897 0,'5'-3'276,"-4"0"153,2 2 14,-2 0-11,0-1-23,1 0-65,-1-1-85,0 2-44,-1 0-26,1-1-14,-1 2-11,0-1-5,0 0-3,0-1-11,0 2-14,0 0-14,0 0-14,0 0-10,0 0-11,0 0-7,2 2-4,0-1-7,-2 0-7,1 2-7,0-1-5,1 2-5,-1 0-3,-1 3-3,1-2 0,1 4-1,-1-1-1,0 1-3,0 2-2,2-1-2,-2 2-2,0 1-2,3 2 0,-3-1-2,2 3 0,-1-1 0,-1 1-2,2 1-1,-2-2-2,2 2-2,-1 2-2,0-3-2,1 3 1,-2-2-2,2-1-1,-2 0-1,2 2-2,-1-2 1,-1 0-1,2-2 0,-1 0-1,-1 0-2,2-1 1,-2-1 0,0 0 1,1-2-1,-1 0-1,0-1-3,-1 0-3,1-2-6,1 0-7,-1-2-8,-1 0-8,2-1-11,0 0-13,-1 0-13,-1-2-15,0 1-27,0-1-32,0 0-40,0-1-44,0-1-32,-1-1-24,1 0-39,0 0-45,0 0-59,-2 0-68,0-1-24,-1-3-6,2-1 8,-1 0 77</inkml:trace>
  <inkml:trace contextRef="#ctx0" brushRef="#br0" timeOffset="171562.8538">10373 11529 29,'0'-4'363,"1"1"12,1 0 10,-2-1-54,0 1-84,1-1-47,-1 3-32,0-3-13,1 3-6,-1-2-3,0 2 1,1-1-3,1 1-2,-1 0-5,0 1-7,-1-1-5,1 1-9,1 0-10,0 0-12,-1 1-9,-1-1-4,3 1-5,-2 2-3,0-2-1,2 3 0,-2-2 0,0 1-1,2 1 0,-2 0-1,3 1-3,-2-1-5,1 3-3,-1-2 0,3 2-5,1-1-5,-2 1-5,2 0-5,2 0-5,-1 1-5,-1 1-1,3-1-4,0 2-2,-1 0-2,1-1 0,0 2 0,-2 0 0,3 1-2,-4 0-1,2 1 1,-1 0-1,1 0 0,-1 3 1,-1-2 0,1 2 1,0 1 1,-2-1 0,0 0-2,1 1-1,-2 1-3,-2-1-1,1 2-1,0 0 0,-1 0 0,-2-1 1,0 2 0,0-1-1,0 1-1,-2 0-2,-1 0 0,0 0-1,0 1-1,-1 0-1,-2 0-1,0-1 0,-1 2 0,0-1 0,-2 0 1,-1 0-1,2 0-1,-4-1-1,0 0 0,2-1-1,-4 0 0,2 0 1,-1-2 0,0 1-2,-1-1 2,3-2-1,-3 2 0,2-2-2,2-2 0,-1-1 0,1-2 1,1 1 0,2 0 0,-2-3-1,4 0 1,-2 1 0,2-3 0,1 0 0,0-1-1,-1-2 1,3 1 0,-2 0 0,3-1 0,-2 0 0,2-2-1,0 1-1,0 0 0,-1-1-1,0 0-3,2 0-3,-1-1-4,-1 2-5,2-2-5,0 0-6,0 0-7,0 0-9,0 0-11,0 0-17,0 0-18,0 0-20,0 0-23,0 0-41,0 0-50,0 0-42,0 0-36,0 0-57,0 0-65,0 0-54,0 0-53,0 0-18,-2-2-5,-1 2 10,1-1 63</inkml:trace>
  <inkml:trace contextRef="#ctx0" brushRef="#br0" timeOffset="175217.8514">11301 11733 0,'1'0'28,"-1"0"180,0 0-31,0 0-26,0 0-27,0 0-27,0 0-28,0 0-13,0 0-10,0 0-4,0 0-3,0 0 2,0 0 2,0 0 5,0 0 4,0 0 2,0 0 3,0 0 2,0 0 1,0 0 3,0 0 1,0 0 1,0 0 0,0 0 0,0 0 1,0 0-2,0 0-2,0 0-4,0 0-1,0 0-4,0 0-5,0 0-3,0 0-3,0-1-2,-1 0 0,0 1 0,-1-1 1,1 0 1,1-1 0,-1 1 1,0 1 5,-2-1 3,2-1 3,1 1 5,-1 1 4,0-1 1,-1 0 2,1 0-3,-1 0 0,-1 1-5,2-1-4,-2-1-4,1 1-5,-1 1-5,2-1-3,-1 0-8,-1-1-7,-1 2-6,1 0-3,-2 0-5,1 2-1,-1-1-1,0 0-2,0 2 0,-1-1 1,0 1-1,-2 1 0,2 0 2,1 0 0,-2 1 1,0 0 2,0 1 4,1 0 2,-2 2 1,1 0 2,-1 0 1,1 2 3,-1-2 1,2 3 0,-1-1 1,1 3-1,-1-1-1,0 1-1,2 0 0,-1-1-1,0 3 0,1-1-1,1-1-1,-1 3 1,0-2-2,1 2 0,2-2 0,-1 2 0,1 0 1,-1 0 1,2 1 0,1 0 2,0 0-1,0 0-1,0-1 0,4 1-1,-2 0 0,1 0-2,-1 0 0,2-1-4,1-1 0,1 2-3,-1-1 1,0 1-1,1-1-1,0 0 1,1-1 0,0 0-1,1-1 0,0 2 0,0-1 0,-1-1 0,3 0 0,0-2 0,-1 1 0,1 1 0,0-2-1,1 0 0,-1 0 0,1-1 0,0-1 0,-1 1-2,1-2-1,-2 0 0,1 0-1,-1-2 0,-1 1-1,1-2 1,0 1 0,-2-2-1,-1 2 0,3-4 0,-4 2-1,2-2 0,-2 3-1,0-3-1,-1-1 0,2 1 0,-3 0 2,-1-1 0,2 0 0,-3 0-1,2-1-1,-2 0-1,3-1-5,-3 2-5,0-1-9,-1 0-10,1 1-13,-1-2-14,0 0-30,0 0-32,0 0-34,0 0-34,0 0-28,0 0-25,0 0-53,0 0-61,0 0-59,3-2-56,-1 1-20,1 0-6,-2-1 8,2 0 310</inkml:trace>
  <inkml:trace contextRef="#ctx0" brushRef="#br0" timeOffset="176817.886">11758 12057 5,'3'0'249,"-1"0"-28,-2 0-32,1 0-28,2 0-27,-2-2-22,0 2-21,-1-1-9,1 0-4,1-1 2,-1 2 7,0-1 6,-1 0 7,0 0 6,0 1 7,0-2 2,0 2 4,0 0 0,0 0 1,0 0-1,0 0-1,0 0-1,0 0-3,0 0-4,0 0-9,0 0-7,0 0-9,0 0-9,0 0-9,0 0-8,0 0-7,0 0-8,0 0-4,0 0-5,0 0-4,0 0-4,0 0-5,0 0-3,0 0-1,0 0-2,0 0-3,0 0-1,0 0-2,0 0 1,0 0 1,0 2 0,0-1-1,-1 0-1,0 0 1,-1-1-1,1 3-1,1-2-1,-2 2-1,-2-2 0,3 2 1,-2 0-1,2 0-2,-1 0 0,-1-2-2,0 3 1,1 0 0,0 1-1,-1-2-1,1 1 0,-1 0 1,2 0-1,-2-1 1,2 2-1,-1 0-1,-2-1 1,4 1 2,-1 0-1,0-2 1,-1 2 0,1 2-1,1-2-1,-1 0 2,0 1-1,-1 0 0,1-1 0,1 2 1,-3-1 0,2 1 1,0 0 1,-1-1-1,0 1 1,1-2-1,1 4 0,-1-3-1,0 1 0,-1 1 0,1-1 0,1-1 1,0 1-1,0-1 0,0 1 0,0-1-1,0 1 1,0 0-1,0-1-2,0-1 1,0 1 1,1 0-1,1-1 2,-1 2-1,0 0 1,0-1-1,3 1 1,-3-1-2,2 1 1,-1-2 0,2 3-1,-1-3 3,0 3-1,2-2 0,0 1-1,-1 0 1,0-2 0,2 0 1,-1 1 0,0 0-1,1-1-1,-1 1 2,1-1 1,0-1 1,1 1 1,-1-1 0,1 0-1,-1-1 1,2-1-1,-1 2 1,1-1-1,-1-1-1,1 0 0,-2 0 1,3 0 1,-2 0 0,0 0 1,1-1-1,-2 0 0,3 0 0,-2-1 0,2 0 0,0 0 1,-1-1 0,1 0 0,0 0 2,-2-1 0,3 0 1,-2 0-1,1 0 0,-1 0-1,2 0-1,-3-1 0,1-1 1,2 0 2,-3 2 1,3-2 0,-2 0 2,-1 0-1,1 0-1,0-1-1,-3 0 0,1 0-2,2 0-1,-2 0-1,-1-2 2,1 1-1,-1-2-1,-1 1-1,0-2-4,1 1 0,-3-1-2,2 1 1,-3 0 0,2-2 0,-1 1 0,-2-1 1,1 1 1,1-1 0,0-1-2,-2 1 0,0-1-1,0 2-1,0-1 1,-2 1 0,0-1 1,1 1-1,1 0 2,-2 0-1,-1 0-1,2 1-1,-2 0 1,1 0 1,-3 1-1,3-2 1,-1 3 0,-1-1 1,-1 0 0,-1 1-2,1-1 0,-1 2-2,-3-1 0,3 0 0,-4 1 2,3 0-1,-2 1-1,0-1 1,-2 0 0,2 2-1,-1-1 0,2 0 1,-2 1 0,1-1 1,-1 2 0,3-1 0,-2 1 0,-1 0 0,0 1 0,1 1-2,0 0-1,0 0 0,-1 0-1,1 0 0,-2 1-3,1 1-2,-1 0-5,0 0-4,1 0-7,-1 1-7,1-1-9,-2 1-6,1 0-7,1-1-10,-1 2-11,2-1-19,0 1-21,0 0-25,0-1-27,0 0-22,1 2-20,-1 1-15,2-2-13,-1 2-25,3-1-33,-2 2-58,2-2-70,1 1-28,0 1-11,-1-1 9,4 0 267</inkml:trace>
  <inkml:trace contextRef="#ctx0" brushRef="#br0" timeOffset="178280.9342">12414 12305 175,'-1'1'208,"-1"0"-22,1-1-20,1 0-21,-1 0-24,0 0-18,-1 0-16,1 0-4,1 0-3,-1 0 5,0 0 4,-2 0 7,2 0 9,1 0 5,0 0 7,0 0 6,0 0 4,0 0 3,0 0-1,0 0 0,0 0-3,0 0-4,0 0-6,0 0-5,0 0-6,0 0-7,0 0-8,-1 0-8,0 0-11,1 0-8,0 0-8,0 0-7,0 0-9,0 0-6,0 0-4,0 0-4,0 0-4,0 0-3,0 0-3,0 0-1,1 0-1,0 0 0,3 0-1,-2 0-1,3-1-2,0 0 0,1-1 1,2 2 2,-1-1 1,3 0 1,0-1 2,0 2 1,1-1 0,-1 1 2,3-1 0,-1-1 2,-1 2 2,0-1 0,2 0 3,-2-1-1,0 2-1,0-1 0,2 0-2,-1 0 0,-2-1 1,1 2-2,-2-1-2,0 0-3,-2 0-2,2 1-3,-3 0-2,0 0-1,0 0-1,-1 0 0,-1 0-1,2 0 0,-3 0-1,-1 0-1,2 0-2,-3 0 1,2 0-1,-2 0-2,3 0 1,-3 0-1,0 0-1,-1 0 1,1 0-1,-1 0 0,0 0 0,0 0 0,0 0 0,0 0-1,0 0-2,0 0-3,0 0-5,0 0-7,0 0-9,0 0-8,0 0-12,0 0-18,0 0-22,0 0-33,0 0-37,-1-1-29,1 0-25,0 1-19,0 0-16,0 0-25,0 0-24,0 0-49,-1-1-59,-3-1-34,3 0-23,-3 0 4,2 0 149</inkml:trace>
  <inkml:trace contextRef="#ctx0" brushRef="#br0" timeOffset="178719.6711">12651 12133 214,'0'-2'295,"0"1"-38,-1 1-50,0-1-44,-1 0-39,1 0-19,1 1-14,0 0-1,-1-1 1,1 1 3,-1-1 6,-1 1 2,1-2 2,1 2 1,0 0 1,0-1 2,-1 1 0,1 0-1,-1 0-1,-1-1-2,2 1-3,-2-1-6,2 1-7,0 0-10,0 0-8,-1 0-9,0 0-8,-1 0-6,2 0-9,-1 0-6,1 0-5,-1 0-8,-1 0-6,1 1-4,1 0-5,-1-1-1,1 1-1,0 1-2,-1-1 1,1 0 2,-2 1 1,1-1 2,1 3 0,-1-1 0,0-1 0,-2 2 3,2 0 3,1 1 1,-1-1 2,0 0 1,-1 3 1,1-2 2,1 0-1,-1 3 0,0-3-1,-1 3 0,1-1 2,1 1 2,-1-2 1,0 2 0,-1 1-2,0-1-1,2 1 0,0-1 0,0 1-4,0-1 1,0 0 0,0 1 0,0-1-2,0 1-1,0-1-1,0 0-2,0 1-1,0-2-1,0 1-1,0-2 0,0 3-2,0-3 1,0 0 1,0 1-1,0-1-3,2-1 0,-2 1-1,0-1 0,0-1 0,0 0-1,2 0 0,-1 0 0,-1-3 0,0 3 0,1-1-3,-1-1-5,0 1-7,0-2-12,0 1-13,0 0-24,0-2-27,0 2-28,0-2-28,0 0-23,0 0-21,0 0-21,0 1-18,0-1-34,0 0-41,0 0-60,0 0-67,3-1-22,-1-1-4,-1 1 16,2-1 389</inkml:trace>
  <inkml:trace contextRef="#ctx0" brushRef="#br0" timeOffset="179133.9098">12989 12033 142,'1'-1'369,"-1"0"-5,1 0-7,-1-1-63,2 0-84,-2 1-42,0 0-21,0 0-12,0-1-4,0 2-3,0-1-4,0 0-6,0-1-6,0 2-9,0 0-9,0 0-10,0 0-8,0 0-9,0 0-8,0 0-6,1 0-3,0 0-3,-1 0 0,1 2-3,1-1 1,0 0-2,-1 2-2,-1-1 1,0 0 2,0 0 3,0 1 3,0 1 3,0 0 2,0 0 0,0 2-1,0 0-3,0 0-3,0 1-2,0-1-1,0 3-1,0-1 2,1 0-2,1 1-1,-1 1-3,-1 0-5,1 0-3,1 2-2,-1-1-3,-1-1-3,1 2-1,-1 1-2,0-1-2,0 0-1,0 0-2,0 0-5,0-1-1,0 2 1,0 0-2,1-1-1,-1 0-1,2-1-2,-1-1-1,-1 2 1,1-2-1,-1 1 0,1-2 2,2 0-2,-2 1 0,0-2 1,-1-1-2,1 1-1,1 0 0,-1-3-1,0 3 0,-1-3 0,0-1-2,0 2 0,0-1 1,0-2 0,0 0-1,0 1 0,0-1-1,0-2-2,1 2-5,-1-2-5,0 2-9,0-2-9,0 0-11,0-1-10,2 2-16,-1-1-16,-1 0-29,0-1-37,0 0-32,0 0-33,0 0-25,0 0-23,0 0-34,0 0-41,0 0-60,0 0-66,0 0-26,0-4-6,0 2 8,0-2 163</inkml:trace>
  <inkml:trace contextRef="#ctx0" brushRef="#br0" timeOffset="179764.9714">13322 12180 46,'1'-3'358,"-1"2"7,1-3 7,-1 3-69,3-1-101,-3 1-48,0-2-24,0 2-9,0-1-2,0 0 0,0 2 2,0-1-1,0 0-2,0 1-4,0-1-6,0 0-7,0 1-4,0-1-6,1 0-6,0-1-5,-1 2-7,0 0-5,0 0-6,0 0-5,0 0-5,0 0-4,0 0-4,0 0-2,0 0 0,0 0-2,0 0-1,0 0-4,0 0-3,0 0-3,0 0-4,0 0-2,0 0-2,0 0-3,0 0-3,0 0-1,0 0-1,0 0-6,0 0-2,0 0-3,0 0 0,-1 2 0,0-1 1,-3 0 2,3 1 1,-2 0 0,1 1 1,-2 1 2,0 0 0,-1 0 3,2 1-2,-1 0 3,-1 0 1,-1 3 2,1-2 0,0 1-1,-1-1 1,2 1-2,0 0 0,-1 2 0,0-2 2,2 1 0,-1 1-1,0-1 1,0 1-1,1-1 1,0 1-2,-1 1 0,3-2 0,-1 2 0,-1 0-1,3-1 1,-1 0 0,0 1 0,1-1-1,0 0-1,0 1-4,0-2-1,1 3-1,0-2-1,-1 0 1,3 0 0,-1-1 1,-1 0-1,3 1-1,-1-1-2,1 0 1,0-1-2,1 0 0,3 0 0,-2 0 1,0-1 1,3-1-1,-3 1 1,4 0-2,-3-1 0,3 0-1,-1-2 0,2 1 1,-1 0-1,3-2-1,-1 2-1,-1-3 1,3 1 1,-2-2-1,2 2 1,0-2-1,-1 0 1,2-2 0,-2 2 1,-1-2 0,2 1 0,-1-3 0,-1 2 0,1 0 0,-2-4 2,1 3-2,-1 0 1,-1-2 0,0-1-1,-2 2 2,2-2-2,-4-1 0,3 1 0,-4-2 0,1 1-1,0-1-1,-2-2 1,0-1 0,0 2 0,-3-3-1,1 1-1,0-1-1,-2 0 1,-2-1 0,0 0 1,1 0 0,-2-1-1,1 1-1,-1 1 0,-2 0 2,0 1-2,0 0 0,0 0-1,0 1 2,-1 0 0,0 1 0,-3 0 0,3 1-1,-3 1 1,1-1-1,-1 2 0,-1 0-1,-1 1-1,1 1-5,-1 0-6,-1 2-7,0-1-11,1 1-10,0 0-14,0 2-14,1 0-24,-2 2-25,3-1-32,0 0-31,-1 2-24,1-1-21,2 2-15,-2-1-14,4 1-25,-2 0-28,2 0-58,0-2-69,1 2-25,-1 0-5,1-1 13,2-2 304</inkml:trace>
  <inkml:trace contextRef="#ctx0" brushRef="#br0" timeOffset="180615.9845">13950 11931 0,'0'-2'283,"0"0"35,0-1-35,0 3-40,0-1-43,0 0-32,0-1-25,0 2-10,0-1-2,0 0-1,0 0 0,0 0-3,0 1-1,0 0-7,0 0-8,0 0-9,0 0-7,0 0-13,0 0-13,0 0-12,0 0-12,0 0-8,0 0-8,0 0-5,0 0-1,-1 0 0,0 2-1,-1 0 1,1 1 2,1 1 1,-1 0 1,-1 1 1,0 0 1,1 1 1,1 1 1,-1-1 1,0 1-2,1 0-4,0 2-4,0-1-5,0 1-4,0 0-1,0-1-3,0 1 0,0-1-1,0 2 0,0-1-1,0-1-1,0 1-2,0-1-1,0 0 1,0-1 0,0 1-1,0 0-2,0-1-3,0-1-12,0 1-18,0-1-16,1 1-19,0-2-18,-1 0-18,1-1-19,1 0-17,0 0-15,-1 0-15,-1-1-11,1-2-10,1 3-8,-1-1-8,0-1-10,-1 2-11,0-2-27,0 0-30,0-2-31,0 0-30</inkml:trace>
  <inkml:trace contextRef="#ctx0" brushRef="#br0" timeOffset="181101.9971">13882 12017 87,'-1'-1'328,"-1"1"-29,1-1-47,1-1-49,0 2-49,0-1-28,0 0-14,0-1-6,0 2 2,0 0 2,0 0 3,0 0 3,0-1 1,0 0-1,0 0-3,1-1-2,1 2-1,-1-1-5,0 0-4,2 0-7,0 0-9,1 1-7,0-1-10,0 0-10,-1-1-5,3 2-7,-1-1-8,1-2-4,1 2-4,-1-1-5,0 0-6,3 1-5,-3-2-3,3 1-3,-3-1-1,4-1-1,-4 3 1,2-2 0,-1-1 1,1 3 0,-1-2 5,-2 1-2,0 0 0,-1 1 1,1-2-3,-2 2 3,1-2 0,-1 2-1,-1 0 1,-1 0-1,2-1 1,-1 2 0,1 0-1,-2-3-1,-1 2-1,1 1 0,1-1 1,-1 0 0,0-1 3,-1 2 0,1-1-1,-1 0 1,0-1 3,0 1-1,0 1 0,2-1 0,-2 1 0,0-2 1,0 2 1,0-1-1,0 1 0,0-1 0,0 1-2,0 0-1,0 0 1,0 0-2,0 0-1,0 0-1,0 0 0,0 0-2,0 0-1,0 0-3,-2 0-1,1 0-1,-1 0-1,-1 0-1,-1 0 0,1 1-1,-1 0-1,0-1 0,-1 2 1,-1-1 0,1 0-1,-1 2 1,-2 0 1,2-1 0,1 2 0,-3 0 0,0 0 1,1 1 0,-1-1 0,2 1-1,-3 1-1,3 0 0,-1 1 0,0-2 1,1 3 0,0-3 0,0 3 0,-1-3 0,0 3 0,2-2 0,0 1 0,-1-1 0,1 1 0,0-1 0,0-1 1,0 0 1,0 0-1,1-1-1,1 0-1,-1 1-3,0-2-6,2 2-5,-1-1-6,1-1-8,-1-2-8,2 3-13,-3-3-14,3 2-17,1-2-17,-1-1-16,0 2-18,1-2-17,0 0-16,0 0-10,0 0-9,0 0-8,0 0-6,0 0-10,0 0-10,0 0-21,0 0-27,0 0-42,0 0-49,0 0-16,-2-2 2</inkml:trace>
  <inkml:trace contextRef="#ctx0" brushRef="#br0" timeOffset="181498.8409">13843 11915 274,'0'-1'279,"0"-1"-37,0 2-46,0 0-45,0 0-41,0 0-23,0 0-12,0 0-3,0 0 1,0 0 2,0 0 5,0 0 4,0 0 6,2 0 4,-1 0 4,0 2 3,2-1 3,0 0 4,1 0 5,-1 1 0,-1 1 0,3-1-3,0 2-5,-1-1-4,-1 1-1,1 0-6,2-1-4,-1 0-6,0 1-1,0 1-5,1-1-1,-1-1-5,2 1-2,0 0-4,-2 0-2,1 1-3,2 0-2,-2-1-3,-1 0-7,2 1-2,0 0-4,0 0-4,-2 0-1,1 0-5,-1-2-3,1 1-6,-1-1-5,0 1-3,0-1-4,-1 0-5,1-1-2,-2 2-3,-1-3 2,3 1-1,-3-1-2,2 2 0,-3-1 0,2 0-1,-1 0-1,1 0-2,-1-1-4,1 0-7,-2-1-9,2 2-9,-1-1-8,-2 0-13,1 1-16,1 0-24,-1-1-27,0-1-30,-1 2-29,0-2-25,1 1-22,2-1-19,-2 1-16,-1-1-38,0 0-48,0 0-50,0 0-54,0 0-14,0 0 0</inkml:trace>
  <inkml:trace contextRef="#ctx0" brushRef="#br0" timeOffset="182054.9998">14431 12086 276,'1'-1'255,"2"1"-31,-2-1-31,0 0-28,-1-1-31,1 1-13,1 0-8,-1-2 2,0 3 5,-1-2 10,0 0 10,0 2 8,0 0 7,0-1 4,1 0 2,1-1 0,-1 2-2,0-1-6,-1 0-7,1 0-9,-1-1-11,0 2-12,2-1-15,-2 0-15,0 1-15,0 0-13,0 0-14,0 0-9,0 0-9,0 0-5,0 0-6,0 0-1,0 0 0,0 1 1,0 0 2,0 2 5,0-1 6,0 2 3,0-1 2,0 2 2,0 0 3,2-1 3,-2 4 3,0-1 1,0 2 1,0-1-1,0 1-1,0 1-2,0 1-4,0 0-3,0-1-7,0 3-3,0-2-2,0 0-3,0 1 0,0 0-3,0 0-2,0 0 0,0 1-2,0-3-1,0 2-1,0-1 0,0 0-2,0 1 0,0-1-1,0-1-1,-2 2-1,2-1 0,0 0 2,0-1-2,0 0-1,0 0-1,0-2 1,0 0-1,0 1 1,0-1-1,0 1 0,0-2-1,0 1 0,0-3 1,0 3 0,0-3-1,0 2 1,0-2 0,-2 0 0,2 1-1,0-4-1,0 4 1,0-3-2,0 0 1,0 0-3,0-1-3,0 0-5,0 0-6,0 0-10,0-1-11,0-1-12,0 0-13,0 0-12,0 0-24,0 1-30,0 0-34,0-1-40,0 0-30,0 0-26,0 0-30,0 0-30,0 0-67,4-2-80,-3-1-31,-1-1-10,1 2 4,2-4 7</inkml:trace>
  <inkml:trace contextRef="#ctx0" brushRef="#br0" timeOffset="182568.9898">14750 11811 0,'0'-1'317,"0"-2"28,0 2-2,0 1-63,0-1-88,0 0-45,0 0-25,0 1-13,0 0-4,0 0-4,0 0 1,0 0-1,0 0 0,0 0-2,0 0 0,0 0-2,0 0 0,1-1-1,-1 1 2,0 0-4,2 0-5,0 1-4,-1-1-5,3 2-1,-2-1-2,1 3-4,1-1-4,0 0-3,-1 0-1,2 2 0,0 1-1,0-2-1,1 2-7,-1-1-1,2 1-2,0 0-1,-1 1-2,-1-1-3,4 2-1,-3 0-2,3-1 0,-2 2-4,-1-1-2,3 0-7,-3 1-6,3 0-5,-3 0-2,2 0-2,0 1-3,0 0 0,-1 0-1,1 1-1,-2-2-2,3 3-2,-2 0 0,0-2 0,1 2 0,-3-1 0,2 0 0,-2 2 0,0-1-1,0 0 0,-1 0-1,0 0-1,-2 0-1,1 0 0,-2 0 0,-1 0 2,1 1 1,-1-1-1,0 1 0,-1 0 0,1 1-1,-2-1-1,-1 0 1,2 1-1,-3-1 1,0 2-1,-1-1 0,2-1 0,-2 2-1,0-1 1,-1-1-1,-1 0-1,2 0 1,-3 1 1,0-3-1,1 1-1,-1 0 1,2-1-1,-3 0 1,3-1-1,-4-1 0,3 1-2,-2-2-1,3-1-6,-2 1-6,1 0-9,-1-2-9,1 0-10,1 0-9,0 0-12,-2-2-12,3 2-23,0-3-26,-1 2-28,1-2-32,0 0-26,1 0-23,-2 0-18,2-2-16,1 1-37,0 0-45,-2-2-53,3-2-54,-2 0-20,3 1-3,0-2 15,-1-1 456</inkml:trace>
  <inkml:trace contextRef="#ctx0" brushRef="#br0" timeOffset="183042.008">15397 11864 0,'0'-3'70,"0"0"266,0 1 6,0-1-43,0-1-63,1 2-46,1 0-39,-1-2-13,-1 3-2,1-1 4,-1 0 6,0 0 2,1 0 5,-1 1 0,0-2 0,0 2-3,0-2-4,0 2-6,0 0-7,0 0-8,0-1-7,0 1-9,0 1-6,0-2-8,0 1-7,0 0-5,2 0-5,-2-1-5,0 2-6,0-1-5,1 0-5,-1 1-4,0 0-7,0 0-6,0 0-8,0 0-6,0 0-7,0 0-7,0 0-6,0 0-4,0 0-5,0 0 0,0 0-2,0 0 1,0 2-1,0 0 2,0 0 0,0 1 2,0 0 1,0 2 1,1 0 2,-1 0 0,2 2 2,-1-1 1,0 3 2,-1 1 1,2 0-1,0 1 1,-1-1 1,0 2-1,-1-1 2,1 0-2,1 1-1,-1 1 0,0 0 0,-1-1 0,1 0 0,-1 0-1,0 0-2,2 0-1,-1 0-1,-1 0 0,1 1-2,-1-2 1,0-1-1,0 2 0,0-1 0,1-1 0,2-2-1,-2 2-1,-1-2 0,0 0 1,0 0 1,0-1-2,1-1-1,-1-1-5,0 1-7,0-1-9,0 0-11,0-2-9,0 1-13,0 0-11,0-2-13,0 1-24,0 0-25,0-1-29,0 1-28,0-2-22,0 2-20,0-2-12,0-1-10,0 0-14,0 0-18,0 0-41,0 0-49,0 0-39,0 0-32,-1-1 2,0-2 21</inkml:trace>
  <inkml:trace contextRef="#ctx0" brushRef="#br0" timeOffset="183492.4985">15350 11970 0,'-1'-1'156,"0"-1"164,1 2-19,0 0-40,0 0-53,0 0-37,0 0-34,0 0-14,0 0-3,0 0 1,0 0 3,0 0 5,0 0 8,0-1 2,1 1 0,0-1-3,-1 0-6,1-1-5,2 2-5,-1-1-7,3 0-9,-1-1-10,1 1-14,0-2-10,2 2-10,1-3-11,0 2-13,1 0-7,2-2-6,-1 0-5,3 0 0,-1 2-3,-2-2-3,2 0-2,1 0-2,-2 0-1,0-1 2,2 0 0,-3 0 0,-1 0-1,0 0 0,1 2 2,-2-2 0,0 0 2,-3 1 0,2-1 1,-1 0 1,-3 0 1,1 0 0,1 1-1,-2 1 0,0 0-1,0 0-2,-2-1 1,2 2-1,-2 0 1,0 0-3,-1 0 0,0 0-1,0-1-1,0 2-4,0 1 1,0-1-2,0-1 0,0 2-1,-1-1 0,0 1-1,-1 0-1,1 0-1,-1 0 1,-2 0 1,0 1-2,0-1 0,-1 3 0,-1-2 1,0 3 1,1-1-2,-4-1 1,2 4 0,-3 0 2,3-2 0,-1 4 0,-2-3 0,-1 4 0,2-2 1,-1 1 0,2 0 0,-2 1-2,1-1 2,-1 1 0,0 1 1,2-2-2,0 2 1,-2 0 0,3-1 0,-2-1 0,1 2 2,2-2-2,-2 1-1,1-1 0,0-1 1,2 1-3,0-2-3,0 1-5,-1-1-7,1-1-8,1 0-11,-2 0-18,2-1-20,0 0-22,2 0-25,-2-2-22,2 1-25,-2-2-18,3 2-18,-2-2-13,2 0-11,1-1-22,0 0-29,0 0-50,0 0-61,-2-1-24,-1 0-9,2-2 10,-1 1 331</inkml:trace>
  <inkml:trace contextRef="#ctx0" brushRef="#br0" timeOffset="183912.0474">15350 11798 126,'0'-1'346,"0"-2"-30,0 3-47,0-1-46,0 0-47,0-1-28,0 2-18,0 0-6,0 0 0,0 0 6,0 0 5,0 0 5,0 0 5,0 0 0,1 0 0,2 2-1,-2-1-3,3 0-5,-2 1-5,1 0-5,-1 1-7,2-1-6,0 1-5,1 1-10,0 1-11,0-1-6,1 1-7,-1 2-5,1-2-6,-1 2-5,2-1-4,0 2-2,1 0-4,-2 0-4,2 0-6,-1 0-4,1 1-6,-1-1-5,1 1-2,-2 0-2,3-1-4,-2 1-1,-1-1-1,1 1-3,-1-1-1,1-1 0,-2 1-1,1-2 0,2 3-1,-3-3-1,0 1-1,1 0-2,-1-2 2,0 0-1,0 1 0,1-1-1,-1 0 1,0-2-1,1 1 1,-1 0-2,0 0 0,-1-2-3,2 1-2,-1-2-5,-1 2-6,1-1-9,-2 0-10,1 0-12,0-2-12,-2 0-20,1 2-23,2-1-41,-3 0-46,1-1-36,-2 0-33,-1 0-55,0 0-62,0 0-61,0 0-60,0 0-24,0 0-7,0-2 3,-2 0 8</inkml:trace>
  <inkml:trace contextRef="#ctx0" brushRef="#br0" timeOffset="187371.2066">5420 14196 0,'-3'2'184,"1"-1"129,1-1-19,-1 1-47,1-1-60,0 0-37,1 0-30,-1 0-12,-1 0-3,1 0 1,1 0 3,-1 0 2,1 0 4,0 0 4,0 0 6,0 0-1,0 0-2,0 0-3,0 0-3,0 0-6,0 0-6,0 0-7,0 0-7,0 0-7,0 0-5,0 0-7,0 0-6,0 0-6,1 0-7,-1 0-4,1 0-8,1 0-4,-1 0-6,0 0-1,2 0-2,-2 0 0,4 0-3,-3 0-1,2 0-2,0 0-3,1 0-1,0 0-1,1 0-1,-1 0-1,4 0 1,-2 0 0,0 0-1,1 0-1,2 0-1,-3 0-3,3 0-1,-2 0 0,0 0 1,1 0-1,-1 0-1,0 0-1,1 0 0,0 0-2,-2 0 0,3 0-1,-2 0 1,0 0-2,-2 0 1,3 0 0,-3 0-2,1 0 1,0 0-1,-2 0 0,0 0 1,1 0-1,-2 0 0,0-1 0,-1 1 0,1 0 1,0 0-1,-2 0-2,1 0-3,-1 0-5,-1 0-5,1 0-10,-2 0-10,0 0-20,0 0-20,0 0-27,0 0-28,0 0-26,0 0-24,0 0-20,0 0-17,0 0-15,0 0-13,0 0-26,0 0-28,0 0-48,0 0-55,0 0-22,0 0-5</inkml:trace>
  <inkml:trace contextRef="#ctx0" brushRef="#br0" timeOffset="187878.137">5443 14361 33,'-1'2'303,"0"2"-43,1-1-62,-1-1-51,-1-2-45,1 3-22,1-2-13,0 1 0,0-1 4,0 0 8,0-1 8,1 1 8,1 1 9,-1-1 7,-1-1 7,2 1 3,1 0 2,-2 0-1,3 0-2,0 2-2,-2-2-5,2 2-8,-2-1-7,2-1-8,0 1-6,-1-1-7,1 2-9,0-2-6,1 2-8,0-2-4,-1 2-5,-1-1-4,1-2-4,2 2-3,-2-1-1,1-1-1,0 1-3,2 1-2,0-1-4,0 0-1,-2-1 1,3 1-2,0 1-2,-2-1-1,3-1 1,-3 0 0,1 1 0,0-1 1,-1 2-2,-1-2 0,2 0 2,0 0-1,-1 0-1,0 0 0,-1 0-3,0 0-1,1 0-1,-2 0-1,1 0-2,-1 0-2,-2 0 1,3 0 0,-4 0 0,2 0 0,-2 0 3,2 0-1,-2 0 0,-1 0 2,1 0 0,0 0 1,1 0 1,-1 0 0,-1 0 2,2 0-1,0 0-1,-2 0 2,0 0 0,1 0-1,0 0 0,-1 0 1,1 0 2,1 0 2,0 0 2,-1 0-1,2 0-1,-1 0-1,3 0-1,-2 0 0,-1 0 0,2 0-2,1 0-2,0 0-2,-1 0-1,-1 0-2,1 0-2,0 0-3,-2 0-1,2 0-2,-2 0 1,1 0-1,1 0-2,-1 0 0,1 0 0,-1 0 0,-1 0 1,2 0 0,-3 0-1,3 0 0,-2 0 1,1 0-2,-2 0 1,1 0-1,1 0 0,-2 0 0,2 0 0,-2 0 0,3 0 1,-3 0 0,0 0 1,-1 0-3,0 0-1,0 0-8,0 0-8,0 0-14,0 0-16,0 0-30,0 0-37,0 0-38,-2 0-41,-2 0-32,2 0-30,-1 0-42,-1 0-51,0 0-63,-2 0-70,0 0-27,1-2-8,-3 1 5,0 1 210</inkml:trace>
  <inkml:trace contextRef="#ctx0" brushRef="#br2" timeOffset="210478.1777">7217 13172 0,'0'1'47,"0"1"226,0-1-32,0 1-53,0 0-62,0-1-43,0 0-32,0 1-13,0-2-6,0 1 0,1 0 0,1 0 5,-1 0 5,0-1 4,-1 1 3,1 0 4,2 1 1,-2-2 1,3 1-1,-2 0 0,-1 0-2,2 1 0,-2-2 0,2 1 0,-2 0 0,1 1-1,1-2 1,-1 0-1,1 0-1,-1 0-1,2 0-2,-3 0-1,3 0-1,0 0-1,-2 0 3,2 0-1,-2 0 0,1 0 0,2 0 2,0 0 0,-1 0 0,1 0-1,1 0-3,0 0-2,-1 0 1,4 0 1,-2 0 1,1-2 1,0 1-1,1 0-2,2 1-1,-1-2-3,0 1-5,1 0-2,-1 0-4,0 1 0,1-2-2,2 1-2,-1 0 0,-2 1-3,2-1-3,1 0 0,-2 0-2,-1 0-2,2 1-2,-2-2-3,3 1 1,-3 0-1,1 1-2,0-2 0,-1 1 1,1-1-1,0 0-1,1 1-1,-1-1-1,-1 0 0,1 1-1,-2-2-1,0 2 1,0-2-1,1 2 0,-4-1 0,3 0 0,-3 0-3,-2 1-4,1 0-8,1 0-9,-2 1-17,-2-2-19,1 1-21,-2 0-25,3 1-18,-3-2-17,0 2-15,-1-1-13,0 0-14,0 1-12,0 0-22,0 0-26,0 0-32,0-3-36,-1 0-34,0 0-33,-3 0-3,3 1 314</inkml:trace>
  <inkml:trace contextRef="#ctx0" brushRef="#br2" timeOffset="210909.5669">7571 13133 0,'-1'0'199,"0"0"69,1 1-55,0 0-49,-2 0-49,2 1-31,0 0-23,0 0-12,0 0-5,0 1 0,0 1 5,0 0 4,0 0 4,0 0 2,0 2 3,0 0 2,0 0 3,0 1 3,0 0 1,2 0 3,-1 2 1,0 0 3,-1 1 2,1 0 0,1 2 1,0-2-2,-1 2 0,2 0-2,-2 2-2,1-1-2,1 1-4,-2-1-4,3 0-6,0 1-2,-2 1-4,2-2-5,-2 0-8,2 0-3,-1 0-5,1 0-3,0 0-3,0-1-1,1 0-3,0 1-2,-1-1-4,-2-2 0,2 1-2,-2 0-2,2-1-2,0-1 0,-2 0 0,2 0-1,-1-1-4,-1 0-4,-1-1-5,3 1-10,-3-3-13,2 1-17,-2-1-21,0 0-23,-1-1-21,1-1-20,1 0-20,-1 0-22,-1 1-24,1-3-38,0 2-46,-1-3-59,0 0-67,0 0-22,4-2-3</inkml:trace>
  <inkml:trace contextRef="#ctx0" brushRef="#br2" timeOffset="212250.6695">8250 13398 168,'4'-3'335,"0"-1"-47,1 1-70,-1 1-55,-2-1-46,2 0-20,-3-1-10,2 1-5,-1 0-2,-1 1-1,3-1-1,-3 0-1,-1-1 0,1 2-2,1-1 0,-2 0 0,0 1 0,0-2-7,-2 2-8,1 0-6,0-2-7,-3 1-5,2 1-4,-2 0-3,0 1-2,1 0-3,-2-2-3,0 2-1,0 1-2,-3-2-1,2 2-4,-1 0-2,-2 0 1,1 2 0,0-1-2,-1 2-4,-2-2-1,2 3-1,-2 0 0,1 1 3,0 0 3,-1 2 2,1 1 0,-2-1 2,2 1 2,-2 2 0,1 0-1,1 1-1,-1 0-1,2 1 0,0 0 0,1 1 0,-2 1 1,4 0-4,0-1-2,0-1-3,2-1-3,0 1-4,0-1-2,2 1-1,1-1-1,1 0 2,0-3 0,1 2 1,1-2-1,1 0 1,-1 0-1,2 0 1,0-2 1,1 0-1,0-1 1,0 0 3,1-1 0,0-1 0,2 1 0,0-3 0,-2 0-2,2 0-1,2-1 1,-3-1 0,2 0-2,0 0 0,-1-3 0,0 1 0,-1 0 0,1-1-1,-2-1 0,1 1 1,0-2-2,0 0 2,-2 0 0,0-2 0,0 0 0,1 0-1,-2-2 1,0 2 0,-1-3-1,2 0 0,-1 0 1,-1 1-2,-1-1 1,2 1 0,-3-1 1,3 2 0,-2 0 1,-1 0 1,1 2-1,-1 0 1,0 2 1,-1 0-2,1 0 0,1 1-1,-1 2 1,-1 0-2,0-1-1,0 1-1,0 0-1,0 1 0,0 0 0,0 1-1,0-1-1,0 1 1,0 0 1,0 0-2,0 0 0,1 1-1,0-1 1,1 2 1,-1 0 2,-1 1 1,2 1-3,0-1 0,-1 2 0,0 0 0,0 0 1,2 1 0,-2 1-1,2-1 2,-1 1 2,3-1 1,-3 2 0,2-1-1,0 1-1,1-1 0,1 0 0,-1 1 2,0-1 1,1-1-1,0 1 1,2-1-1,-1 1 1,1-3 0,0 1 0,0-1 0,2 0-2,-3 0 0,3-2 3,-1 1-1,1-2 1,-1 0-1,0 0-3,0-1 1,1 0-1,0-1 0,0 0 0,-1 0 0,1-3 0,-2 1 2,2 0 0,-1-2-2,1 0 0,-3 0-2,2-2 0,-1 0 0,0-1 2,-3 0 0,1-4-1,1 2 0,-2-2-1,-2-1 0,1-3 0,1 0-1,-3-1 1,1 0 0,-2-1 0,0-3 1,1 2 1,-1-2 1,-1 2 0,0-2 0,0 1 0,0 3 1,-1-1-1,-1-1-1,1 2 0,0 3 0,0-2 0,-2 3 1,2 0 0,-3 0 0,3 1-1,-3 1 0,2 1 0,-2 1-1,2 1-1,-2 0 0,1-1 0,1 3 1,1-1 0,-2 1-1,2 2 0,-2-1-2,2 1-1,1 1-1,-1 0 1,0 0-1,-2 2 0,2-2 0,1 1 1,0 2-1,0-1 1,0 1-1,0 0 1,0 0 1,0 1 0,0 2 2,0 0 1,0 1 1,0 0 0,0 4 1,0-2 2,0 3 0,1 1 2,2-1 2,-2 3 1,0 1 2,-1-1-1,1 1 2,1 0 1,-1 3 1,0-2 0,-1 2 1,0 1 1,0-1 0,0 1-2,0 0-1,0 0-1,0 1-2,0-1-1,1 2-1,1-1 0,-2-1-2,0 0-1,0 0-2,1 0 1,-1-1-2,0 1 0,0-3-1,0 1-2,1-1 2,-1 0 1,1 0-1,1-3 0,-1 1 0,-1-1 1,2 1 0,0-1-1,-1 0-1,0-3 1,-1 1-1,1 0 0,1-2 1,0 2 0,-2-4 1,1 2 0,1-2 2,-1-1-1,0 0 1,-1 0-1,1-1-1,2-2 0,-2 1 0,0 0-1,-1-2 1,0 0 0,1-2-1,1 0-2,-1 0 0,1-2-1,1-2 0,0 1-2,-1-3 2,3 0-1,-3-2 1,2-1 0,1 0 1,0 1-1,-1-2 0,-1 0 0,3 1 2,0-1 0,-1 1 0,0 1 0,0-3 1,1 3 0,-1 0-2,-1 1 0,2-2-1,-3 2 1,2 0 2,0 0 0,1 1 0,0-1-2,-1 2 1,1-1-1,-1 2 0,0-3-1,0 3 1,1 0 0,-1 0 0,0 0 0,1 2-1,-1-1-1,-1-1 1,-1 3-1,2 0 1,-1-1-1,0 1 0,-2 1 2,1 0-1,-2 0-1,3 2 1,-2-2-2,-1 2 1,1 0 0,-1 0 0,0 2 2,-1-2-1,0 2 0,0 0 2,0 0 1,0 1 0,-1 1-2,-2-1 0,2 0 2,-1 1 0,-2 0-1,2-1 1,-1 1 0,-1 1-1,2 0 1,-3-1-2,1 1 1,0 0 0,1 0-1,-2-1 0,-1 1 0,1-1 1,-1 1 0,0 0 0,1-1 1,0 1-2,-1 1-1,1-2 1,2 0 0,-1 2 1,0-1-2,-1 1 1,0-2 1,1 2-1,2 1 0,-3-3 0,3 1 0,-1 0 1,2 2-1,-2-2 0,2-1 1,1 1-1,-1 0 0,1-1 1,0 2-1,1-1 0,-1-1 0,3 0 1,-1 1 0,1-2 0,0 2 1,2-1-1,0 0 0,1-2 1,3 2 0,-3-1 0,4 1 1,-2-2-1,1 0 1,2-1 1,0 2-1,0-3 0,1 1 1,2-1 0,0 0 1,-2 0 0,3-1 1,1 1 2,-1-3-1,1 2-1,0-2-1,-2 0 1,2 1 1,0-3 0,0 2 0,1-1-2,-1-1 1,-1 0-1,-2 1 1,2-3-2,0 2 0,0-2 0,-1 1 1,-2-2 0,-1 1 0,2-1-1,-3 0 1,-1-2-1,-1 1 1,2 0 0,-4-2 3,0 1 2,0 0 2,0 0 2,-3 0 1,1 0 0,0 1 0,-2 0 0,-2 1-1,0 0 0,0 2 1,0-1-1,-2 2 1,-2 0-2,0-1-2,1 4-3,-1-2-3,-2 0-1,-1 3-1,1-2-1,-1 3-1,-1 0 1,2 0 1,-4 3-1,3-1 2,-2 2 0,0 0-1,1 0 1,0 4 0,1-3 0,-1 3 1,2 0 0,-1 2 2,0-1 0,2 1 0,-1 2 0,2-1 1,1 0-1,0 1 0,1-1 0,-2 1-1,4-1 1,0 2 0,0-3 1,4 1 1,-2 1 2,1-2 0,0-1 2,1 1 4,2-1 3,1-1 4,-1-1 3,1-1 2,1 1 1,0-1 0,1-2 2,0 1-1,-1-4-2,2 2-1,0 0-1,1-2-2,0-1-3,1 0-5,-1-1-6,-1-2-6,1 2-11,-1-2-9,1 0-12,-1-1-11,0 1-16,0-1-18,-1 0-29,-2-2-33,3 1-34,-4 0-31,3-2-25,-3 2-22,2 0-37,-2-1-43,-1 0-62,0 1-72,1-2-28,-1 1-9,0 2 8,1-3 265</inkml:trace>
  <inkml:trace contextRef="#ctx0" brushRef="#br2" timeOffset="213414.767">9974 13088 0,'3'-7'134,"-2"0"165,0 1-41,1 0-46,-1-1-45,-1 1-33,0-1-23,0 0-9,0 1 0,0 1 3,0-2 9,0 2 8,0 0 9,0 0 6,0 0 3,0 0 0,0 2-4,0-1-5,0 1-7,-1-1-11,-1 1-12,2 2-10,0-2-10,0 0-11,0 2-11,0 0-11,0 1-9,0 0-8,0 0-5,0 2-2,0 1 1,0 1 3,-1 0 0,1 2 4,0 2 2,0 2 3,0 0 2,1 2 2,1 1 3,0 1 2,-1 2 1,2 2-1,1 0 0,-2 0-4,2 2-6,-2-1-1,2 2 0,1-1 0,-3 1-3,2-1 0,0 1 0,1 1-3,0-2-2,-1-1-4,-1 0-2,1 0-2,1 0-3,-1-2-2,-2 0-1,2-1-2,0-1-3,-1 0-1,1-2-2,-1 0 0,-1-1-2,2 0 0,-2-2-2,3 1-1,-2-3 0,-2 1 0,1-3-3,1 1-1,-2-2-5,2 2-6,-2-2-7,-1-2-9,2 0-11,0 0-23,-1 1-28,0-2-38,-1-1-45,0 1-34,1 0-30,-1-2-46,0 0-54,0 0-67,0 0-71,2-4-29,-1 1-11,0-2 2,-1 0 150</inkml:trace>
  <inkml:trace contextRef="#ctx0" brushRef="#br2" timeOffset="216251.7282">10978 13256 0,'-1'-8'220,"-2"3"87,2-1-38,-3 0-59,1 1-68,0 1-39,-1-1-26,2 2-13,-2-2-7,2 1 1,-3 0 2,1 2-1,-1 0 1,1-2-3,-1 3-1,0-2-2,0 2-2,-1 1 2,1 0 3,-1 0 2,1 1 4,-2 2 2,-1-1 3,1 2-1,-1 0-1,2 3-1,-3-1 0,3 1-1,-2 1 3,1 2-2,1 1 0,-1-2-3,0 3-5,2 1-5,-1-2-6,1 3-5,1-1-4,1 1-4,-1 0-2,0 0-2,3 1 0,0 0-3,0-2-5,1 1-4,1 1-3,0-2 0,2 1 1,-1-1 0,4 1 1,-1-3-2,-1 1-2,3-1 0,1 0-3,-1-1-1,3-1-3,-1 0-1,2-2-1,0 0 1,-1-1-1,3-2 2,0 1-2,-1-2 0,1-1-2,1 0-1,-2-2 0,3 0 0,-1-2 1,-1 0-1,0 0 2,2-2 0,-2-1 1,1 0-2,-3-2 1,3 1-1,-2-3-1,1-1-1,-2 1 0,0-1 1,-1-2 1,0 0 0,-1-1 0,-1 0 0,0 0 0,-1-2 0,0 1 1,-2 1 0,-2 1 0,2-2-2,-1 2 2,-3 0 0,2 3 0,-2-1-1,-1 1-2,0 3 0,0-2 0,0 4-1,0-1 0,-1 1-1,-1-1-1,1 3 1,1 1-1,-1 0 1,-2-1-3,2 2 0,-1 2 1,-2-1 1,0 2 0,2 1 3,-2 1 0,3 0 0,-2 2-1,2 0 0,-3 1 0,3 0 1,0 2 3,0 0 1,1-2 2,0 3-1,1-1 0,0 0 1,0 1 2,4-1-3,-2 1-2,1-2 0,1 1 3,2-1-1,-1 1 1,2-1-2,0-1-3,1-1-1,1 0 2,-1 0 2,2-2 1,0 0 0,-1 0-3,1-2 1,-1 0 2,0 1 0,-1-3 0,1 0 1,-2-1 0,2 0 0,-2-1 0,0 1-2,0-3 0,-1 1-2,1-2-1,-2 0-1,0 0 2,-1-3-1,0 1 0,-2-3-1,0 1-1,-2-3-2,-1 1-1,0-3 1,-1 1 1,0-1 1,-4 0 1,0 1-1,-1-1 0,-3-1 0,2 3 0,-2-1 0,-1-1 0,-1 4 1,2-1 0,-3 0 0,-1 3 0,2 0 0,0 1 0,-1 1-1,0 1-1,1 0-1,1 2 2,0-1-1,2 2 1,-1 1-2,1 0 1,1 1-1,1 0 1,1 2-1,0-1 1,0 1 2,3 0-1,-1 1 0,3 0 0,-1-1-1,1 0 0,1 1 1,0 1-1,2-2 1,-1 1 1,2 0-1,2 0 0,0 0 1,3 0 1,-1-2-2,-1 1-5,4 0-1,-1-2-5,0 0-5,2 0-5,0-1-2,0 0-3,-1-1-2,0 0-2,3 0-2,-3-2-4,1 0-1,0 1-2,0-2 0,-3 0 2,2 0 2,-1-1 6,0 2 4,0-2 7,0 0 4,-3 0 2,2 0 1,-1 1 2,0 1 2,-2 0 2,1-1 1,0-1 2,-2 2 0,0 0 2,1 1 0,-2-1 1,0 2-1,-1-2-1,2 2-1,-1 1 1,1 1-1,-1 1 1,1-1 0,-2 3 2,1 0 2,1 0-1,-1 1 2,1 2 1,-3 0 4,2 1 2,-1 1 4,-1 1 4,3-1 1,-4 2 1,2-1 2,-1 1 1,-1 0 3,2 0 1,-2 1 2,0-2 2,1 0 1,-1 1-2,-1-2-1,2 0-4,0 0-3,-1-2-4,0 1 1,-1-2-1,1 1-1,1-3 0,-1 1-2,-1-1-2,0-1 0,0 2 1,0-3 0,0 1 0,0 0 0,0-3 0,1 1 0,-1 0 0,0-1 0,1-1-2,1 0-2,-1 1-3,0-4-4,0 0-5,3-1-6,-3 1-6,2-4-7,-1 1-5,2-2-2,-1 0 0,-1 0-1,4-3 0,-2 0 1,0 2-1,-1-2 2,2 0 1,-1 1 2,1 0 4,0-1 5,1 3 3,-1-1 5,0 0 3,1 2 2,-1 0-2,0 2 1,0 1 1,0 0 1,0 0-2,-1 1 0,0 2-1,0 0 2,0 1 0,0 0 4,1 1 4,0 1 5,0 1 7,0 0 2,-1 2 5,0 1 0,0 1 3,0 0 3,1 1 5,0 2 4,-1-1 4,-1 0 2,1 1-1,0 0 0,0 1-3,-2 1-3,2-1-6,-3 0-2,2 0 0,-1-1-3,-1 0-3,2 2-3,-2-3-4,0 0-4,-1-1-1,0-1-3,0 2-1,0-3-1,0 0-1,0 0-1,0-1 0,0-1-2,0 1 1,0 0 0,0-3 2,1 2 0,-1-3 1,2 1-1,-1 0 0,-1-1-2,0 0 1,1 0-3,-1-1-1,1 0-4,1-2-6,-1-1-5,1-1-5,1 1-9,-1-5-7,1 1-7,-1-1-5,2-2-4,-1 1-5,0-2-1,2 0-3,0 0 0,-1-1-1,1 1 3,1 1 1,-1-1 4,0 1 2,2 0 6,0 3 8,-1 0 5,0-1 5,-1 1 4,0 1 5,1 2 1,-1 0 3,0 1 3,0 2 2,1 0 2,-1-1 3,0 2 1,1 1 2,0 1 3,-1 2 1,1-1 2,-1 1 2,0 2 2,0 1 1,1-1 1,0 3 3,-1-2 0,2 2 0,0-1 1,-1 1 3,0 1 1,0-1 2,2 1 1,-2 0-1,0-1-3,0 1-3,1-1-2,-1 1 0,0-1-2,-1 0-1,0 0-1,0-2 1,1 1-1,-2-2-1,0 0-1,-1 0-3,2 1-1,0-4 2,-1 2 1,0-1 1,1 1 1,-2-3 0,1 1-1,1-1-1,0-1 0,-1 0 1,1-1-3,0-1-2,1 1-5,0-3-4,-1 0-8,4-1-13,-3 1-7,3-3-7,-2 1-5,-1-2-1,3 0-2,0-1-2,-1-2-2,1 1 2,0-1-1,-3 0 2,3-1 3,-2 1 6,-1 1 7,3-1 9,-3 1 8,3 1 7,-3 1 4,-1-1 2,3 2 2,-3-1 1,0 3 2,1-2 2,-3 2 5,1 2 4,0-1 3,1 2 3,0-1 5,-1 2 5,-1 0 2,1 1 5,2 1 6,-2 0 4,1 2 6,0-1 5,1 2 1,-1 0 1,0 2 1,1-1-1,-2 1 0,1 2-1,0-1-1,1 2-1,-1-1-2,-1 0-5,0 1-4,-1 0-5,1 0-3,-1 2-1,-1-3-5,-1 0-2,2 1-5,-2-1-2,0-1-5,2 0-3,-2 1-3,0-3-2,-1 2-1,1-2 0,-1-1 0,2 1-1,-2-1 0,0-1-2,0 1 0,0-2-2,0 1 2,0-2-1,0 2 1,0-3 3,0 0-1,0 0-1,0 0 1,0 0 1,0 0-3,1 0-3,0 0-5,-1-3-6,1 0-7,1 0-5,-1-1-5,0-2-3,2-1-2,0 0-3,1-2-2,0 0 0,0-3-2,2 1 1,-1-1 0,0-1 3,1 2 6,0-1 6,0-1 6,2 2 5,-2 1 3,0-2 3,2 3 1,-1 1 2,-2 0 0,2 1 1,0 1 2,-1 0-2,0 1 1,0 1 1,2 2 2,-2-1 2,-1 3 3,2 0 2,0 0 5,-2 3 5,0-1 3,1 1 3,-1 1 3,0 0 3,0 1 3,-2 2 3,1-2 3,1 3 3,-2-2-2,0 2-2,1 0 1,-1 0-2,-1 1-2,-1-1-3,2 2-1,-2 0-3,3-2-2,-3 2-3,0-2-4,-1 0-3,1 1-2,1-2-5,-2 2 0,0-3 1,0 1-3,0-1-3,0 0-1,0-1 0,0-1-2,0 0-1,0 0 1,0-1 1,0-1-1,0 1 0,0-1 1,0 1 0,1-2-1,-1 0 2,1 1-1,-1-2 0,0 0-2,0 0-1,1 0-4,1-3-3,-1 0-8,0 0-7,-1-2-5,3-1-3,0 0-5,0-2-5,-1-2-4,2-1-2,1 0-1,0 1-1,0-2 2,0 0 0,1-1 3,0 2 4,1 0 4,0 1 6,-1 0 4,-1 1 4,3 1 6,-3-1 3,0 2 4,1 1 1,-1 0 0,0 0 1,0 1 1,0 2 1,-2-1 2,1 1 0,1 1 2,0 1 1,-1-1 0,-2 2-1,2 0 0,-1 2 0,-1-1 1,3 1 1,-3 1 1,2 1 1,-1-1 2,-1 2 2,4 1 5,-2 0 2,0 1 4,0 0 3,-1 1 2,2 0 0,0 1 4,-1-1 1,0 0 1,0 1-1,1-1 1,1 1-2,0-1-1,-1-2-3,0 2-1,0-1-2,1 1-2,-1-2-4,0 1-1,2-1 0,-2 0-1,1-1-4,2-1 0,-2 0-1,-1 0 1,4-2 0,-2 1 0,1-2 1,-1 1-2,3-2-2,-3 0-1,1 0 1,2 0-2,0-2 0,-2-1-1,0 0 0,2-1-1,-3 0-2,3-2-2,-2-1-4,0 0-2,1-1-2,0 0 0,-3-1 0,3-1-2,-2-2 0,-2 1 1,2-1 2,0 1 2,-2-1 4,1-1 2,-2 2 1,-1 1 4,1 2 5,1-1 2,-3 1 1,1 0 2,-2 3 1,1-2 0,-1 2 0,-1 2-2,0 1-2,0-2-1,-1 3-2,-1-1-3,1 1-1,-2 1-2,1 1-1,-3 1 1,1-1-2,1 3 2,-1 0 1,-1 0 2,0 1 3,1 0 2,0 2 1,0 0-1,1 1 0,-1 0 1,2 3 1,-1-3 1,2 2-1,0 2-1,0-3 0,1 2-1,0-2-2,1 1-1,0-1 0,2 1-1,-1-1 0,2 0-1,-2 0 0,3-1 1,-1-1-1,1 2 1,0-3 1,2 1-2,0-2-1,0 2-1,-1-3 0,2 0 0,0 0-1,1-2-1,0 1 0,0-2 0,0 0 1,0-1-1,1-1 1,0 0-2,0-2 1,-1 1-2,1-2-1,-2 0-1,2-3-3,-2 2-3,0-4-2,0 1-1,-1-1-1,-1-3-2,0 1 1,0-1-1,-3-1 1,1 0-1,-1-1 0,-1 1 3,-2 0 2,0-1 3,0 1 2,-2 0 2,-1 3 2,-2-2 2,0 3-1,0-2 1,0 3-1,-1 0 0,-3 1-2,2 0 2,-3 1-1,2 2 0,0 0-1,-1 0 0,-1 0-1,1 3 1,1-2-1,-1 2 1,0 1-1,3 0 2,-1 1-1,-1 0 1,2 1 2,1 0 0,0 1-1,0 1 1,0 0 1,0 0-1,3 1 2,-2 0 0,3 2 0,0-2-1,1 3 0,0-3 1,1 3 1,0-1 0,2 0 1,-1 0-1,4 1 1,-2-2 0,1 1 0,1 0 0,2-2-1,-1 1-1,2 0 2,-2-1-2,3 0 2,0-2-2,1 1 1,-2-2 0,3 1-2,1-2 0,-2 0-2,0-1 1,1-1-1,0 0 0,0-1 0,-1 0-1,1-3 0,0 2-4,0-2-2,0 1-4,0-2-1,0-1-1,-2 1 0,1-1 0,-1 0 1,2-2 0,-4 1 0,2-1 0,-1 1-1,0 0 2,-2 1 1,-1 0 3,0 0 4,-1 1 2,0 0-1,-1 1 1,1 1 0,-2 1 1,-1 1 2,2-1 2,-2 1 4,-1 2 4,1 0 2,-1 0 3,0 2 0,-1 1 3,0 1 2,0 0 2,0 3 3,0 0 2,0 2 1,-1 0 0,0 1-1,1 0-3,0 2-4,0 0-4,0-2-1,0 2-1,0 0-1,0 1-1,0-3-2,0 1-1,1 1-1,0-3-1,-1 3-2,0-4 0,0 0 0,1 1 0,1-1 1,-1-1-1,-1-1 0,0 0-1,0-1-1,0-1 0,0 0 0,1 0 0,-1-1 0,2 0-1,-2-2 1,1 1-1,0 0-1,-1-2 1,2 0-1,1 0 1,-2-3 0,3 1-4,-2-1-4,2-2-3,2-1-5,-1 0-6,-1-2-4,2-1-5,2-1-1,-1-2-3,0 0 1,1 0-1,1-1 1,-2 0-1,3-2 0,-2 1 2,-1 1 3,2 1 4,-2-1 5,0 2 4,1 1 5,-2 1 3,2 1 3,-2-1 1,-1 3 0,1 0-1,-1 1 2,0 2-1,1 1 0,-2 1 1,0 1 1,-1 1 1,2 1 2,-1 1 0,-1 0 1,-1 3 2,2-2 2,-2 3 2,3 0 2,0 1 4,-1 0 3,0 1 2,1-1 2,-2 1 0,2 1 1,0 0 0,1-2 1,-1 2 0,2-2 0,0 1 0,-2-1-2,3 0-2,0 0-2,-1 0-3,1-1-4,1-1-1,-1 1-1,1-2-1,1 1-2,0-1 0,0-1-5,0-1-5,1 1-7,2-3-9,-2 0-10,1-1-18,-1-1-22,2 0-26,-1-3-27,1 1-25,-2-2-25,1 0-23,-1-2-21,-1-1-35,1 0-42,-2-2-63,1 1-76,-5-3-30,0 1-10,0 1 8,-4-4 326</inkml:trace>
  <inkml:trace contextRef="#ctx0" brushRef="#br2" timeOffset="217361.795">15662 13434 104,'5'-4'295,"-2"1"-40,1 0-55,1-1-51,-1-1-46,1 2-26,-3-2-16,2-1-6,-1 2-3,-1-1 4,3 0 2,-4 1 4,2-1 6,-1 0 3,-1 2 5,2-2 4,-3-1 7,1 2 3,1-1 3,-2 1 2,0 0 4,0 2 5,0-2 6,0 0 3,0 1 1,-2 2-2,2-3-4,0 1-3,0 1-4,0-1-7,0 1-9,0 1-7,0-1-5,0 2-7,0-1-8,-1-1-9,1 1-10,0 1-10,-1 0-6,-2 1-4,2 1-4,-3-1-2,1 2 1,0 1-2,-2 1 1,1 0 0,1-1 1,-2 4 2,1-2 1,0 2 1,-1 0-2,3 0 1,-2 2 1,2 0-1,-1-2 1,3 3-1,-1 0 1,1-2-1,0 3 1,1-3 1,0 1-3,2 0-2,-1 0 0,3-1-1,0 1 1,0-1-1,3-1-2,-1-1 0,1 0-2,1 1-2,0-4-2,2 2-3,2-1-3,-2 0 1,0-2 2,1 0 0,1 1 1,-1-4-1,1 3 0,-2-3 0,0 0-1,0 0 0,-1 0-2,0-2 1,0 1 0,-1-2 0,-2-1-2,2-1-3,-3 0-2,-1-2-2,-1 1-4,0-5-2,-2 1-2,-1-3 0,1 1-1,-2-3 1,-2 0-2,1-2 2,-3-1 0,0 0 3,-2 0 1,0 0 2,-1 1 3,-2 1 1,-1-1 1,0 2 1,-1 1 2,0 1-1,0 1 2,-2 0 0,3 2 1,-1 2 0,0 0-1,1 3 0,-1-2-1,1 3 1,0 0-1,1 2 1,-2-1 0,4 2 2,-2 1 0,1 0 1,1 0 0,2 2 0,0 1-1,-1 1 0,2 0 0,2 2 1,-1 0 1,3 3 0,0-3 1,0 3 0,0-1 2,3 2-1,-1-1 1,2 1-2,2 1 1,-1-1 0,0 1 2,4-2 0,-2 1 0,3 1 0,0-3-2,1 1-1,2-1 1,-2 0-1,0-1 1,0-1-1,2 0-1,-1 1 1,-2-4-1,2 2-2,0-3 0,-2 1 0,1-1 0,-1-1 0,1-1 1,-1 0-2,-2 0 0,2-1-2,-1-1-1,1-1-3,-3 1-5,1-3-2,1 2-4,-2-4-6,0 0-3,1-1-4,-3 0-3,2-4-1,0 1-2,0 0 0,-1-1 2,-1-1 1,0 0 2,1-1 2,-1 1 3,-1 1 3,2 1 6,-3 0 3,-1 2 3,2 0 5,-3 2 2,2 0 1,-2 2 0,3-1 2,-3 1-1,0 2 0,0 0-1,1 1 1,-1 1 3,0 1 1,2 1 4,-1 1 3,-1 1 3,4 0 3,-2 2 3,-1 3 1,2-2 2,-1 2 2,0 0 0,2 0 1,0 2 4,-1 0-2,-2 0 0,1 2-3,2-3-1,-3 2-1,2-2-2,-1 3-1,-1-3-3,3-1-1,-4 1-1,2-1-1,-1-1 0,-1-1-1,1 0 0,-1 0 0,0-2-1,-1 1 3,1-2 1,1-1 0,-1 1 1,-1 1 0,0-3 0,0 1 0,2 0 0,-2-2-2,0 0-1,0 0-1,0-2 0,2 0-3,-1-1-5,0-1-4,-1 0-7,1-3-4,2 0-4,-2-2 0,2 0-3,-1-2-1,3-1 0,-3-1 0,2 0 0,1 0-1,-1 0 0,1 0 3,0 1 4,-1 0 3,-1 2 4,2-2 1,0 4 2,-1 0 1,0 2 0,1 0 2,-2 2 0,2 0 3,0 1 0,1 1 1,0 1 2,0 2 0,1 1 1,-2 1 1,1 1 0,3 0 0,-3 2 0,3-1 1,-3 1 1,2 2 0,-1-1-2,1 1 0,0 0-1,-2-2-3,1 3-5,0-1-9,-2 0-12,1-1-21,2 2-23,-2-3-28,-1 2-31,1-1-26,-1-1-24,0 0-23,1 1-20,-1-1-39,0-1-48,3 1-64,-2-2-72,0 2-25,1-3-6</inkml:trace>
  <inkml:trace contextRef="#ctx0" brushRef="#br2" timeOffset="218043.8089">17088 12951 337,'1'-4'427,"0"-2"-1,-1-1-10,0 5-76,0-4-109,0 3-63,0 0-39,0 1-19,0-1-9,0 1-4,1 1-2,1 0-7,-1 1-10,0 1-5,2 0-1,0 1 1,-1 1 1,0 0 1,-1 2 1,3 2 1,-1 1 1,-1 1-2,-1 1-6,3 2-8,-3 1-11,2 1-4,-1-1-4,-1 2-6,2 1-5,-2 0-5,2-1-4,0 2-2,-1-2 0,-1 1-1,0 0-5,0 1-1,1-3 0,-1 1-1,0-1 1,0 0-2,2 0-3,-2-3-1,0 0-1,2 0-2,-2-1-1,0-2 1,-1 0-2,1-3 2,1 1 4,-1-1 2,0 0 3,-1-1 0,1-2 1,-1 0 1,0 0 0,0 0-2,0-2-1,0 0 0,0 0 0,0-3 0,0 1-1,0-1-3,0-4-2,0 2-2,0-4-4,0-1-3,0 0-3,0-3-1,0 0-1,0-4-1,0 0 1,0-2-2,0 1-1,0-4 1,0-1-1,0 0-1,0-1-1,0 2 1,2-3 0,-1 2 2,0 1 1,-1 0 1,3 2 2,-2 0 2,3 3 0,-2 0 1,1 3 0,-1 0 1,2 0 0,1 4 1,-2 1 0,1-2-1,1 3 1,-1 2-1,2-2-2,-1 2 0,0 3 2,1-3-1,0 3-1,1 1 1,0 1-2,-1 1 1,3 1-1,-3 1 1,2 0 0,-1 2 0,-2 1 1,1 1-1,0 3 2,0-3 0,-1 2 0,-2 3 0,2-3 0,-1 2 1,-3 0 0,0 2 1,1-1 0,-2-1-1,-2 3 1,1-2 1,0-1 0,-3 1 0,-1 0 0,0-1 0,0 0 0,0 0-1,-2 1 1,-1-1 0,1-2 0,0 1-1,0-1-2,-1 0-1,0-2 0,2 2 0,0-4 0,-1 1 0,1 0-1,1-2 1,2 1-1,-1 0 0,-1-2-1,3-1 1,0 1-3,0 1 0,-1-2 2,3 2-1,-1-3 0,0 1 0,-1 0-2,1 0-2,1 1 0,0-2-1,0 0 0,0 0 1,0 0-1,0 0 1,0 1 2,1 1 0,1-2 0,-1 2 0,0 1 0,2-1 1,-1 1 2,1 0 1,0 1 2,1 1 1,1-1 0,0 2 0,1 1-1,-1-1 0,0 2 2,3 0 0,-1 0 3,-1 1 0,3 0 2,-3 1 1,4 0-3,-2 1 0,0-2 2,1 2 0,0-1-1,-2 0 0,3 0 0,-2 0-2,-1-2 1,3 1-2,-4 1 2,3-2-2,-3 1-1,3-2-3,-2 1 0,-1 0-7,3-2-8,-3 0-13,2 0-15,-2-1-29,0 1-38,0-3-34,1 0-32,-1 0-28,1 1-25,-2-3-35,2 0-39,-1 1-71,-1-4-84,1 0-33,0 0-9,-1-1 4,0 0 248</inkml:trace>
  <inkml:trace contextRef="#ctx0" brushRef="#br2" timeOffset="218518.7117">17688 13114 0,'1'-1'51,"0"-1"361,-1 1 14,1 0-24,-1 1-42,0 0-55,0 0-61,0 0-33,0 0-21,0 0-14,0 0-11,0 0-10,0 0-11,0 0-10,0 0-11,0 0-13,0 0-14,0 0-10,0 0-11,0 0-9,0 0-9,0 0-9,0 0-8,0 1-7,0 0-5,0 1-4,0-2-6,2 1-3,-1 0-3,0 0-5,-1 1-6,0-1-9,0 1-11,0-2-18,0 2-23,0 0-27,0-2-32,1 1-29,2 0-27,-2 0-23,0 1-22,-1-2-26,3 0-33,-1 1-54,-2-1-68,3 0-41,-1-1-34,2 1 0,2-2 10</inkml:trace>
  <inkml:trace contextRef="#ctx0" brushRef="#br2" timeOffset="219016.8842">18037 12822 286,'1'-5'431,"0"2"-3,-1 0-11,1 0-66,1 1-92,-2 0-53,0 0-36,0 0-17,0 1-7,0 1-7,0 0-8,0 0-9,0 1-12,0 3-8,0-1-5,0 2-5,0 0-1,-2 3-3,1 1 0,1-1 0,-1 3-4,1 1-9,0 1-11,0 0-7,0 2-7,0-1-6,0 0-2,0 3-5,0 0-5,0 0-5,1 0-3,-1-1-3,1 1-4,1 0-4,0 0-3,-1 0-2,-1-1-1,1-1-2,1 1-3,-1-3-3,0 1-4,-1-1-8,2 0-9,-1-1-11,0-1-12,-1-1-17,0 1-20,0-2-27,0-1-31,0 1-24,0-4-23,0 2-20,0-3-17,0 1-13,0-1-12,0-2-12,1 1-11,1-3-20,-2 0-26,0 0-38,2 0-45,-1-3-8,2-1 8</inkml:trace>
  <inkml:trace contextRef="#ctx0" brushRef="#br2" timeOffset="219042.8479">18054 13031 154,'0'-2'357,"-1"-2"-33,0 3-53,-1-2-55,2 2-55,-1 1-33,0-2-22,1 1-10,0 1-2,0 0 0,0 0 0,1 0 2,0 0 2,2 0-3,-1 0-4,2 0-2,2 0 0,-1 0-4,1 0-2,3 0-6,-3 0-6,4 0-7,-2 0-8,0 0-8,1 1-6,0-1-4,-2 0-3,2 0 0,0 0 3,-2 0-3,2 0 0,-2-1-3,-1 1 0,1-1-1,-1-1-2,0 0 0,-1-1-1,0 1-3,0-2-1,0 0-3,-1 0-4,-1-1-1,1 0-4,2 0-1,-3 0-3,-1-2-1,2-1-1,-1 1-1,-1-1 1,-1-1-1,3-1 1,-3 2 0,-1-3-2,1 2 2,1-3 0,-1 1 2,-1 0 4,0-1 3,0 1 6,0 1 6,0-1 5,0 2 5,0 1 2,0 0 1,0 2 0,0-1 0,0 2-1,0 0-1,0 1-4,0 0-2,0 2-4,0 0-4,0 0-4,0 1-5,0 1-6,0 0-2,-1 1 0,1 1 1,0 1 0,0 0 3,0 3 1,0 0 2,0 2 2,0 0 1,0 2 2,0 1 2,0 1 1,0 0 0,0 1 2,1 1 0,0 1-2,-1 0-1,0 0-2,1 0-1,1 2 0,-1 0-1,0-1 0,-1 1-3,1-1-1,1 0-2,0 0-1,-1 1-1,-1-3-1,1 2-2,1-3-2,-1 1-1,0-1-2,-1-1-1,2 0-2,-1-1-5,0-1-6,-1 1-11,1-2-14,1-1-15,-1 0-17,0 0-25,-1-2-30,1 0-32,2-1-31,-2 0-27,0-1-24,-1 0-24,1-2-21,1 1-40,-1-1-46,0 0-53,-1-2-53,0 0-15,3-2 0</inkml:trace>
  <inkml:trace contextRef="#ctx0" brushRef="#br2" timeOffset="219540.6249">18541 13049 0,'0'0'100,"0"0"310,0 0 14,0 0-18,0 0-35,0 0-56,0 0-66,0 0-33,0 0-21,0 0-13,0 0-8,0 0-4,0 0-3,0 0-6,0 0-9,0 0-10,0 0-14,0 0-13,0 0-16,0 0-14,0 0-12,0 0-11,0 0-10,0 0-11,0 0-8,0 0-11,0 0-9,1 0-12,-1 0-10,1 1-15,1 0-13,-1 0-17,0 1-20,-1-2-34,3 1-37,0 0-35,-2 1-30,2-2-26,-2 1-22,3 0-35,-1-1-38,-1 2-64,4-2-78,-2 0-26,1 0-6,2 0 8,-2 0 267</inkml:trace>
  <inkml:trace contextRef="#ctx0" brushRef="#br2" timeOffset="220002.8061">19045 12895 0,'6'-5'14,"1"-1"385,-1 1 18,-1 1-27,-1-1-45,-1 0-53,2 1-56,0-1-32,-2-2-16,-1 2-9,1 0-5,0-1-4,-2 0-6,1-1-7,-1 1-9,0-1-12,-1 0-11,0 1-11,0 1-11,0-3-12,0 2-14,0 0-10,-1 0-8,0 1-5,-1 2-7,1-3-8,-2 4-5,0-4-8,2 4-7,-2-1-6,2 2-4,-3-1-5,2 1-2,-3 0-2,0 1-2,1 1 1,-1 0-1,-2 1 0,1 1 1,-3 0 0,3 3 1,-2-4-2,1 5 0,-1-1 1,1 0 1,-1 1 0,2 0 0,-1 1 1,1-1 0,-1 2 1,1-1 0,1 0 0,1 1-3,1-1 2,-1 1 0,0-1 0,3 0 0,0 1-1,0-1 0,1 1 1,0-1-1,1 0 1,0-1 0,3 0 0,1-1-2,-2 1 2,2 0 1,1 0 0,1-3-1,-1 3 1,3-3 1,-2 1-1,1 0 1,0-1 0,1 2-3,-2-3 1,1 1 0,-2-1 0,3 1-1,-3 0-1,0-1 0,-1 1 0,0-2-1,-1 1-1,2 1 1,-2-3 1,-2 2-1,2 1 0,-3-2 1,3 1 0,-3 0-3,2-1 1,-2 2 2,0 0 1,-1 0 1,2 0 1,-2 1 0,0 0-1,0 1 0,0 0 0,-2 1 0,2-1 1,-1 1-1,-2 1 1,2 0 1,-4-1 0,3 0-1,-2 1 0,-1 0 0,-1 0 0,1 1-1,0-1 1,-2-1 2,0 0-1,1 1 2,-2-1-1,1 2 0,-3-4 2,3 3 1,-3-4 0,2 2 0,1 0 1,-3-2 1,3 1 0,-2-1 0,0 0-1,2 0 1,-1-2-1,1 1-2,1-2-1,-1 2 0,0-3-3,2 1-2,-1-1-5,-2 0-6,3-1-12,0 1-13,-1-3-16,1 2-18,0-3-35,0-1-42,-1 1-40,2-3-36,1 1-43,-1 0-44,-1-1-76,0 0-90,1-1-42,2 1-20,-2 0 2,-1 0 8</inkml:trace>
  <inkml:trace contextRef="#ctx0" brushRef="#br0" timeOffset="236860.2421">7401 14307 0,'4'-3'180,"-2"0"81,3 2-56,-3-2-58,1 2-56,-2-1-27,1-1-15,-1 2-5,0-2-2,-1 3 2,1-1 0,1-1 3,-2 1 2,0 1 0,0-1 0,0 1 1,0 0 2,0 0 0,0 0 3,0 0 0,0 0 0,0-2-1,0 2 1,0 0 0,0 0 0,0-1-2,-2 1 0,1-1-1,1 1 1,-1 0-3,0 0-1,-2 0 0,2 0-1,-2 0 0,2 0-1,-4 0-2,3 0 0,-1 1-1,-1-1-1,1 1 0,-2 1 0,1-1 2,-1-1 0,1 1 1,-2 2 0,1-3 1,0 3-1,-1-2 0,1 2-3,-1-1 0,-2 2-3,2-2-1,1 0-1,-2 2-4,0 1-3,1-2-2,0 1-3,0 0-1,0 0-2,-2 0-2,2 1-3,0 0 1,-3 0 1,3 3 1,-3-2-1,3 0 2,-4 2 1,3 0 2,-2-2 2,1 3-1,2-1 1,-2 2-1,0 0 1,1-1-1,-1 2 0,2-1 0,-1 2-1,0-1-1,1 0 2,0 1-2,0 1 0,1 1-2,-1-1-3,1 1-1,1 0 0,0 0-1,-1 0 1,1 2 0,2-2 2,-2 2 1,3-2 0,-3 2 0,3-2-1,1 2-1,0 1 2,1-1 0,2 0 0,-1-2 1,-1 3 0,3-1-1,0 0 1,0-1-1,0 1-3,2 1-2,-1-1 0,2-1 0,-1 0-1,0 1-1,3-2-1,0 2-1,1-3-1,-2 2-2,4-2 1,0 0-2,-2-1-1,4 1-1,-1-1 0,-2-1-1,3 0 0,-2-2-1,1 3 0,-1-3 1,2 0-1,-3 0 0,3-2-1,-3 1-1,0-3-1,0 2-2,0-3-1,-2 1-5,1-1-6,-1 0-10,-1-3-9,0 3-17,-2-3-19,2 2-32,-2-2-38,-1-1-33,2 0-31,0-1-26,0-2-21,-1 2-33,0-3-36,3 1-65,-3-2-79,3 0-33,-2 0-11,1-2 6,2 1 209</inkml:trace>
  <inkml:trace contextRef="#ctx0" brushRef="#br0" timeOffset="237430.1897">8141 14484 0,'1'-4'249,"2"0"26,-2 0-52,-1 3-58,1-2-61,1-1-27,-1 2-12,0-1-3,-1 0 4,0 2 3,0-2 4,0 2 2,0-2 3,0 2 1,0-1 3,-1 0 0,0 1 2,-1-2 0,1 2-1,1-2-1,-2 2-2,-1-2-2,2 2-2,-3 0-1,2-2 0,-2 2-4,2-2-2,-2 3-4,0-1-1,-1 0-2,0-1-2,0 2-3,-1 0-1,1 0-1,-1 0-1,-2 0-2,2 2-3,1-1-3,-2 0-2,0-1-1,1 3 0,-1-2 0,-1 2-1,1-2 0,-1 2-1,2-1 0,-2 2-1,0 0-2,1-1-1,-1 2-2,2 0-1,-3-2-2,2 3-3,-3 0-1,2 0-1,0 2-3,-1-3-3,0 3-2,3-1-1,-1 1-2,-2-2-1,3 2-1,-3 0-1,3 0 0,-3 1 0,3-1 0,1 2 2,0-2-1,-1 3-2,2-2 4,-1 3 3,0-2 2,3 2 0,-2-1 0,3 0 0,-2 1 0,2 1 1,0-1 0,-1 0 0,1 1-1,1 0-1,0 0-1,1-1 0,1 1-3,-1 1-4,0 0 1,3-1 0,-1 0 0,0-1 0,2 0-1,0-1 1,0 1-2,0 0-1,1 0 0,2-2 0,-1 2-1,2-1-1,-1 0-1,1-1 0,1-1-1,0 1-1,1-1-1,2-1 0,-2 1 0,0-2-1,3 1 1,-3-3 0,4 3 0,-2-3-2,0-1 1,3 1 0,-1-2-1,0 0 1,0-1-3,0 1-4,-2-2-8,2-1-6,0 0-9,0-1-10,1 0-9,-3-1-12,0 0-15,2-1-17,-2 0-27,-1 1-33,0-2-30,1 0-30,-2 0-20,-1-1-17,0 0-11,0 1-11,-3-2-19,2 1-24,-1 2-49,-1-3-61,-2 0-25,-1 1-9</inkml:trace>
  <inkml:trace contextRef="#ctx0" brushRef="#br0" timeOffset="238021.2707">7957 14783 0,'-3'1'231,"-1"-1"33,1 2-61,2-1-53,-1 0-46,-1-1-27,3 1-15,-1 1-8,0-1-2,-2-1-2,2 1 1,1-1 2,0 0 1,-1 0 2,0 0 1,-1 2 0,1-2-1,1 0 2,-1 1 3,0-1 0,-2 1 2,2 1 0,-2-1 0,2 0 1,-3-1 0,3 2 0,-1-1-1,-1 0-1,2-1 1,-2 1 1,2 1 4,-1-1-1,-2 0 0,3-1-1,-2 1 0,1 0 0,-2 0 2,3-1-2,-2 0 1,2 1 0,-3-1 1,3 0-2,-1 0-2,-1 0-4,2 0-4,0 0-5,-2 0-5,2 0-5,-3 0-4,3 0-5,-1 0-5,-1 0-5,2 2-5,-2-1-3,2 0-5,-2-1-2,1 2-2,0-1-1,-1 0-1,2-1 0,-2 1 0,2 0 0,0 0 0,0-1 2,-1 0 2,1 0 1,1 0 0,-1 0 2,1 0 0,0 0 3,0 0 0,0 0 1,0 0-1,0 0 2,0 0 1,0 0 2,0 0-1,0 0-2,0 0 0,0 0-1,0 0-1,0 0 0,0 0 1,0 0 0,0 0 0,0 0 0,1 0 0,0 0 1,2 0 0,-2 0 1,2 0 1,-1 0 3,1 0 1,0 0 1,1 0 1,0 0 3,0 0 2,-1 0 1,3 0 0,1 0 1,0 0 0,-1 0-1,2 0-1,0-1 0,1 0-3,1 0-1,0 1-3,2-1 0,1 0-3,-2-1-1,1 2-4,2-2-2,-3-1-1,3 2-2,-2-1-1,2 1-1,-3 0-1,3-2 0,-2 2 0,-2 0-2,3-1 1,-3 0-2,1 0 0,-1 1 0,-3 1-1,3-1 1,-2 1-1,-1-2 1,0 2 0,0-1-1,0 0 0,-2-1 0,0 1 1,-1 1 0,1-1-1,-2 0 1,1-1 0,-1 2 0,-1-1-1,1 0 1,-2 0-1,3 0-1,-2 1-2,-2 0-1,1 0-4,1 0-8,-1 0-11,-1 0-14,0 0-14,0 0-22,0 0-26,0 0-33,0 0-37,0 0-29,0 0-27,0 0-21,1 0-17,-1 0-19,3 0-21,-3 0-37,2 0-47,2 0-39,-2 0-39,3 0-1,-1 0 34</inkml:trace>
  <inkml:trace contextRef="#ctx0" brushRef="#br0" timeOffset="239026.2552">8877 14853 0,'-2'1'217,"1"-1"71,1 1-46,-1-1-51,-1 0-55,1 1-27,0-1-17,1 0-5,-1 2-2,1-2 1,0 0 2,0 0 3,0 0 2,0 0-1,0 0 0,0 0-1,0 0-1,0 0 0,0 0-4,0 0-3,0 0-4,0 0-3,0 0-2,0 0-4,0 0-4,0 0-2,0 0-3,0 0-3,0 0-4,0 0-3,1 0-3,-1-2-3,2 1-3,1 1-4,0-1-3,-1 0-2,4 0-4,-1 1-4,0-2-2,2-1-4,1 2-4,1-2-2,-2 2-1,3-2-2,0 2-2,1-2-2,-2 1-1,2-1 0,-1 2-1,1-2 0,0 2 0,-1-1-2,1 1 1,-2-1 0,1 0-1,-1 0 0,-1-1 0,0 3-1,-3-1 0,2 0-1,-2 0 0,-1 1 0,2-1 0,-3 0 1,-1-1 1,2 1-1,-3 1-1,2 0-1,-2 0 2,3 0 0,-2 0-1,-1 0 2,1 0 0,0 0 1,-1-1-1,2 1-1,-1-1 2,2-1-1,0 2 0,0-1 1,-1 0 1,2-1 0,1 1-2,-1 1 0,0-1-1,1 1-2,0-2-1,-3 2-5,1-1-7,2 0-14,-3-2-16,-1 3-20,2-1-21,-3 0-21,2-1-21,-1 2-17,-2-1-15,1 0-13,-1 0-10,0 1-9,0 0-9,0 0-6,0 0-4,0 0-1,0 0-3,0 0-12,0 0-19,0 0-30,0 0-36</inkml:trace>
  <inkml:trace contextRef="#ctx0" brushRef="#br0" timeOffset="239532.3018">9009 14628 158,'-2'-1'279,"-1"0"-46,1 0-62,1 0-46,-2 1-40,2-1-19,0-1-10,-1 1-6,1 1-2,1-1-3,0 1 0,0 0-2,0 0 0,0 0 0,0 0-1,0 0 0,0 0 1,0 0 4,0 0 1,0 0 4,0 0 3,0 1 2,0 2 4,0-2 5,0 2 9,0-1 4,1 2 6,1 0 3,-1 0 0,0 1 0,-1 2 2,1-3 0,1 2 1,-1 1-4,0 0-4,0-1 1,1 2 0,-1-1-3,-1 0-4,2 0-6,1 2-6,-2-1-3,2 1-3,-1-1-3,-1 0-2,2 1-5,-2-1 0,3 1-1,-2-1 0,-1 0-4,2 1-3,-2-1-5,3 1-2,-2-1-3,1 0-1,2 1-2,-3-1-2,2 1-1,-1-2-3,-1 1-3,3-2-3,-3 2-3,1-3-2,1 3-2,-3-4-1,2 3-2,-1-2-3,0-1 0,1 0-1,-2 0-1,2-2-1,-2 1 0,0 0-1,-1-1-4,1 0-4,1 0-9,-2-1-6,0 1-13,0-1-13,1-1-20,-1 2-22,0-1-25,0-1-27,1 0-26,-1 0-24,1 0-22,3 0-17,-4 0-25,2 0-25,1-1-65,2-1-84,-1-1-29,2 1-6,-1-1 10,1-2 301</inkml:trace>
  <inkml:trace contextRef="#ctx0" brushRef="#br0" timeOffset="240095.2947">10039 14666 43,'1'-1'310,"-1"-1"-47,0 2-70,0 0-52,0-1-43,0 1-21,-1-1-10,1 0-4,-1-1 0,0 1 2,-1 1 2,1-1 2,1-1 1,-1 2 3,-2 0 2,2 0 2,-1 0 1,-2 0 1,1 0 1,1 0-1,-2 0 1,0 0-2,1 0-1,-2 2-3,0-1-1,0-1-2,-1 3-2,1-1-1,-2-1-2,0 2-2,2 0 0,-3 1-3,1 0-4,0-1-3,-2 2-5,3 0-1,-2 0-2,1-1 0,-1 2-2,1 0-2,-1 0-2,2 2-3,0-1 1,0 0-3,1 0-2,-1 1 0,1 1 0,1-1 0,0 2 1,-1 0-1,3-1-4,-1 1-1,2 0 0,0 0-1,1-1-4,0 3-2,0-3-2,1 2-1,0-1-1,2 3 0,-1-2-3,3-2-1,-1 2-3,0 0-1,1-1 0,2 0-1,-1-1-2,3 0 0,-2-1 2,1 1-1,3-1-2,-1 0-1,0-2-1,1 1 1,-1-3-1,3 2 2,0-3 0,-2 0-1,3 1-1,0-3-1,-1 1-1,1-2 0,0-2 0,-1 1 1,2-1 1,-3-1-2,1 0-1,-1-1 0,0-1 1,0 0-2,-1-2 1,-1 1 0,0-2 1,0 0 1,-1-1 2,-2 0-2,2-1 0,-3-2 0,0 1-1,0-1 1,-2 0 0,0-1 0,0 0-1,-3-2-1,0 2 1,-1 0-1,0 0-1,-1 0 1,0 0 0,-3 0 0,2 1 0,-2 0-1,0 3-2,-2-2 1,1 2 2,-1 1 1,-2-1 0,2 1-2,-4 2 0,3-1 0,-3 1-1,0 2-2,-3 0-2,1 0-5,1 1-7,-3 2-9,1-1-10,0 2-22,-2 0-25,1 2-25,1-1-25,0-1-23,1 4-22,-2-1-18,2 1-15,3-1-13,-2 0-13,4 2-25,-1 1-31,2-1-55,1 0-66,0-1-16,0 3 5</inkml:trace>
  <inkml:trace contextRef="#ctx0" brushRef="#br0" timeOffset="241337.3519">10820 14708 0,'3'0'7,"-3"-1"216,1-1-32,0 1-28,-1 1-28,0-1-26,0 0-25,1-1-15,-1 1-11,0 0-4,2-1 1,-2 1 2,0-2 4,0 2 3,0 0 3,0-1 6,0 1 7,0 0 6,0-2 7,0 3 5,0-1 5,0-2 4,0 2 5,-2 0 1,1-2 5,1 2 1,-1-2-1,0 2-4,-3 0-4,3-1-8,-2 2-7,1-1-11,-2-1-7,2 1-8,-3 1-7,1-1-7,0 0-4,-1-1-8,-1 1-5,1 1-7,-1-1-7,-2-1-3,2 2-2,1 0 0,-2 0-2,1 0 1,-1 0-1,1 2 0,0-1-2,0-1 0,-2 1 0,2 1 1,1 0 0,-2-1 1,0 2 1,0-1 1,2 0 3,-1 2 1,-2-1 0,2 0-1,0 0 2,-3 1-1,3 0-1,-3 1 0,3-1-1,1 1-2,-2 1-3,0-1 0,1 0-1,0 2-2,0-1-2,0 1-1,-2 1 0,3-2-1,0 2 2,-1 0-1,2 1 0,1-1-1,-1 0-1,-1 2-1,2 0 0,1-1 0,1 1 0,-1-2-1,1 2 1,1 0 0,0-2 1,0 1-1,1 0-1,1-1-1,-1 1 1,1-1 1,1 0 0,2 1 0,-1-2 0,-1 1 1,1-2 1,2 3-1,-1-3 1,1 1-1,2-2-1,-2 1 0,3 0 1,-2-3-2,1 2-2,0-1 0,1 0 0,1-2 2,0 0-1,1 0-2,0-1-1,-1 0 0,3-1 0,-1-1-1,1 0 1,0-1-1,-1-2-2,1 3 2,2-3 2,-1 0-1,-1-1-1,-2 1-1,3-3-1,-2 3 2,0-2 0,0-1 1,-1 1-1,-2-2 1,2 1 0,-3-1 0,0-1-1,-2 1-1,1-1 1,-1 0 1,-2-2 1,-2 1 0,1 0 1,-2 0 0,-1 0 1,-1-2 1,-2 3-2,-2-2 2,0 2 0,-1-3 0,1 3 0,-4-1 0,2-1-2,-3 3 0,0-1-1,-1 0-1,0 1-2,-2 0-2,1 0-2,-1 2-6,1-1-7,-2 2-11,2 1-13,-1 0-15,1 0-17,-2 2-32,3 0-36,-2 2-33,0-1-32,3 1-24,-1 1-21,1-1-33,0 4-41,0-1-60,3-1-70,-1 2-29,2-1-12,1 2 7,3 0 239</inkml:trace>
  <inkml:trace contextRef="#ctx0" brushRef="#br0" timeOffset="244235.3918">11248 14182 88,'2'-8'293,"1"0"-46,-1 2-63,-2-2-47,0 2-39,0 0-20,0 0-13,0 0-5,-1 1-4,-2 0-2,2 1 0,-1 0 1,-1 0-3,2 1-3,-2 1-4,2-1-6,-3 0-6,3 1-5,1 1-6,-1-1-2,0 2-2,-1 0-2,1-1-4,1 1-2,0 0-3,0 0 0,0 0-3,0 0 1,0 0 3,0 1 3,0 1 3,0 0 4,0 2 4,0 0 2,0 0 5,0 1 4,0 2 2,0-2 4,0 3 5,0-2 4,0 2 5,0 0 4,0 0 3,0 1-1,0 0 1,0 1 0,0 0 0,0 1-2,0-2-4,0 3-2,0-1-3,0 1-3,1-1-4,1-1-4,-1 2-7,0 0-4,-1-2-6,1 2-5,1-3-3,0 3-3,-2-3-2,1 1-1,0 0-1,1-2-2,-1 0 0,-1 0-2,1-2-1,1 2-1,-1-3 1,0 1 0,-1 0-1,0-2-5,0 0-7,0 1-15,0-1-15,0 0-17,0 0-20,0 0-17,0-1-18,0 1-15,0-1-15,0 0-19,0 0-19,0-1-36,-1 1-40,0 1-56,-1-3-62,1 2-19,-2-2 2</inkml:trace>
  <inkml:trace contextRef="#ctx0" brushRef="#br0" timeOffset="244760.8408">11134 14400 0,'0'0'121,"0"0"187,0 0-21,0 0-58,0 0-75,0 0-49,0 0-32,0 0-18,0 0-8,0 0-3,0 0-2,0 0-2,2 0-1,-1 0-2,0-2-3,2 1-1,-1 1 0,2-2-1,1-1-3,0 2-1,0-2-1,2 0-3,0 1-1,0-1-2,2-2-3,-2 2-4,3-1 0,-1 0-3,1 1-2,-2 0-2,2-2-3,-1-1 0,1 2-2,-1 0 0,-1 1-2,1-1-1,0 1 0,-2-1 0,3 0 0,-2-1 1,0 2-1,1-2-1,-2 1-1,1 1 0,-2-1-1,1 1 2,0-1 0,-2 1 1,1-1 1,-2 0 1,-1-1-2,1 2 2,1-1 0,-3 0 0,1 1 0,-1 0-1,1 0 0,-2-1 0,2 2 0,-2-1 0,0 2 0,2-2-1,-2 2 0,0-2 0,-1 2 1,1 0 1,1-1 1,-2 1 0,0 1 2,0-1 2,0 0 2,0 1 2,0 0 2,0 0 2,0 0 0,0 0 2,0 0 3,0 0 3,0 0 6,0 0 5,0 0 3,0 0 3,0 0 3,0 0 1,0 0 0,0 0 0,-2 0 0,1 0 3,0 0 1,-3 0 0,2 0 1,-2 1-2,0 0-1,0-1-3,-2 1 0,0 1-3,1 0 0,-2-1 1,-1 2-1,2 0 0,-3-2-3,2 3-1,-3-1-2,2 0-4,0 1-1,-1-1-3,0 1-5,2 1-3,-3-1-3,3 1-3,-2 1-2,0-1-2,2 0-4,-2 1 0,0 0-2,1-1 0,0 1-2,0 0-4,0-1-5,3 1-9,-2 0-12,0-2-15,1 3-17,1-2-17,0 0-16,0 0-14,0-1-14,2 2-11,-1-1-12,0-1-11,-1 1-12,3 0-9,-2-2-9,3 2-13,-2 0-16,2-1-27,-2 0-35,2 0-28,-2 0-23</inkml:trace>
  <inkml:trace contextRef="#ctx0" brushRef="#br0" timeOffset="245250.5339">11116 14320 160,'0'-4'320,"0"2"-42,0 0-60,0-2-50,0 3-45,1-2-22,-1 2-11,1-1-2,1 1-3,-1-2-1,0 2-3,-1-1-3,0 0-4,1 1-3,-1 1-2,2-1-1,-1-1 2,-1 2 0,1 0 3,-1 2 1,3-1 1,0-1 1,0 3 0,-1-1 1,2 1 1,1-1 2,0 1 0,0 1 1,0 1-3,1-1-2,-1 1-6,1 2-4,3-3-5,-3 2-6,2 0-6,-1-1-4,2 1-4,-1 0-1,1-1 0,0 0-3,-2 2-2,3-2-3,-2-1-2,0 1-3,0 0-4,-2-2-2,1 1-4,0 0-1,-1 1-1,0-3-2,-1 0-2,-1 2-1,1-3-1,-3 2-2,2-2-1,-2 1-3,1-1 1,-2-1-3,2 1 1,-2 1 0,3-1-1,-2-1 0,-1 0-1,2 0 1,-2 1-1,2 1 1,-1-1-2,-1 0 1,4-1 1,-2 1 0,-1 1 0,2-1-3,-1-1 0,-1 0-8,3 2-9,-3-1-18,2 0-20,-1 0-26,-1 1-28,-1-1-27,3-1-25,-3 3-23,2-1-20,-2-1-26,1 1-27,1-1-54,-2 1-67,2-1-44,-2 0-34,3 2-3,-2-2 10</inkml:trace>
  <inkml:trace contextRef="#ctx0" brushRef="#br0" timeOffset="245828.4375">11989 14224 66,'1'-5'339,"2"2"-37,-2-2-58,0 0-51,1 1-48,-1-2-18,-1 1-4,0 1 4,0-1 11,0 0 8,0 2 10,-1-1 4,1 0 2,0 0 0,0 2-3,0-1-3,0-1-1,0 2-8,0-1-9,0 1-13,0 0-14,0 1-15,0-1-16,-2 1-15,2 1-12,0-1-9,0-1-7,0 1-3,0 1-5,-1-1-2,1 1-2,0 0-2,0 0-1,0 0 0,0 0-2,0 0 0,0 0 0,0 0-1,0 0-1,0 0-1,0 0 1,0 0 1,0 0 0,1 1 0,1 0 2,-1 1 0,0-1 1,-1 0 1,1 2 2,2-2 1,-1 1-1,-1 0 1,2 1 1,-2 1 1,2-2-4,-1 0-1,2 3-1,0-1-3,-2 0-2,2-1-3,-2 2 0,2 0-2,0-1-3,-2 0-1,3 1 1,-1 0-1,0 2 1,2-2-1,-1 0-1,0 2-1,2 0 0,-2-1 0,1 2 1,3 0-1,-3-2 0,3 3 0,-3-1 1,2 0 0,-1 3 0,1-2-1,0-1 1,-2 2-3,1 0 0,0 0 0,-2 0-2,1 1 1,2 1 1,-2-2 1,-1 2-2,1 1 1,-1-1-1,0 1 0,0-1-1,-1 1-1,0 0 2,-1 0 0,1 2-2,0-1 2,-2-1 0,2 2-2,-2-1 0,1-1-1,-2 2 1,2-1 0,-1-1 0,0 2 0,0-1 0,-1-1 0,-1 0-1,0 2 0,0-2 0,-1 0 1,-1 0-1,0 1 1,0 0 0,-1-1 0,-1 0-1,1-1 1,-1 0 1,-2-1 0,1 1 1,0 0-1,-3 0 2,2-2-1,0 2-1,-3-3 1,3 3-1,-4-3 1,3 1 0,-2 0-1,0-1 1,1-1 0,0 1-2,-1-2 0,1 1 0,0-2-1,-2 2-1,3-3 1,-3 2 0,2-2-1,0 0-1,0 1-4,1-2-1,-1 1-6,2-1-3,-2-1-7,1 0-6,0 1-9,3-1-12,-1-1-14,0 0-15,0-1-25,2 1-28,0-1-34,-1 0-34,2-1-25,-2 0-21,2 0-17,-1 0-16,3 0-26,0 0-28,0-2-61,-1-1-73,1 1-24,1-1-2,-1-1 17,3 0 420</inkml:trace>
  <inkml:trace contextRef="#ctx0" brushRef="#br0" timeOffset="246713.3968">12670 14356 0,'-1'-1'29,"-1"-1"265,1-1-35,1 2-38,-1-2-41,-1 2-33,1-1-31,1 1-13,-1-2-6,0 2 2,-1-1 5,1-1 6,1 2 8,-1-1 7,1 1 8,0-2 5,0 2 2,-2-2 0,0 2-2,1 1-3,1-1-4,-1 0-5,0-1-5,-1 1-8,1 1-9,1 0-8,-1-2-8,0 1-10,1 1-7,0 0-6,0 0-6,0 0-3,0 0-3,0 0-2,0 0-2,0 0-3,0 0-3,0 0-1,0 0-3,0 0 0,0 0-2,0 0-3,0 0-2,0 0-3,0 0-2,0 0-2,0 0-4,0 0-1,0 0-3,0 0 1,0 0-2,0 0 0,0 0-2,0 0-2,0 0 0,0 0-3,0 0 0,0 0-1,0 0 0,0 0 0,0 0 0,0 0 1,0 0-1,0 0 0,0-1-1,0 1 0,0 0 0,0 0 1,0-1 0,0 1 0,0 0-1,0 0 2,0 0-1,0 0 0,0 0 0,0 0-1,0 0 0,0 0-1,0 0 0,1-2 1,-1 2 1,0 0 0,1-1 0,-1 1 0,0 0-1,0 0 1,0 0 1,0 0 0,0 0 0,0 0 0,0 0 3,0 0-1,0 0 1,0 0 0,0 0-1,0 0 1,0 0 0,0 0 1,0 0-1,0 0-1,1 0 0,-1 0-1,0 0 1,0 0-2,0 0 0,0 0 0,0 0 0,0 0-1,0 0-1,0 0-1,0 0-2,0 0 0,0 0-1,0 0 0,0 0-2,0 0 0,0 0 0,0 0-2,0 0 1,0 0 0,0 0 0,0 0 0,2 0 0,-2 1 1,1 2 1,-1-2 1,0 2 0,0 0 1,0 0 1,1 3 0,-1-1 1,0 0 0,0 2 0,1 1 0,-1 0 0,2 1 0,0 0 0,-1 0 0,-1 3-1,1 0 1,1-1 0,-1 3-1,0-1 0,-1 1 1,3 1-2,-2 0 1,2 0 0,-1 0-2,-1 1 1,3 0-1,-3-2 0,2 1-2,-1-1 1,-1 2-1,2-3 0,-2 2-1,2-2 0,0 0-1,-2 0 1,2-1 1,-2-2 0,2 2 0,-2-3-1,2 3 0,-1-3 1,-1-1-1,3 1 1,-3-2 0,0 1-1,1-2 0,-1 1 0,0-2 0,-1 0 0,1 0 0,1-1 0,-1-1-1,0 2 1,-1-2 0,1-1-1,1 1 1,0-1-1,-1 0 0,-1-1 2,0 2 0,0-2-1,0-1 1,0 2 0,0-1 0,0-1 0,0 0-1,0 1 1,0-1-1,1 2 0,-1-2 0,0 0-1,0 0 1,0 0 0,0 0-2,0 0 0,0 0-5,0 0-4,0 0-5,0 0-5,0 0-7,0 0-7,0 0-12,0 0-13,0 0-16,0 0-15,0 0-33,0 0-38,0 0-42,0 0-41,0 0-33,0 0-27,0 0-50,0 0-61,0 0-55,0 0-52,0 0-16,0 0 0,0-3 10,0 0 347</inkml:trace>
  <inkml:trace contextRef="#ctx0" brushRef="#br0" timeOffset="247712.468">13990 14039 194,'1'0'317,"-1"0"-53,0 0-78,0 0-51,0 0-41,0 0-17,0 0-10,0 1 0,-1 1 2,1-1 5,-1-1 5,-2 1 4,2 0 5,-3 1 7,1-1 5,0-1 6,-1 0 6,1 2 4,-1-1 4,-1 1 1,0 1 3,1-2-2,0 2-4,0-2-3,0 1-4,-1 0-5,0 1-4,-1 1-6,-1-2-7,1 1-6,0 1-6,0 0-5,0 1-7,-2-1-3,3 1-6,-1 1-2,-1-1 0,0 3-1,0-3-2,2 4-2,-1-2-2,-2 1-3,2 1 0,1 0-1,-2 0-2,0 2-2,1-2 0,0 3-2,1-1-3,-1 1-3,0 0-2,1 1-2,0-1-2,0 1-1,-1 2 1,2-1-1,0-1 0,0 2-1,-1-1-2,3 2-1,-2-2 0,3 2 0,-2 0 0,2-1-1,1 1-1,0 0-2,0 1 0,0 1-1,1-1-2,2 1-1,-2 0 0,3 0-3,0-1 2,0 0-2,0 2-1,1-1-1,0 0 1,3-2-1,-2 2 0,1 1-1,1-2 1,-2-1-1,3-1-1,-2 1-1,3 0 1,-2-2-1,0 1 0,1-2-2,0 0 1,-2-1-1,4-1-2,-3 1 0,0-2-1,1-1-4,0 0-4,-2-1-8,2 0-5,0-2-8,-2 1-11,2-2-10,-3 0-14,3-1-13,-3 0-13,0 0-22,0 0-25,-2-1-34,1-1-38,-1 0-27,1-1-23,-2 0-20,1-1-20,1 0-35,0-1-45,0-2-50,0 2-50,0-3-17,1-1 0</inkml:trace>
  <inkml:trace contextRef="#ctx0" brushRef="#br0" timeOffset="248287.4638">14320 14454 336,'0'0'360,"0"0"-41,0 0-63,0 0-60,0 0-57,0-2-24,0 1-11,-1 1 0,1-1 4,-1-1 6,0 1 4,-1 1 3,1 0 0,1 0-2,-1 0-5,0 0-3,-1 0-5,1 0-4,1 0-3,-1 0-4,-3 0-3,3 0-3,-1 0-3,-1 1-4,2 2-4,-3-2-3,1 3-2,-1-2-2,0 2-2,0 1-2,-1-1-4,-1 1-2,1 1-3,0 1-4,0 0-4,-1-1-3,1 3-4,0-1-5,-1 0-4,2 1-6,-1-1-4,1 1-3,1-1-3,0 2-3,-1 0-2,3-1 1,-1-1 0,0 2 1,1 0-1,1-1-1,0 1 0,1-2-1,1 1 1,0 2-1,1-2-2,0 0-1,2 0-1,0 1 1,2-1-1,0 1-1,-1-2-2,4 1 0,-2-1-1,0-1 0,3 1-1,0-2 0,1 1-2,0-1 0,-1-2 1,2 1-1,-1 1-1,2-4 1,-3 2-1,3-1 1,-1-2-1,2 2-1,-3-2 0,1-1 0,-1 0 0,1-1 0,-1-1 0,2 1 1,-4-3 0,1 2-1,0-2 0,-2 0 0,2-3 0,-3 3 0,0-4 0,-3 2 0,2-3 1,-1-1-1,-3 0 2,1-2-1,-1-2 2,-1 1-1,-2-2 0,0 1 0,0-1 1,-1-2-2,-2 1 1,2 1 1,-3-1 1,1-1 0,-2 3 1,1-1 0,-1 1 0,-1 1-1,1 1-1,-1 1 0,-3 1 2,3-2-1,-2 4 0,-2 0 0,2-1 0,-2 2 0,-1 1-1,-1 1-2,0-1 1,-2 1 0,2 1 0,-2 3 0,-2-2 0,1 2-3,-1 0-2,0 1-4,2 1-4,-2-1-5,1 3-8,-1-1-9,1 1-9,3 2-11,-2-1-13,2 0-18,-1 3-23,3-1-27,0 1-32,3-1-29,-2 2-24,4-1-21,1 2-16,2 0-23,1 1-25,1 1-65,2-2-82,1-1-31,2 4-9,2-3 10,-1 0 165</inkml:trace>
  <inkml:trace contextRef="#ctx0" brushRef="#br0" timeOffset="248898.508">15076 14547 273,'-2'-3'329,"1"2"-59,0-1-89,-2 1-52,1-1-36,-1 0-11,2 1-3,1 0 4,-1-1 5,0 1 3,-1 1 3,1-1 2,1 1-1,-1 0 1,1 0 0,0 0-2,0 0 0,0 0-2,0 0-2,0 0-3,0 0-2,0 0-2,0 0-4,0 0-1,0 0-3,0 0-1,0 0-5,0 0-4,0 0-4,0 0-3,0 0-4,0 0-4,0 0-4,0 0-4,0 0-3,0 0-5,0 0-3,-1 0-3,1 0-3,-2 0-2,2 0-1,0 0 1,0 0 2,0 0-1,0 0 2,0 0 1,0 0 0,0 0 1,0 0 0,0 0 1,0 0 3,0 0 0,0 0 2,0 0 0,0 0 2,0 0 1,0 0 0,0 0 0,0 0-2,0 0 1,0 0 1,0 0-2,0 0-1,0 0-1,0 0-4,0 0-2,-1-1-2,1-1-2,-1 2-5,1 0-1,0 0-4,0 0-2,0 0-1,0 0-2,0 0-2,0 0-1,0 0 0,0 0-2,0 0 0,0 0-2,0 0 0,0 0 0,0 0 0,0 0 1,0 0 0,0 0 1,0 0-1,0 0 0,0 0 0,0 0 1,0 0-1,0 0 3,0 0 1,0 0 0,0 0 1,1 0 0,0 0 1,2 0-1,-2 0 1,2 0 1,-1 2-1,4-1 2,-2 0 0,1-1 0,0 1 0,2 1-2,1-1 1,1 0-1,-1-1-2,3 2 0,1-1-1,0 0-1,0-1 0,1 0-1,2 0 0,0 0-2,0 0 0,1 0 0,0 0 0,1 0 0,-2 0-1,3 0 1,-1 0 0,-1 0 0,2 0 0,-1 0 0,-1 0 1,-1 0-1,0-1 0,-3 0-1,2-1-1,-3 2 1,-1-1 1,1 0 0,-2-1 0,0 1 2,-2 1 0,-1-1 1,-1 1-1,-1 0-1,1 0 2,-1 0-1,-2 0 2,2 0-1,-3 0 0,2 0 0,-2 0-2,0 0-1,-1 0-1,1-1-2,-1 1-5,0 0-6,0 0-4,0 0-11,0 0-12,0 0-15,0 0-16,0 0-26,0 0-29,-1 0-33,0 0-33,-2 0-29,1 0-23,-2 0-18,-1 0-11,0 0-16,0 1-14,0 0-26,-2-1-32,-1 0-43,1 0-46,-2 0-5,1 0 14</inkml:trace>
  <inkml:trace contextRef="#ctx0" brushRef="#br0" timeOffset="249415.4594">15335 14422 112,'0'-1'309,"0"-3"-32,0 1-46,0 2-40,0-3-37,0 3-16,0-2-7,0 2 3,0-2 5,0 2 6,0-1 8,0 1 2,0-1 1,0 0-3,0 1-2,-1 1-6,0-1-7,-1-1-8,1 1-10,1 1-11,0-1-13,0 0-11,-1 0-11,1 1-9,0 0-10,0 0-4,0 0-4,0 0 1,0 1 2,-1 0 1,-1 0 1,1 3-1,1-1 2,-1 0-1,0 2 2,-2 1-1,2-1 0,1 3-1,-1-1-2,-2 1-2,2 0-2,-1 1-5,-1-1-9,2 1-4,-2 1-3,3-2-2,-1 2-4,-1 0 0,0-1-2,1 0 1,1 0-2,-1 1-2,1 0 0,0-1 0,0-1-3,0 2-1,0 0 1,0-1-2,0 1-1,1-2-1,-1 0-1,1 1-2,1-1 0,0 1 0,-1-2 0,-1 0 0,1-1-2,1 2-2,-1-3 1,-1 0 0,1 0-1,1 0 0,-1 0 0,0-1 1,-1-2 0,1 2 1,1 0-1,-1-1-1,0-2 1,-1 2 0,0-2 0,0 2-1,1-1-1,-1-2-3,0 2-4,0-1-5,0-1-7,0 0-10,0 0-11,0 0-13,0 0-14,0 0-25,0 0-28,0 0-45,0 0-47,0 0-40,0 0-35,0 0-58,0 0-72,0 0-52,0 0-47,0 0-15,0 0-1,0-3 7,0 1 310</inkml:trace>
  <inkml:trace contextRef="#ctx0" brushRef="#br0" timeOffset="250912.4871">16038 14376 0,'0'-2'176,"0"0"90,1-2-54,1 2-47,-1-1-45,0-1-28,-1 3-22,1-2-7,1-1-2,0 2 2,-1-1 7,-1 0 6,1 2 7,1-2 7,-1 2 9,-1-1 8,0-1 7,0 2 9,0-1 6,0 1 5,0-2 4,0 2 1,0 1-2,0-1-4,0-2-6,0 3-6,0-1-4,0-2-7,0 2-8,1-1-9,-1 1-10,0-1-7,0-1-10,0 2-7,0-2-8,0 2-3,0-1-6,0 1-3,0-2-3,0 2-5,0-1-4,0-1-2,0 2-1,0-2-1,0 2 1,0-2-1,0-1 2,0 3-1,0-3 3,0 2-1,0 1 0,0-1 2,0-1 1,0 2 3,0-2 1,0 2 1,0-1 0,0 1 0,-1-2-1,1 2-1,0-1-2,0-1-2,0 2 0,0-1-2,0 1-2,0 1-1,0 0-2,0 0-2,-1-1-2,1 1-3,0 0-3,0 0-3,0 0-1,0 0-2,0 0-3,0 0 0,0 0-1,0 0-2,0 0-1,0 0 0,0 0-1,0 1 0,0 0 2,0 2 1,0 1 1,0 0 1,1 0 0,-1 1 0,1 2 0,1-1 1,-1 2 0,0 0 2,-1 0 2,0 2 0,0-2 2,0 3-1,0 0 1,0 1-1,0-1-1,0 1 0,0-1 1,0 1 0,0 1 0,0 2 1,0-2-2,0 1 0,0-1-1,0 0 0,0 2-1,0-2-2,0 0 1,0 0-2,0-1 1,0 1 0,0-1-2,0 1 1,0-1 0,0-2 0,0 2-1,0-3 0,0 2 0,0-2 1,0-1-1,0 1 1,0-2-2,0 0 2,0 0 0,0 1-1,0-3 0,0 3 0,0-4-3,0 3-2,0-1-2,0-2-3,0 1-7,0-1-5,0-1-7,0 1-9,0 0-9,0-2-11,0 1-11,0 0-11,0-1-15,0 2-21,0-1-27,0-2-30,0 1-33,0 0-24,0-1-21,0 1-18,1-1-19,-1-1-36,0 0-44,0 0-50,0 0-54,3-1-16,-1-1 2</inkml:trace>
  <inkml:trace contextRef="#ctx0" brushRef="#br0" timeOffset="251478.51">16395 14496 0,'1'-2'61,"0"0"303,-1-1 9,0 2-48,0-2-76,0 3-47,0-3-40,-1 2-13,0-1-4,-1-1 2,0 2 4,2-2 3,-1 2 2,-1-1-5,1 1-5,1-2-6,-1 2-7,0-1-9,-1 0-9,1 1-9,1 1-10,-1-1-9,1 0-12,0 0-11,0 1-12,0 0-9,0 0-8,0 0-7,-1 0-7,1 0-5,0 0-3,0 0-1,-2 0 0,1 1 1,1 1 3,-1-1 1,-3 3 2,3 0 3,-1 0 1,-1 1 2,1 2 3,-1-2 1,-1 3 3,1-1 1,0 0 0,-1 1 0,2 0-3,-2 1-2,2-1-3,-2 3-3,3-2-1,-2 0-3,2 0-1,0 0-2,0 1-2,-1 1-1,2-2-2,0 2-2,2-2 0,-1 2 0,0-2 0,2 0-1,-1 0-2,2 0 0,-2 1-2,3 0 0,-1-2 0,1 1 2,1-1-2,-1-1 1,1 0 2,2 0-2,-1 0 0,1-1 0,-1-2-2,3 1-1,-3 0 3,3-2-1,-1 1 0,2-1 0,-1-1-2,0 0 1,0-2-1,1 1 0,-1-1-1,1 0 0,0 0 0,0-1 1,0 1 0,-3-2 0,2 0-1,-1-1 0,1-1 0,-3 1 0,2-2 0,-1 0 0,0 0 0,-3-2 0,1-1 0,1-1 1,-4 1-1,1-2 0,1-2 0,-1 0-1,-2 0 0,-1-1 0,1 0 0,-1 0 0,-1-1 0,0-1-1,-1 1 2,-2-1-1,2 2 0,-4-1 0,3 1 0,-2 0-1,0 1 1,0-1 0,-2 2-1,1 1 0,-1-1 1,-1 2 0,0 0-1,2 1 0,-2 0 1,-1 0 0,1 2 0,0 0-2,0 1 1,-1 0 0,0 2 1,1-2-1,-1 2 1,0 1-1,0-1-1,-2 2-3,3 1-4,-1 0-7,-2 0-6,2 0-10,-1 0-8,0 1-9,1 2-11,0-2-11,0 3-12,1-1-21,1-1-26,-1 1-26,0 1-26,2 0-22,-1 0-17,2-2-15,1 4-12,0-1-24,-2-1-30,4 1-61,-1 0-76,0-2-26,1 1-6,1 0 16,1 0 407</inkml:trace>
  <inkml:trace contextRef="#ctx0" brushRef="#br0" timeOffset="251987.4102">17013 14202 0,'0'-4'133,"0"0"234,0 0 6,0 1-55,0 1-81,0-1-62,0-1-54,0 3-25,0-1-16,0 1-6,0-2-2,-1 2-1,1 0 0,-1 1 0,1 0 1,0 0 1,0 0 2,-3 0 6,3 2 5,0 1 5,0-1 3,0 1 2,0 3 1,0-2-1,0 1-2,0 3-3,0-3-5,0 3-8,3-2-9,-2 2-9,0 0-5,-1 0-8,1 1-9,1-1-6,-1 1-7,0-1-3,-1 0-3,1 1-3,1-1-2,-1 1-2,0-1-2,-1 1-2,1-1-2,1-1-1,0 1-1,-1-2-2,-1 2 0,1-3-1,-1 2 0,0-2-2,0 0 1,2 2-1,-2-3 0,0 1-3,0-1-7,0 1-10,0-2-13,0 1-18,0 0-24,0 0-25,0-3-26,0 3-22,0-1-22,-2-1-16,1 1-16,1-2-18,-1 1-15,-1 0-23,0-1-27,1 2-54,1-3-63,0 0-19,0 0 4</inkml:trace>
  <inkml:trace contextRef="#ctx0" brushRef="#br0" timeOffset="252560.5176">16910 14324 0,'-1'-2'295,"-2"1"16,2 1-42,0-1-52,0 0-51,-1-1-36,0 1-25,2 1-14,0 0-8,0 0-5,0 0-3,0 0-5,2 0-2,0-2-5,0 1-6,-1 1-6,3-1-4,-1 0-7,0-1-3,3 1-6,1-2-5,-1 2-3,3-1-4,-2 0-3,3 1 0,-1-2-3,1 2-1,-2-2-1,2 2-2,-1-2 0,2 2-1,-1 0 0,-2-2 1,-1-1-1,3 2 0,-4-1 1,3 0 2,-3 1 3,-1-1 5,1-1 4,-1 2 7,0 0 7,-1-2 6,0 2 6,-2-2 3,1 1 3,-1-1 2,-1 1 3,1 1 3,-1-2 0,0 2-1,-1 0-3,0-2-4,0 3-5,0-2-6,0 2-5,0-1-7,0 1-5,0 1-4,0-1-4,0-1-1,0 1-3,-1 0-1,0 1 2,-1 0 2,1 0 0,-1 0 0,-1 0 0,-1 0 2,-1 0 1,2 0-1,-2 1 1,0 0 0,-3 2 1,2-2 0,-1 1-1,-1 2-2,2-2-1,-4 2-3,2-1-2,0 2-3,-1-1 0,1 0-2,0 1-1,-2 2-2,3-2-2,-2 0 0,0 1-2,2 0 0,-2-1-4,0 1-4,1 0-6,0-1-6,1 1-15,-1 0-19,1-3-23,1 2-25,-1 0-22,0-1-21,2 0-19,0 0-16,1 0-15,-2 0-13,1 0-15,1 0-13,1 0-21,-2-1-24,1-1-48,2 2-55,-1-3-14,-1 2 5</inkml:trace>
  <inkml:trace contextRef="#ctx0" brushRef="#br0" timeOffset="252584.4536">16821 14249 0,'0'-1'231,"0"-2"78,1 3-42,0-3-43,-1 2-43,1 1-29,1-1-24,0-1-11,-1 1-8,-1 1-2,1-1 0,1 0-1,-1-1 1,-1 1-1,0 1-2,1 0 2,-1 0 2,2 0 0,-1 0-3,0 0-4,2 1-5,-1 1-2,-1-1-5,4 0-3,-2 2-4,-1-2-3,3 3-4,-1-3-3,2 3-7,-1 0-8,0 1-10,1-1-8,-1 2-6,1-2-6,2 2-4,-2-1-4,3 1-3,-2 0-2,0-1-1,1 1-2,0-1-4,0-1-3,1 1 0,0-1 0,-2 1-2,-1-2-1,3 1-2,-3 0 1,3-2 0,-3 1 1,2 0 0,-1-2 0,-2 2-2,1-1 0,0-1 2,-1 1 1,0-2 0,0 1-1,-1 1 0,0-1 0,-2 0-1,2-1-4,-3 1-7,3 1-8,-3-1-11,2-1-18,-2 0-22,0 0-27,-1 0-30,0 0-28,0 0-25,0 0-23,0 0-24,0 0-39,0 0-48,0 0-61,0 0-67,0 0-25,0 0-5</inkml:trace>
  <inkml:trace contextRef="#ctx0" brushRef="#br0" timeOffset="253125.53">17574 14250 196,'2'-1'377,"-1"1"-23,0-1-36,-1-1-57,2 1-65,-1 1-34,-1 0-21,0 0-11,0 0-9,0 0-3,1 0-1,-1 0-4,0 0-1,0 0-3,0 0-4,0 0-5,1 0-4,1 3-5,-2-1-6,0 2-2,0 0-1,0 0 0,0 1 2,0 1-1,0 0-1,0 2-2,0-1-1,0 1-4,0 1-4,0-1-2,0 2-3,0-1-2,0-1-2,0 4-2,0-3-3,0 2-2,0-1-2,0 2-4,0-2-4,0 2-4,-2-1-5,1-1-3,1 3-6,-1-2-4,0-1-4,-1 2-2,2-1-1,-1 0-2,0 1 0,-2-1-1,2-1-1,-3 2-4,3-3 0,0 2-2,-2-2-2,2 1-1,1-2 2,-1 1-2,0-1 1,-1 0 0,1 0 1,1-3-3,-1 3-1,0-3-1,-2 1 0,2-1 0,1-1-1,0 0-1,0 0-1,0-1-3,0 0-3,0 0-5,0-2-5,0 2-9,-1-2-9,0 2-10,-1-2-11,1 0-15,1-1-19,0 1-33,0 0-37,0 0-39,0-1-35,0 0-30,0 0-26,0 0-45,0 0-54,0 0-54,0-1-53,1-1-20,2-3 0,-2-1 8,4 0 397</inkml:trace>
  <inkml:trace contextRef="#ctx0" brushRef="#br0" timeOffset="253684.5634">17864 14063 126,'0'-3'338,"0"0"-28,0 1-44,0-1-59,0 2-65,0-2-31,0 3-13,0-3-2,0 1 2,0 2 6,0-1 2,1-1 5,-1 1 2,0 1 0,0-1 2,1-1 0,1 1 0,-2 0-6,1 1-5,-1-1-9,1 0-7,-1 1-5,0 0-8,0 0-2,0 0-2,0 0-2,0 0-1,1 1-5,2 0-5,-2-1-3,2 2-5,0 1-1,1-2 4,0 2-1,0 1 1,-1-3-1,3 3-3,-1 0-1,0 0-3,3 0-3,-2 0-2,-1 0-4,2 0 0,0 0-1,-1 1-1,0 0 0,0-1-2,2 3-1,-1-2-2,-2 0-2,3 2-2,-2-1-4,0 2-5,0-3-2,0 2-2,1 1 0,0 0 0,-2-2-3,0 2 0,1 0 0,-1 0-1,-1 1 3,1-1 0,1 1 1,-1 0-2,0 1 2,1 0 0,-2 0 0,0 1 2,0 1 0,-1-2 2,2 3 0,-2-1 0,-1 1 0,1 0-1,-1 2-2,-1-2-1,2 3 0,-1-2 2,-2 2 0,0-2-2,0 2 0,0 0 0,-2 0-1,1-1-2,-2 1 1,1 1 0,-1 0-2,-1-1 0,1 1 1,-2-1 1,0 0-1,0-1 0,-1 2 0,-1-1-1,1-1 0,0 0-2,0 1 0,-1-2-2,0 1 1,1-1-1,-3-2 0,3 1 2,0 0-3,-3 0 0,4-2-1,-1-2-1,-1 1 0,0-2 0,2 0-2,-1 0-1,2-1-1,1-1-5,-1-1-3,-1 0-6,3 0-7,-1-1-8,-1-2-14,3 2-18,-2-1-24,1-2-26,-2 2-43,3-2-49,-1 0-36,-1-1-33,2 0-36,-2-1-38,2 0-66,-1-2-83,0-1-34,0 0-12,1 0 3,-1-1 12</inkml:trace>
  <inkml:trace contextRef="#ctx0" brushRef="#br0" timeOffset="254218.5585">18602 14045 0,'0'-2'204,"0"1"110,0-1-35,0 1-43,1 1-46,-1-1-30,0-1-22,0 1-9,0 0-6,0 1 1,0-1 0,0 0-1,0 0-2,0 1-5,0-1-5,0 1-7,0-2-10,0 2-10,0-1-11,0 1-11,0 0-10,0 0-7,0 0-5,0 0-5,0 0-5,1 1-1,2 1 1,-2-1 1,0 1 4,-1 0 2,1 2 1,1 1 2,-1 1 0,0 0 1,-1 0 1,1 1-1,2 1-2,-2 2-2,2 0 0,-2-1-3,1 3-2,-2-3-4,2 3-5,-1-2-3,0 1-3,-1 2 0,3-3-3,-2 1-1,0 1-2,2-1-1,-1 0-1,-2 1-2,4-3-1,-3 2-3,0-1-3,-1-1-3,1-1-6,1 1-7,-1-2-7,0 1-18,-1-3-21,1 3-23,1-2-28,-1-2-23,0 1-21,-1 0-20,0-2-16,0 1-15,0 0-16,0-1-24,0 0-25,0-1-58,0-2-69,0 0-22,0 0 1</inkml:trace>
  <inkml:trace contextRef="#ctx0" brushRef="#br0" timeOffset="254787.6029">18547 14191 6,'0'-1'340,"-1"1"-24,1 0-39,0 0-54,0 0-63,0 0-36,0 0-23,0 0-12,0 0-5,0 0-3,1 0 0,-1 0-3,3 0 0,0 0-2,0 0-4,-1 0-4,2 0-5,1-1-6,1 0-4,0 0-5,3 0-3,-3 0-5,3-2-4,0 2-6,-1-2-3,2 2-6,-1-1-6,2 1-2,0-2-4,-1 1-1,0-1-2,0 1-1,0-2 1,-2 2-3,0 0 0,1-2-1,-2 1 0,1 1 0,-2-1 0,0-1 0,-1-1 2,0 2-2,0-1-1,0 0 1,0 0 1,-1 2-1,-2-2 0,3 0 1,-2 0 1,-1 0 2,1 0 1,-2 0 1,2 0 1,-2 1 0,0 0 3,-1 0 1,0-1 2,0 3 1,0-2 0,0-1 1,-1 3-1,0-2 0,-1 2-1,1-1-1,-1 0-2,0 1 1,-2-1-4,2 1 2,-3 1 0,1 0 0,-1 0 3,-1 0 1,1 0 4,-1 3 1,-1-2 3,-1 2 1,2-1 4,-3 2 2,0 1 2,1 1 2,-1-1 2,0 2 1,2 0 1,-3 0 0,3 2-3,0 0-1,-1 1-1,0 0-2,1-1-1,-1 2-2,1-1-3,-1 1-2,2-2-1,-2 1-3,1 1-1,-1-2-2,1-1-3,1 1 0,0-1-1,0 0-3,-1-2-1,1 2-2,1-2-1,0 0-1,-1-1 1,1 2-3,0-2-3,0-1-2,0 0-3,2 1-10,-1-2-11,0 2-17,-2-1-19,2-1-20,0-1-21,1 0-20,-1-1-17,-1 2-19,0-2-16,3 0-15,-1-1-10,-1 0-12,1 0-13,0 0-22,-1 0-29,3 0-46,-1-2-53,-1-1-13,3 0 6</inkml:trace>
  <inkml:trace contextRef="#ctx0" brushRef="#br0" timeOffset="254815.5031">18520 14097 210,'1'-2'325,"0"1"-40,0 0-56,1 1-47,-1 0-43,0 0-21,-1 0-10,2 0-1,-1 0 2,-1 0 5,1 0 9,-1 0 5,0 0 6,0 0 3,1 0 2,3 0 0,-3 0 0,3 1-3,-2 2-5,2-2-4,1 2-4,-1-1-6,1 1-7,0 1-9,1 0-6,-1 0-8,0 0-4,1 1-9,-1 0-7,0-2-5,0 3-7,2 0-4,0-1-5,-1 1-3,0 0-4,0-1-1,2 2-3,-2-1-3,0 1-4,0-2-5,1 1-6,-1 0-1,1-1-3,-2 1 0,1 0-4,2-1 1,-2 0-1,-1 2-1,1-2 0,-1 0-1,2 2 0,0-3-1,-1 1 0,-1 0-1,2-2-1,0 2 1,-1-1-2,0 0 1,-1-1-2,0 1 0,1-2 0,-1 2-1,0-2 1,0 0-1,1 2 0,-1-1-1,-1-1-1,2-1-1,-2 1-1,0-1-6,0 1-6,-1-1-8,3 0-10,-2-1-11,1 1-14,0 1-25,-1-1-31,0-1-41,-2 0-44,2 0-42,-2 0-39,2 0-83,-4 0-104,0 0-45,0 0-19,-1-4-3,-3 2 3,2-1 9,-2 0 513</inkml:trace>
  <inkml:trace contextRef="#ctx0" brushRef="#br0" timeOffset="260030.7215">5999 17196 153,'0'0'225,"-2"1"-43,0-1-45,2 0-37,0 1-36,0 1-19,0-1-13,0 0-4,0-1-6,0 0 0,0 0 0,0 1 0,0-1 1,0 0-1,0 0-1,0 0 1,0 0 1,0 0 1,0 0 1,0 2 1,0-1 1,0-1 0,0 0 1,0 0 1,0 0 1,0 0 3,0 0 0,0 0 1,0 0 1,0 0 3,0 0 1,0 0 3,0 1 1,0-1 1,0 0 5,0 0 1,0 0 4,0 1 1,2 0 2,-2-1 0,0 0 0,0 0 3,0 0 4,0 0 1,2 1 3,-2-1 1,0 0 1,0 0 2,0 0 0,0 0 2,1 0-1,0 0 0,-1 0-1,1 0 0,2 0-1,-2 1-1,2-1-3,-1 0-4,2 0-3,-2 0-5,2 0-3,-2 0-6,2 0-4,0 0-3,2 0-5,-2 0-1,0 0-1,-1 0-2,3 0-3,-1 0-3,1 0-3,1 0-2,-1 0-1,-1 0-1,2 0 1,0 0-2,-1 0 0,0 0-1,0 0-1,1 0-3,0 0-4,-2 0 0,1 0 0,2 0 1,-2 0 3,0 0 0,0 0-1,-1 0 2,0 0-1,1 0 1,-1 0-1,0 0-1,2 0 1,-4 0 0,1 0 1,1 2-3,0-2-1,-1 0-1,-1 0-2,1 0-2,0 0 1,0 1-3,-2-1 1,1 0-1,-1 0 1,-1 0-1,1 1-1,-1-1 0,0 0-1,-1 0-2,0 0 1,0 0 0,0 0-3,0 0-3,0 0-6,0 0-7,0 0-11,0 0-13,0 0-15,0 0-20,0 0-23,0 0-19,0 0-20,0 0-18,0 0-18,0 0-13,0 0-13,0 0-9,0 0-6,0 0-4,0 0-3,0 0-8,0 0-8,0 0-17,0 0-18,-1 2-27,-2-2-31</inkml:trace>
  <inkml:trace contextRef="#ctx0" brushRef="#br0" timeOffset="260633.388">6063 17331 0,'-1'1'98,"-2"-1"111,1 1-28,1 1-28,-2-2-27,2 1-27,-3-1-28,3 1-14,-1 1-8,-1-2-5,3 0-1,-1 0 0,0 0 1,-1 1 2,1-1 1,1 0 3,0 0 1,0 0 1,0 0 2,0 0 1,0 0 2,0 0 1,0 0-1,0 0 1,0 0 2,0 0-1,0 0 1,0 0 0,0 0-1,0 0 0,0 0-1,0 0-1,0 0-1,0 0-1,0 0-1,0 0 0,0 0 0,0 0-2,0 0-2,0 0-3,0 0-2,-1 0-3,1 0-4,0 0-1,-1 0-3,-1 0-2,2 0-5,0 0-1,0 0-2,0 0-1,0 0-2,0 0-1,0 0 0,0 0 0,0 0 0,0 0 0,0 0-1,0 0 2,0 0 1,0 0 0,0 0 1,0 0 0,0 0-1,0 0 1,0 0 0,0 0-1,0 0 0,0 0-1,0 0 0,0 0 1,0 0 3,0 0-1,0 0-3,0 0 1,0 0 2,0 0 2,0 0 2,2 0 1,-1 0 2,0 0 0,0 0 2,2 0-1,-2 0 1,2-1 0,-1 1 1,3 0 2,-3 0 2,2 0 1,0 0 2,1 0-3,0 0 0,0 0-1,0 0-1,1 0 1,-1 0-1,1 0 0,2 0 1,-2 0-1,0 0-2,3 0-1,-2 0-4,3 0-2,-2 0-4,1 0-1,0 0-2,1 0-4,-1 0-2,2-2-2,-2 2 0,1 0-3,-2-1-3,2 1-3,-1-1 1,1 1-2,-2-2 0,0 2 0,0 0 0,-1 0-1,-2-1 2,0 1-1,0 0 0,0 0 1,-1 0 2,-2 0 2,2 0 2,-3 0 1,2-1 3,-1 1 0,0 0 3,0 0-1,-1 0 2,-1-2 0,0 2-1,0 0 3,0 0-1,0 0-1,0 0-3,0 0-2,0 0-3,0 0-1,0 0-2,0 0-6,0 0-7,0 0-8,0 0-11,0 0-16,0 0-16,0 0-32,0 0-35,0 0-44,0 0-44,0 0-36,0 0-28,0 0-36,0 0-37,0 0-64,0 0-74,0-2-32,0-2-12,0 2 3,0 0 60</inkml:trace>
  <inkml:trace contextRef="#ctx0" brushRef="#br2" timeOffset="271373.854">7874 15309 20,'-1'-3'118,"-2"2"-12,2-1-14,-1 1-11,-2-1-13,3 0-11,-3 0-10,1-1-8,1 1-7,-2 0-3,1 0-1,0-1-2,-1 0 1,2 1-3,-2-1 1,3 2-1,-3-1 0,3 1-2,-1-1-1,-1 0 0,2 0 1,-2 0 2,2 0 3,-2 0 4,2 2 2,1-1 2,-1 0 3,0-1 3,-2 2 2,2-1 1,1 0 3,0 0 2,0 1 0,0 0 4,0 0 2,0 0 4,0 0 3,0 0 4,0 0 4,0 0 6,0 0 4,0 0 7,0-2 5,0 2 6,0-1 6,0 0 2,0 1 2,0 0 1,0 0 1,0 0-2,0 0-2,0 0-2,0 0-2,0 0-2,0 0-5,0-2-4,0 2-5,0 0-7,0-1-3,0 0-6,0 1-2,0 0-3,0 0-1,0 0-2,0 0-1,0 0-3,0 0-1,0 0-3,0 0-3,0 0-3,0 0-1,0 0-4,-1-2-4,1 2-3,0 0-3,0 0-4,0 0-3,0 0-4,0 0-3,0 0-5,0 0-5,0 0-1,0 0-3,0 0 0,0 2-2,0 0 1,1-2-1,-1 3 1,1 0-1,2 0 1,-1 0-1,-1-1 2,2 1 1,-2 1 0,2 1 1,-1-2 0,2 2 0,0 1 0,-2-1-1,2 1 0,-2 1 0,2 0 0,-1-1 1,-1 3 0,2-2 0,-3 1-1,1 0-1,1 1-2,0-1 0,-1 0 0,-1 1-1,3-1 0,-3 1 0,2-1-1,-1 0 0,-1 1 0,2-1-2,-2 1 1,0-3-1,1 3 1,0-3 0,-2 2 0,1-4 0,0 1 1,1 0 0,-1-1-1,-1 0-1,1 0 1,1-1 1,-1 1-1,0-2 0,-1 1 0,1 1 0,1-3 1,-1 0 0,0 1 0,3 0-1,-2 0 0,-1 0 0,3-1 1,-1-1 0,-1 2 1,3-1 0,-1 0-1,0 0 1,-1-1-1,1 1 0,2 0-2,-1 0 0,-1-1 1,1 2 1,2-1 0,0 0 0,0 1-1,-1-2-1,0 0-1,3 0 2,-1 0-1,0 0-1,1 0 1,1 0 1,-1 0 1,2 0 0,-1 0 0,1 0-1,0 0 0,-1 0 0,2 0 0,0 0 0,0 0 1,-1 0-1,0 0 1,2 0 0,-2 0 0,-1 0 1,2 0 0,-2 0-2,3 0 1,-1 0-2,-2 0 2,1 0 0,0 0 0,1 0 1,0 0 0,-2 0-1,2 0 2,1 0-1,-2 0-1,0 0-1,1 0 1,1 0 0,-1 0 0,2 0-1,0 0 1,-2-2 0,3 1 0,1 0 0,-1-1-1,1 2 0,2-1 0,-1 0 0,-2 0 1,5 1 0,-4-1-1,3 0 1,-2 0 1,2-1 0,-1 2 0,2-1 0,0 0 0,-2 0-1,1 1 1,1-2 1,-1 1-1,-2 0-2,2 1 0,-2 0 0,2 0 1,-2 0 1,2-2-1,-2 2-2,-1 0 0,2 0 1,-1-1-1,-2 1 2,2-1-2,1 1 0,-1-2 0,2 1 0,-2 0-1,2-1 0,0 2 1,-1-1-1,2-1-1,-1 2 1,-1-3 1,2 2-1,0 0 0,-2 1 0,1-1 1,1 0-2,-1 0 1,-1 1 1,1-2 1,-2 1 0,1 0 0,-1-1 0,-1 2 1,-1-1 0,1 0-1,1 0 1,-3 1-1,1 0 0,0 0 0,-2 0 0,0 0 0,1 0 1,0 0 0,-2 0 1,3 0-1,-1-1 1,-1 0 0,1 0 0,1-1 1,0 2 0,0-1-1,1 0 2,0 0 0,0 1 2,-1-3 0,1 0-2,2 3 0,-1-1 0,-1 1-1,0-1 1,-1 1-1,1-2 0,-2 1 0,1 0-2,-2-1 0,1 2 1,-3-1-1,2 0 0,-2 0 0,-2-1-1,0 2 0,-1-1 0,2 0 0,-3 1-1,2 0 0,-3 0 2,2 0 0,-1 0-1,1 0 2,0-1-1,1 1 0,0 0-1,-1-1 1,2 0 0,-1 0 0,2-1-1,-1 2 1,1 0 0,2-1 0,-2 1-1,0 0 0,2 0-1,-1 0 0,2 0 0,-1 0 1,-1 0 0,1 0 0,-1 0-2,0 0 0,0 0 0,-1 1 1,1-1 0,0 2 0,-2-1 1,2-1 0,1 1 0,-2 0 0,0-1 1,3 1-2,-3 0 0,3 0-1,-1-1 1,2 2 0,0-1 1,-1 0-2,2 0 0,0-1 1,0 2 1,2-1-1,-1 0 0,0 1 1,2-1-2,-2-1-1,3 1 1,-1 1 1,-1 0-1,1 0 1,1 0 1,1-1-1,-1 1 0,-1-1 0,-1 0-1,2 0 0,-1-1 1,-3 1 1,0 0 0,0 0 1,0-1 0,-1 2 0,0-1 1,-1 0-2,-3 1 2,3-2 0,-2 0 0,-2 0-1,2 0 1,-2 0 0,2 0-2,-1 0 0,0-2 0,0 1 1,0 0 0,2-1 0,-1 2-1,2-2 1,-3 1 0,3 0 0,-1-1 0,-2 0 0,2 0-1,-1 1 0,-2-1 0,1 1 1,-1-2 0,1 2 0,-2 0-1,1-1 0,1 0 0,-3 0 0,-1 0 1,3-1 0,-2 2-1,0-1 0,1 1 0,0-1 1,-2 0 0,3 0 0,-2 0 0,0 0-1,1 0 2,0 1 0,-2-2 0,3 2-1,-3 0 0,1-2 0,2 2-1,-3-2 0,3 2 0,-1 0 0,1-1 0,0 0 0,-2 0 0,1 2-1,1-1 0,1 0 1,-2 0 0,0-1 0,-2 2-1,3-1 2,-2 0-1,-1 0 0,3 1 0,-3-1 1,2 0-1,0 0 1,-2-1-2,1 1 1,-2-2-1,3 3 1,-2-1-2,0 0 1,0 0 2,-1-1-1,0 2 1,-1 0-2,-1-1 0,1-1 1,-3 2 1,2-1 0,-2 0 0,1 1-1,-2 0 2,2 0 0,-2 0 0,-1 0 0,2 0 1,0-1 0,-2 1-1,1 0 1,0-2 1,-1 2 1,0 0-2,0 0 0,1-1-1,-1 0 2,0-1 0,0 2 0,2-1 0,-2 0 0,0-1-2,0 0 1,0 0 0,0-1 1,0 0-2,1 1 0,-1-3 1,0 1-1,1 1 1,-1-2 0,0 0-1,0 1-1,1-1-2,-1-1-2,2 1-4,-1-2-10,0 0-10,-1-1-17,0 1-19,0 0-31,0 0-37,0-2-46,0 1-54,0-2-43,0 1-39,0-1-84,0 1-104,-2 0-44,-1 0-18,-2 0-1,1 2 4</inkml:trace>
  <inkml:trace contextRef="#ctx0" brushRef="#br2" timeOffset="272429.9893">9034 15865 0,'0'-2'143,"1"-1"93,1 1-49,-1 0-43,-1 0-37,1 1-26,0-1-19,1 1-7,-1-2-6,-1 2 1,2-1 2,0 1 3,-1 0 4,0 0 5,-1 1 6,1-1 7,1 0 6,-1 0 7,0 1 7,-1 0 7,0 0 8,0 0 7,0 0 6,0 0 6,0 0 6,0 0 2,0 0-1,0 0-2,0 0-4,0 0-7,0 0-6,0 0-9,0 0-8,0 0-9,0 0-13,-1-2-10,0 1-9,-1 0-9,1 1-11,1-1-8,-2 1-7,-2 0-6,3 0-4,-3 0-2,1 0-1,0 0-1,-1 0-1,-1 0 2,0 0 2,0 1 1,-1 0 1,1 0 2,-1 1 4,-2 0 3,2-1 3,-1 2 3,-2 0 2,1 1 1,0-1 0,-1 1 0,0 1 0,2-1 0,-3 0-1,3 1-2,-1 1-1,-2 0-2,4-1-3,-3 0-3,3 2-3,-3-2-2,3 1 0,1 2 0,-2-2-2,0 1-2,2 0-1,-1 1-1,1-2-1,0 3 1,2-2-2,-2 0 0,1 1 0,0 0-1,2 1 1,-1-1-1,2 1 0,-3-1 0,3 0 0,0 1-1,0 0 1,-1 0 1,2 1-1,0 0 2,0-2-1,0 2 1,2-2-1,-1 1 1,0-1-1,3 0-1,-2 1 0,1-1-1,-1 1-1,2-2 0,1 1-1,1-1-1,-1 0-1,0 1-1,2-1 0,1-1-1,-2 2 0,3-3 0,-2 2-2,2-3 1,0 2 1,-1 0-1,1-1 0,1 0-1,0-1-1,0 0 0,-1 0 1,1 1-1,1-2 0,-1-1-1,1 1 0,-1 1 0,1-2-1,-1 0-1,1-1-3,0 2-2,-2-2-3,2 0-3,-1 1-4,1-1-2,0-1-3,-2 1-6,2 0-8,-2-1-10,1 0-10,-1 0-11,0 0-14,-1 0-18,2 0-24,-3 0-29,2 0-32,-3 0-25,1 0-22,0 0-20,-2 0-18,0-1-21,1 0-20,-2 1-54,0-3-67,-2 1-32,2 0-13,-2 0 7,2 2 258</inkml:trace>
  <inkml:trace contextRef="#ctx0" brushRef="#br2" timeOffset="272995.0047">8905 16160 31,'-1'-1'322,"-2"0"-38,2 0-60,-3 1-54,3-2-49,0 1-27,0 0-16,-1 1-7,1-2-3,1 1 1,0 1 1,0 0 2,0 0 6,0 0 5,0 0 6,0 0 4,0 0 6,0 0 4,0 0 2,0 0 3,0 0-1,0 0 0,0 0-1,1-1 0,1 1-1,-1-2-1,0 1-2,-1 0-3,3 1-6,-1-2-3,0 1-6,1 0-3,1 0-7,0 1-3,-1-2-4,2 1-3,0 0-2,0 1-2,1-1-2,-1 0-4,2 0-5,0 0-3,-1-1-4,-1 1-2,3 0-3,-2-1-2,0 1-2,0 0-1,-1 0 0,1 0-3,2 0-2,-2 0-3,-1 1 0,2-2-3,0 1-2,-1 0-1,0 0-3,0 1-2,-1-2-4,1 1-1,1 0 0,-2 1-1,1-2-2,-1 1 0,0 1-2,1 0 1,-1 0-3,0 0 0,0 0-2,1 0 0,-2 0 1,0 0 1,-1 0 0,2 0-1,-1 0-1,0 0 1,-2 0 0,2 0-1,0 0 1,-2 0-4,-1 0-2,2 0-5,-2 0-8,-1 0-9,1 0-11,-1 0-15,0 0-14,0 0-26,0 0-31,0 0-35,0 0-40,0 0-28,0 0-26,2 0-24,-1 0-27,-1 0-34,0 0-39,0 0-47,0 0-47,0 0-14,0 0 3</inkml:trace>
  <inkml:trace contextRef="#ctx0" brushRef="#br2" timeOffset="273562.0084">9756 16079 0,'-3'-1'164,"1"1"158,-1-2-11,1 1-49,1 0-64,-2 0-44,2 1-34,0 0-15,-1 0-8,1 0-2,1 0 3,-1 0 1,1 0 3,0 0 0,0 0 0,0 0-2,0 0-2,0 0-3,0 0-6,0 0-5,0 0-4,0 0-6,0 0-4,1-2-3,-1 2-2,1 0 1,1 0 1,0 0 1,-1 0 2,2 0-1,1 0 0,1 0-2,0 0 0,0 0-3,2 0-2,-1 0-4,3 0-1,1 2-4,1-2-4,-1 1-4,1 0-6,0-1-4,2 0-3,-1 0-3,1 0 0,-1 0-2,2 0-4,-2 0-1,1 0-2,-1 0 0,-1 0-1,-1 0-2,1 0-1,-1-1-2,0 0-2,-2 1 0,0-2-3,0 1-2,-2 0-3,1 1-1,-2-2-3,0 2 1,0 0-1,0 0 0,-2 0 0,-1 0 0,2 0 0,-2 0 1,1 0-1,-2 0-1,0 0 0,1 0-1,-1 0-2,0 0-2,-1 0-5,0 0-11,0 0-12,0 0-24,0 0-28,0 0-37,0 0-42,0 0-32,-1 0-29,-2 0-26,2 0-25,1 0-39,-4 0-44,1 0-54,-1-1-57,0 0-21,-1 1-3</inkml:trace>
  <inkml:trace contextRef="#ctx0" brushRef="#br2" timeOffset="274143.406">9912 15972 211,'0'-3'335,"0"1"-36,-1-1-59,1 0-44,-1 0-38,0 1-15,-1 1-7,1-1 2,1-1 6,0 2 4,-1-1 4,1 2 4,-1-2 1,1 1 2,-2 0 1,1-1-5,1 2-7,0-1-9,-1 0-10,1 0-10,0 1-10,0-1-8,0 0-7,0 1-7,0 0-4,0 0-4,0 0-5,0 0-6,0 0-5,0 0-6,0 0-6,0 0-3,0 0-6,0 0-4,0 0-4,0 0-3,0 0-3,0 1-4,0 0-3,-1 0-1,-2 1-3,2 2-1,1-1-2,-1 1 0,0-1 1,-1 2 0,2 0 3,0 0 0,0 2 2,0-3-2,0 4-1,0-2 0,0 1 0,0 1-1,0-1 1,0 0 0,2 2-2,-1-1 0,0 1-2,-1-1 0,1 0-5,2 1 0,-2-2-2,0 1 0,-1 0-2,1 1 0,1-3 0,-1 2-2,0-1 0,-1 0 0,1-1 0,1 0-1,-1 0-1,0-2 1,-1 1-1,1-2 0,1 2 0,0-1 0,-2-2-1,0 0 1,0 0-2,0 0-1,0 0 0,0 1-5,0-3-4,0 1-7,0 0-7,0-1-11,0 0-11,0 0-17,0 0-17,0 0-33,0 0-38,0 0-44,0 0-46,0 0-36,0 2-33,0-2-59,0 0-74,0 0-46,0 0-36,4 0-11,-2-2 4,2 1 11,1 0 411</inkml:trace>
  <inkml:trace contextRef="#ctx0" brushRef="#br2" timeOffset="274737.0352">10455 15905 185,'0'-6'328,"-1"3"-35,0-2-52,1 2-51,-2-3-49,2 4-22,0-1-10,0 1-3,0-1 0,0 2 1,0-2-1,0 3-1,0-1-1,0 1-4,0-2-4,0 1 1,0 1 1,0 0-1,0 0-2,0 0-2,0 1-3,0 1-2,0-1-4,0 2 1,0 1-1,0 1-1,0-1-2,2 2 1,-1 0 1,0 0-4,-1 2-8,0-2-3,0 2-3,0 1-3,0-1-3,0 3-3,0-2-3,0 2 0,0-2 1,0 2-2,1-1 0,1 0-4,-2 1-5,2-1-4,-2 1-4,0-3-6,1 2-8,-1-1-4,0 0-3,0-1-3,1-1-1,-1 1-2,2 0-4,-2-2 0,0 0-2,0 0 0,0 0-1,1-1 0,-1-2 0,0 1 0,0-1 1,0 0 0,0 1 0,0-2-1,0 1 0,0-2 0,1 1 0,-1-2 0,0 1 1,0-1 1,0 0-1,0 0 0,0 0-1,0 0 1,0 0 0,0-1-1,0 0-1,-1-1-1,1-2 1,-1 0-1,-1 0-2,1-1 1,0-3-2,1 1-2,-4 0-1,3-1-2,0-2-3,0-1-1,-1 0-3,1-1 0,1-1-2,-1-1 1,1 1-2,0-3 2,0 1 0,0 0 0,1 0 1,-1 0 0,3 0 2,-1-1 1,-1 3 1,3-1 0,0 1 1,-2 1 1,2 1 1,0 0 0,1 1 1,-2 0 0,2 2 0,0-1 0,2 2 1,-2 0 0,1 1 0,1 0 1,-2 2 3,0 0 0,1-1 1,-1 1 1,0 2 0,3 0 0,-2 0-1,-1 1 0,0 1 2,1 0-1,-1 1 1,1 1-1,2-1 0,-2 1 1,-1 0-1,1 1 0,-1 2 0,0-1 0,1-2 1,-2 4 0,1-1 0,0-2 1,1 2 0,-2 0 0,0-1-1,-2 1 1,3 0 1,-3-1-1,1 2 0,-2-1 0,2-2 0,-2 2 0,-1-1-2,0 0 2,0 0-1,0-1 0,-2 1 1,-1-1-1,0 1 0,-1 0-1,0 0 1,-1-2-1,-1 4 1,-2-3 0,2 1 0,-1-1 1,-1 1-1,2-1 0,-3 0 0,3-1-1,-3 1 0,3-1 1,-1-1 1,-1 2 0,3 0-2,-1-2-1,0 0-1,1-1-1,1 2 2,-2-1-1,3 0 0,1 1 0,-1-2-1,2 0 1,0 0-1,0 0 0,1 0 0,0 0-1,0 0 1,0 0 0,0 0 3,1 1-2,0 0 0,-1 0 1,1 2 1,2-1 0,-2-1 0,2 1 1,0 2 0,1 0 0,-1 0 0,-1-1 1,3 2 0,0 0 0,-1-1 0,-1 3 0,2-3 1,2 2 1,-2 1 0,0-2 2,2 2 1,-1-1 0,1 1 1,1-1 1,0 2 1,0-1 0,1 1 2,0 0-2,-2-2 0,4 1 0,-2-1 0,1 0 1,-1 1-1,0-1-3,-1-1-2,2 1-1,-3-2 0,2 2-4,-3-3-2,1 1-7,-1-1-10,-1 0-9,-2 1-12,1-2-21,0 0-26,0 0-34,-2 0-36,-1 0-29,2-1-25,-2 1-20,-1-2-19,1 1-29,-1-1-35,0 0-60,0 0-68,0 0-29,0 0-10,0 0 11,0 0 315</inkml:trace>
  <inkml:trace contextRef="#ctx0" brushRef="#br2" timeOffset="275540.5567">10891 15875 164,'0'-4'352,"-1"1"-22,0 2-35,-1-2-57,1 2-66,1-2-36,-1 1-22,0 2-11,-1-2-6,1 1-3,1 0 0,0 1-3,0-1-3,0 1-4,0 0-5,0 0-6,0 0-3,0 0-4,0 0-4,0 0-4,0 0-4,0 0-2,0 0-1,0 0-2,0 0 0,0 0 0,0 0-2,0 0-1,0 0 1,0 0-1,0 0-2,0 0-1,0 0-3,0 0-2,0 1-1,0-1-3,0 1-2,-1 0-3,1 1 0,0-2-2,0 1 0,0 0-3,-1 0 1,1 1-2,0-2-1,0 1-1,0-1-1,0 0 0,0 0-2,0 0 1,0 0 2,0 0-1,0 0-1,0 0-1,0 0 1,0 0-1,0 0-2,0 0 0,0 0-2,0 0 0,0 0 0,0 0 2,0 0 1,0 0 1,0 0 3,0 3 1,0-2 1,0 0 4,0 1 2,0 2 4,0-2 1,0 2 1,0-1 1,0 1-1,0 1 0,0-1-1,0 2-1,0-1-2,0 2-3,0 0-2,0 1-3,-3-1-3,2 1-3,1 0-1,-1 1-1,0 1-1,-1-1-1,1 1 0,1 1 0,-1-2 0,-1 3-1,1-3-2,0 1 0,1 0 0,0 1-2,0-1 0,0 0 0,0 1-2,0-1 0,0 1-2,0-3 0,0 2 0,0-1-2,0-1 0,0 1-1,0-1-1,0 0 1,0-1 0,0 0 0,0-1-1,0 0-1,0-1 0,0-1 0,0 2 0,0-3 1,0 0 0,0 0 0,0 1-1,0-2 0,0 1 1,0-2-1,0 1-1,0-2 0,0 1 0,0 0 2,0-1-1,0 0-1,0 0-2,0 0 1,0-1-2,1 0-2,0-2-1,1 0-2,-1-1-3,-1-1-4,1 0 0,1-4-2,-1 1-4,0-1-5,3-2-2,-2 1-1,-1-2-1,1-1 1,0 0 1,-1-1 2,2-1 1,-2-1 1,2 0 3,0-1 2,0 0 2,-1 1 0,2-1 4,-1 0 6,0-1 2,2 2 1,0-1 1,-1 0 0,0 0 1,0 1-1,0 1 2,0-2-1,1 3 2,0-1 1,-1 1 1,-1 0 1,1 0-1,1 2-2,0 0 1,-1 2 2,0-2 1,-1 2-1,2 0 1,-1 2 0,-2 0 0,2 0-2,-1 2 2,-2 1 0,3-1-1,-2 3 0,-1-2 0,2 2 1,-2 0 0,2 0-1,-1 1-2,3 1 0,-3 0 1,2 0-1,0 1 1,0 0 1,2 0 1,-1 1 0,0 0 1,1-1 0,0 2-1,-1-1 1,3 3 0,-2-1 0,0-1 1,0 3 3,0-2 0,0 3 0,0-4 0,-1 5-1,0-1-2,0-2 0,1 4 1,-3-2 2,1 1 0,0-1-1,1 1 0,-3-1 1,1 2 0,-2-2-1,2 1-1,-2-1 1,0 0 0,-1 1 2,0-1 0,0 1 1,0-1-1,0 0-1,-1 0 0,-2-1 1,2 1-1,-3 0-1,2-1-1,-3 1 0,1 0-2,0-1 0,-1 0-1,-2 2 1,2-3-1,-2 0-2,-2 1-1,1 0 0,0-1-1,-1 0 1,-2 0-1,2-1 1,-2 0 0,0 3 0,2-3 1,-2-1 1,1 1 0,-1 0-2,1 0 0,0 0 1,0-1 1,0 0 0,3 0 1,-2 0-1,1 0 1,1-1-1,2 1 0,0-1 0,0 0 0,2 0 0,0-1-1,0 1 0,1-1 1,1 0 0,-2 0-1,3 1 1,-1-1-1,-1 0-1,2 0 0,0 0 0,0 0 1,0 0-1,0 0 0,0 0 0,0 0 2,0 1 1,2-1 2,-1 2 1,-1 0 1,3 0 1,-2 1 2,3 0 2,-2-1 3,2 1 0,2 3 0,-1-2 1,0 0 3,2 2 1,1-1-1,-2 2 1,3 0 0,-2 0 2,2 0 1,1 1 0,0 0 0,-1-1 0,1 0 2,1 1 1,-1-1 0,1-1-1,-1 1-1,1-1 0,-1 0 0,1 1 0,0-1 0,-1 1-4,3 0 0,-1 0-2,-2-1-2,2 1-4,0-1-2,0 0-1,-1 0 0,-1-1-2,1 1 0,-2-1-1,1-1-3,-3 1 0,2-1-3,-3-1-1,2 1-2,-3-2-4,0 1-5,-2-1-5,2 0-8,-1-1-8,-1 2-12,-1-3-13,1 1-15,-1 0-16,-2 1-29,1-1-33,2 0-41,-3 0-45,0 1-33,0-2-28,0 0-42,0 0-49,0 0-57,0 0-60,-3-2-21,2 0-1,1-1 7,-2 1 200</inkml:trace>
  <inkml:trace contextRef="#ctx0" brushRef="#br2" timeOffset="276602.1023">11409 15701 0,'0'0'252,"1"-1"-14,-1 1-40,0 0-36,0 0-38,1-1-28,-1 1-25,0 0-14,0 0-6,2 0-5,-2 0-3,0 0-2,1 0-2,-1 0-3,0-2-4,0 2-1,1-1-3,-1 1-2,2-1-1,-1-1-4,-1 2-1,1 0-3,-1 0 0,0 0-1,1-1-1,-1 1 2,3-1 1,-3 1 3,0 0 4,0 0 4,0 0 5,0 0 5,0 0 6,0 0 4,0 0 3,0 0 3,0 0 2,0 0 2,0 0 1,0 0 1,0 0-1,0 0 0,0 0-2,0 0-1,0 0-4,0 0-2,0 0-3,0 0-3,0-1-1,0 1-3,0-2-3,0 1 1,0 0-1,0-1 1,1 2-1,-1 0 3,1-1 2,-1 0 2,0 1 0,1-2 2,-1 0 1,0 0 2,0 0 1,2 1 1,-2-2 3,0 3 0,0-2 0,0 2-1,0-1-1,0 0-1,0 0-5,0 1-1,0-2-4,0 1 0,1 0-2,-1 1-1,1-2 1,-1 2 1,0 0 0,0 0 1,0 0 0,0 0 0,0 0 1,0 0-1,0 0-2,0 0-2,0 0 0,0 0-3,0 0-2,0 0-3,0 0-3,0 0-3,0 0-4,0 0-2,0 0-1,0 0-1,0 2-1,0 0-1,0 0-1,-1 1 0,0-1 0,-1 1-1,1 0 1,1 3 0,-1-2 0,0 2-1,1 1-1,0-2-1,0 1-3,0 2-1,0 0-1,0-1 1,0 1-2,0 1 0,0-1 0,0 1-2,0-2-1,0 2 0,0-3 0,0 2 1,0-1-1,0 1-1,0-1-2,0 0-3,0 0-7,0-2-8,0 0-12,0 2-13,0-3-13,0 0-18,0 1-20,0-1-30,0 0-31,0 0-28,0-2-27,0 1-19,0-1-17,0 1-11,0 0-9,1 0-4,0-1-3,-1 0-3,0-1-5,0 1-12,0-2-14,0 0-27,0 0-30,0 0-1,0 0 281</inkml:trace>
  <inkml:trace contextRef="#ctx0" brushRef="#br2" timeOffset="277269.1144">11347 15801 126,'-1'-1'266,"0"0"-28,-1 1-30,1-2-31,1 2-29,0 0-21,0 0-16,0 0-6,0 0-3,0 0-2,0 0-1,0 0-2,0 0-1,0 0-3,0 0-2,1 0-4,1-1-5,-1 1-5,0-2-6,-1 1-9,4 0-10,-2 0-8,-1 1-8,2-2-6,-1 1-6,2 0-5,1-1-2,-1 0-3,-1 2-5,3-3-1,0 0-3,0 0-3,0 0 1,0 1 0,0-1 2,1 0-3,0 0-1,-2 0-1,3 0 1,-1-2 0,-1 1 1,2 0-1,-2 1 0,0-1 3,0 0 3,1 1 3,-2 0 4,1-1 5,-3-1 3,1 2 4,1-1 4,-2 1 4,0-1 2,0 2 4,-2 0 2,2 0 2,-1 0 0,-2 0 1,1 1-1,1-2 0,-1 0-2,0 3-2,-1 0-3,0-1-1,0 0 0,0 1-1,0-2-1,0 2-1,0 0 0,0 0-3,0 0-1,-1-1 0,1 1 0,-1 0-1,-2 0-1,2 1 0,-2 1 0,1-2 1,-3 2 0,1-2 2,0 4 1,-1-1-2,-1 1 0,0 0-2,1 0 1,-4 1-2,3 0-1,-1 0-1,-2 1-1,3-1-2,-3 1-4,3 0-3,-3 0-2,3 1-4,-2-2-3,1 2-1,0-3-1,-2 2-2,3 1 1,-1-3 0,0 2-1,2 0-1,-1-1-2,-1 0-4,1-1-5,1 1-4,-1 0-6,3-2-6,-1 1-8,0 0-7,0 0-7,1-1-10,-1-1-11,1 1-12,2-1-12,-1 0-9,-1 0-8,3 0-5,-1-2-6,0 1-4,-2 0-8,3-1-5,0 0-6,0 0 1,0 0 0,0 0 6,0-2 8,0 1 7,0-2 9,0 0 9,0-1 8,0 1 9,3-2 9,-2 0 11,0 0 10,-1-1 14,0 0 10,1 1 11,1-1 5,-1 1 6,0-1 3,-1 0 4,1 1 4,1-1 4,-1 2 3,-1 0 3,1-2 5,0 1 7,1 2 3,-1 0 6,-1-1 5,2 0 4,0 1 5,-1 0 6,-1 1 7,1 1 4,-1-2 5,0 2 5,0-1 5,0 1 1,0 0 3,0 1 3,1-2 6,-1 2 1,0 0 2,0 0 2,0 0 1,0 0-3,0 0-2,0 0-1,0 0-3,0 0-2,0 0 1,0 0-1,0 0-1,0 0-5,2 0-4,-1 0-5,0 2-4,2-2-2,-1 1-3,3 1 0,-3 0-1,2 1-2,0 0-3,1 1-4,0-1-4,0 1-7,0 0-6,1 1-4,-1-1-3,0 1-3,0 0-4,1 0-3,-1 0-4,0-1-2,1 0-3,-2 1-3,1 0 1,0-2-2,1 1-1,-1 0-1,-1 0-1,0 0-6,0-2-7,0 1-10,0 1-14,0-3-22,-2 0-27,3 1-32,-4 0-35,2 0-29,-2-2-27,2 1-23,-1 1-20,-1 0-37,3 0-46,-4-1-60,1 1-65,2-1-23,-2 1-5,2 0 15,-2 0 428</inkml:trace>
  <inkml:trace contextRef="#ctx0" brushRef="#br2" timeOffset="277838.3647">11958 15981 23,'0'0'322,"0"1"-34,0 0-50,0-1-45,0 2-42,0-2-20,0 1-8,0 0 0,0-1 5,0 0 8,0 0 13,0 0 8,0 2 7,0-2 5,0 0 3,0 0-1,0 0-2,0 0-6,0 0-8,0 0-8,1 0-12,2 0-11,-2 0-12,3 0-11,-2 0-10,-1 0-9,3 0-8,-1 0-7,-1 0-5,3 0-4,0 0-4,0 0-2,0 0-4,1 0-5,2 0-4,-2 0-5,4 0-4,-3 0-5,3-2-6,-1 1-2,2 0-4,-2 1-2,-2-2-1,2 1-2,0 0-1,-2 1-1,0 0-2,0-2 0,-1 1 2,0 0-2,-1 1-1,0-2-1,0 2 1,-1 0-1,-2 0-1,2 0-1,-1 0-1,-1 0 0,-1 0-1,3 0-2,-3 0-4,-1 0-5,1 0-7,1-1-9,-2 1-11,0 0-10,0 0-13,0 0-20,0 0-23,0 0-35,0 0-40,0 0-30,0 0-30,0 0-18,0 0-16,0 0-22,0 0-27,0 0-44,0 0-53,-3 1-36,1 1-26,-2-1 4,-1 2 213</inkml:trace>
  <inkml:trace contextRef="#ctx0" brushRef="#br2" timeOffset="278371.1034">11949 16096 0,'-1'2'257,"-3"-2"54,3 1-32,1 0-48,-1 0-55,0 1-34,-1-2-24,2 1-8,0 0-2,0-1 3,0 0 6,0 0 7,0 0 7,0 0 7,0 0 7,0 0 4,2 2 5,-1-2 6,0 1 5,0-1 0,3 1-2,-3 1-5,3-2-10,-1 1-9,-1 0-11,3 1-9,0-2-9,-1 1-6,-1 0-9,2 0-9,1 1-9,0-2-12,0 2-13,1-1-10,-1-1-11,2 1-7,-1 0-3,1 0-2,-1 1-3,1-2-2,-2 1-2,3 0 0,-2-1-3,-1 0 0,0 0 0,1 0-1,0 0-2,-2 0 0,0 0-1,1 0 1,-1 0-1,-1 0-1,1 0 1,0 0-2,-1 0 0,-2 0-1,2-1 0,-2 0 0,3 1 0,-4-2-2,2 2 1,-2 0-1,2 0 0,-2 0-1,0 0-4,1 0-4,-1 0-8,0 0-10,-1 0-12,0 0-18,0 0-22,0 0-39,0 0-45,0 0-44,0 0-43,0 0-35,0 0-34,0 0-68,0 0-84,0 0-43,0 0-25,0 0-5,0 0 4</inkml:trace>
  <inkml:trace contextRef="#ctx0" brushRef="#br2" timeOffset="279691.6978">12729 15653 0,'0'-3'34,"1"1"303,1 0-7,-1 0-35,-1 0-48,1 1-36,-1 0-32,0-2-13,0 2-6,0-1 0,0 2 1,0-1 0,0 0-1,0 0-3,0 1-5,0-2-4,0 1-5,0-1-11,0 2-12,0-1-15,0 0-15,0 0-12,0 1-10,0 0-7,0 0-7,0 0-1,0 0 1,0 0 3,0 0 4,0 0 1,0 0-1,2 0 1,-1 1-1,-1 1-1,1 0 0,-1 1-3,0-1-1,1 2-3,-1 0-2,2-1-4,-1 2-5,0 0-7,-1-1-6,0 3-5,0-2-1,0 0-1,0 2-2,0-3-1,0 2 1,0 1 1,0-1-2,0 1 0,0-1 0,0 2 0,0-1-2,0 1 0,0 0-2,-1 0-1,0 1-2,-1 0-1,1 0 0,1 1-2,-1 0-2,0-2 1,-1 1-1,1-1-1,1 1 0,-1-1-2,-1 0 0,1 1 1,1-1-2,-1-1 0,-1-1 0,0 1 0,2-2-1,0 1-1,0 0 0,0-1-1,0-2 1,0 3 0,0-4-1,0 1 0,0 0-1,0 0 1,0-1-1,0 0 1,0-1-1,0 1 1,0-1 1,0-1-1,0 2 1,0-1-1,0 0 0,0 1 0,0-2 0,0 0 1,0 0 0,0 0 0,0 0-1,0 0 1,0 0 0,0 0-1,0 0 0,0 0 0,0 0-1,0 0 0,0 0 0,0 0-1,0 0 1,0-2-2,0 0 0,0-1 0,0 0-2,0-1-2,0-1-1,0 0-2,0-2-1,2-1-1,0-1 0,-1 1-1,-1-2 0,1-2-2,1 1-2,-1-3-1,-1 1-3,1-1 1,1-1 0,0 0 0,-1 0 2,2 0 1,-2 0 0,3 1 1,-2-1 0,-1 1-1,2-2 0,-2 1 2,3 1 2,-2 0 2,2 0 1,0 2 2,-2-2 1,2 4 0,-1-1 0,0 1 1,2-1 1,-2 2 0,-1 0 0,2 0 2,-2 2 1,1-1 0,2 2 1,-4 1 0,2-1 0,-1 1 0,2 0-1,-2 2 1,3-1-1,-2 2 0,-1-2 0,2 1 1,0 2-1,1-1 0,-2 0-1,1 0 2,1 1-1,0 0-1,-1 0 2,-1-1-1,1 2 2,0 0 1,2 0 0,-2 2-1,0-1 0,-1 0 1,2 0 1,0 2 2,-1 0 2,0-1 0,1 2 1,-2 0 0,1 1 1,1-1 0,0 2 0,-1-1 0,-1 1 1,0 1 1,1 0 1,-2 0 0,2-1-1,-3 1 0,2 1-2,-1-1 1,-2 1 0,1-1 0,-1-1-1,0 2 1,0-2-1,-1 1 1,1 0-1,-2 0 1,-1 0-2,1 1 0,-2-2 1,0 1-1,0 0 0,1-1-1,-1-1 0,-1 1-1,0-1-1,0 0 0,-1 0 1,1-1-2,0 0 1,-1 0-2,-2 0 2,2-1-1,-1 1-2,-1 0 0,2-1 0,-3 0 0,3 0-1,-3 1 1,3-2 1,1 0-2,-2 0 1,2 0 0,0-1 0,0 0 0,1 1-1,0-2 1,2 1-1,-1 0 0,2 0 1,-1 1-1,-2-2 1,4 0-2,-1 0-1,0 0 0,1 0 1,0 0 0,0 0-1,0 0 0,0 0 0,0 0 1,0 0 0,0 0 0,0 0 0,0 0 0,0 0 0,1 1 1,0 0 1,-1 1 0,1-1 1,3 2-1,-3-1 2,2 1 0,-1 1 0,2-1 2,0 2-2,1 0 1,-2-1 3,2 2-2,0 0 1,1-1 0,-1 1 0,2 0 1,0 2 0,-2-3 1,1 3 1,2-3 0,-2 2-1,-1 0 1,2-1 0,0 1 0,0-1-1,-1 2 1,1-3 0,0 3 0,-1-3-2,0 1 0,2 0 0,-2 0-3,-1-1-1,2 1 0,0-1-1,-2 0 0,1-1-2,-1 0 1,-1 0 0,-1-1-2,2 1 0,0 0-1,-1-2-3,-2 1-2,3 0-6,-2-1-3,-1-1-7,1 2-6,-2 0-7,2-2-10,-1 1-12,-1-1-12,2-1-14,-2 1-16,0 2-13,-1-3-27,1 2-27,1-1-28,-1 1-25,0-2-19,-1 1-15,1 0-11,1-1-9,0 0-11,-1 0-14,-1 0-25,3-1-35,-1 0-38,2-2-42,-1 1 1,-1-2 64</inkml:trace>
  <inkml:trace contextRef="#ctx0" brushRef="#br2" timeOffset="280310.5957">13287 15510 0,'4'-5'92,"-2"0"264,-1 2 4,2 0-38,-2 0-59,2 0-43,-2 1-33,0-1-13,-1 2-6,1-1 0,1 0-1,-1 0 1,-1 0-1,0 1-2,0 0-3,0-2-6,0 2-7,0-1-13,0 2-15,0-1-15,0 1-17,0 0-10,0 0-10,0 0-5,0 0-4,0 0-2,-1 1-3,-1-1-3,1 3-5,1 0-1,-2-2-1,0 2-1,1 1-2,-1-1 0,-1 2-3,2 1-2,0 0-4,-2 0-4,2 2-3,1 0-3,-1 0-2,0 1-2,-1-1-1,1 2 0,1-1-2,-1 0-2,0 0-2,1 1-1,0-1 1,0 1-3,0 0 0,0-2-2,0 1-1,0-1-1,0 0-2,0-1 1,0 0-2,0-1 0,0 2-3,0-2-1,0-1-1,0-1-5,1 1-3,0-1-7,-1 0-7,0-1-10,1 2-13,-1-3-11,2 1-13,-1 0-18,0-1-22,-1 0-30,0 0-34,0 1-29,0-2-25,0 0-18,0 1-13,0-2-10,0 0-9,0 0-18,0 0-23,0 0-36,0 0-43,0 0-25,0 0-14,0 0 14,0-4 413</inkml:trace>
  <inkml:trace contextRef="#ctx0" brushRef="#br2" timeOffset="280917.1899">13210 15595 0,'-1'-1'25,"-2"-1"301,2 2-16,1 0-33,0 0-44,0 0-41,0 0-43,0 0-23,0 0-19,0 0-9,0 0-6,0 0-4,0 0-5,0 0-5,0 0-1,0 0-2,0 0-1,0 0-1,1 0-2,2 0-3,-2 0-4,3 0-2,-2 0-3,3 0-4,-1 0-3,0 0 0,1-1-2,2 0-3,-2 0-4,4 1-6,-2-2-4,1 1-5,0 1-4,1-2-1,0 2-2,-1-1-2,2-1 1,-1 0-2,2 0-1,-3 0 0,2 0 0,-3 0 0,3-2 3,-2 2 0,0-1-2,0-1 0,0 3 0,-3-3-1,2 1 0,-1 0 0,-3 0 0,1 1 2,0-1 1,-2 0 1,2 0-1,-3 0-1,0 1-2,1-1 1,-2 2-2,0-1-1,-2 0-2,1 0-2,0 0-1,-3 1-2,2 1-1,-2-1 0,2 1-1,-1-2-2,-3 2 1,2 0 1,0 0 0,1 0 2,-1 2 1,-1-2 4,0 1 3,0 0 2,-1 1 3,0 2 1,-1-1 1,0 1 0,2 0 1,-2 2 3,-1-2 1,1 3 0,-2 0 0,3 0-1,-2 0-3,1 0-3,-1 1-4,1-2-3,0 2-1,-1 1-2,1-1-2,0 1-2,0-1-2,2 0-1,0 1-2,0-2-3,-1 1-1,1-1-2,1-1-3,-2-1-5,2 2-4,2-1-7,-2-2-6,1 2-6,2-3-6,-2 0-9,1 1-10,1-1-7,1 1-6,-1-2-12,0 0-12,-1-1-11,1 0-10,1 1-6,-1-2-2,1 0-4,-1 0-1,-1-2-3,1 1 0,1 0 3,-1-2 4,0 0 5,-2-1 4,2 1 9,1-2 10,0-1 13,0 1 13,0-3 11,0 1 8,0-2 9,0 1 6,0-2 8,0 1 7,0 1 7,0-3 4,0 2 6,0 0 5,0 0 4,1 1 7,2 0 5,-2 1 6,0 0 6,-1 2 5,1-1 7,1 2 7,-2 0 9,0 0 10,0 2 9,0-2 7,0 2 4,0 0 6,0 0 1,0 0 2,0 0 5,0 2 6,0 0 6,0 0 4,0 0-2,0 0-2,1 2-5,0-1-5,0 2-4,2-2-3,-2 1 0,4 1 1,-3 1-1,2 0-4,0 0-6,1 1-9,1 0-6,-1 2-6,1 0-3,2 1 2,-2-1-3,3 0 0,-2 1-4,-1-2-3,3 3-5,-1-3-5,0 2-3,1-3-3,0 1-2,-2-1-4,3 0-2,-4 0-3,2-1-5,-1-1-4,1 0-3,0 0-5,-2 0-2,1-1-3,0-2-4,-2 3-7,1-2-9,2 1-14,-3-2-12,0 0-17,1 0-34,-2 0-45,-1 0-44,1 0-43,-1 0-47,0-2-47,-3 2-71,0 0-85,-1-2-37,-3 0-18,2 1-1,-3 0 7</inkml:trace>
  <inkml:trace contextRef="#ctx0" brushRef="#br0" timeOffset="295161.5075">7822 17096 0,'5'-4'154,"1"-1"115,-2 1-42,0 1-50,-2-2-48,3 1-29,-3 2-20,1 0-6,-2-2-3,2 2 4,-2-1 4,-1 2 3,1-2 3,1 2 5,-1-1 6,-1 1 6,1 1 4,-1-1 4,0-1 0,0 2 1,0 0 2,0 0-2,0 0-1,0 0-2,0 0-5,0 0-1,0 0-3,0 0-1,0 0-3,0 0-6,0 0-5,0 0-4,0 0-4,0 0-5,0 0-5,-1 0-4,0 0-6,-1 0-5,1 0-4,0 2-5,-2-1-4,2-1-6,-2 1-4,1 1-2,-2-2-3,2 1-4,-2 0-2,2 2-3,-1-2-3,-3 2-2,2-2-2,0 3 0,1-2-1,-2 0 0,-1 2 0,1 1 0,-2-2 0,0 2-1,2 2 0,-1-2-2,-2 1 0,2 1 0,0 0 0,0-1 1,-2 2 0,2 0 1,0 0 0,0-2 0,-2 2-1,3 0 0,0 0-2,-1-2 1,1 2 0,0 0-1,0-1 1,0 2-1,1-1 1,2 1 0,-2-1-2,2 0 0,-2 1-1,3-2 0,-2 2 1,2-3 0,0 3 1,0-1 0,-1 0 0,2 1 1,0-1-1,0 1 1,0-1-1,0 2 0,0 0-1,2-2 2,-1 1 0,0-1-1,-1 0 0,1 1 0,2-1-1,-2 1 1,3-1 0,-2-1 1,1 0-1,-1 1 1,2 0-1,-2-1 1,3 0 0,-1 0 0,1 2 0,-1-2-1,2-1 1,-1 1 0,0-1 0,2 1 1,1 0-2,-2-1 1,4 1 0,-3-1 0,3 1 1,0-1-2,1 0 1,1 0-1,-1-2-1,0 1 1,3 1 0,-2-2 0,0 0 2,2-1-1,-1 1-1,0-1 1,2 1-1,-1-1 1,1-1-1,-2 1 0,2-2 0,0-1 1,0 2 0,1-2 1,-2 0-1,1-2 1,0 2-2,0-1 0,-2-2 0,1 2 0,0-2-1,-1-1 0,2 2 1,-4-1 0,3-1-1,-2 0 0,0 0 1,0 0 0,-1-1 0,-1 0-1,1 1 2,-1-1 0,0 0 0,-1-1 2,2 1 1,-2 0 1,-2-2 1,1 2 3,-1-2 2,-1 1 4,2-1 2,-3-1 3,-2 2 1,1-2-1,0 1 1,-3-1 0,2-1-1,-3 1-1,0-2-2,-3 1-1,2-2 0,-3 2-2,0-4-3,-1 2-3,-1 1-3,0-2-2,0 0-1,-3-1-1,2 1 2,-2 2-1,0-2 1,1 1-1,-1 1 0,-1 0 1,0-1 0,0 3-1,0-2 1,-1 2-1,1-1 1,0 1 0,-1 1 0,1-2 0,0 2 0,0 1 0,0-1-2,1 1 0,0-1 0,0 2-2,-1 0 1,0 0-1,0 0 0,-1 0 0,1 1-1,0 0 0,0 1-1,-1-1 0,1 1-2,-1-1 1,0 0 0,1 2 1,-1-1 0,-1 1-1,1 1 0,-1 0-2,0 0 1,0-1-2,0 2-1,-1 0-2,1 0-1,-2 2-3,3-1-2,-3 0-5,2-1-5,2 2-8,-2-1-7,-1 2-9,3-1-8,-1-1-10,0 2-11,2 1-15,-1-3-17,2 2-22,-1 1-25,0-2-21,3 1-21,-3 0-15,3-1-14,1 1-8,-1 1-7,2-2-11,-1 0-14,0 3-35,3-1-43,-2 0-34,3-1-30,-2 2-1,2 0 44</inkml:trace>
  <inkml:trace contextRef="#ctx0" brushRef="#br0" timeOffset="299133.5938">8521 16890 91,'0'0'193,"0"0"-26,0 0-23,0 0-22,0 0-22,0 0-21,0 0-16,0 0-10,0 0-9,0 0-4,0 0-2,0 0 1,0 0-1,0 0 1,0 0 0,0 0 2,0 0-1,0 0 2,0 0 2,0 0 2,0 0-1,0 0 3,0-1 1,0-1 3,0 1 3,0 0 3,0 1 2,0-1 2,0 0 1,0 0 1,0 1 3,0 0 0,0 0 1,0 0 0,0 0 0,0 0 0,0 0-5,0-1 0,-1-1-4,0 1 0,-2 0-1,2 1 0,1-1-1,-1-1-2,0 1-2,1 1-2,0 0-1,0 0-2,0 0 0,0 0 0,0 0-1,0 0-1,0 0-1,0 0-3,0 0-5,0 0-2,0 0-1,0 0-2,0 0-1,0 0-2,0 0 0,0 0-2,0 0 0,0 0-4,0 0-2,0 0-2,0 0-4,0 0-1,0 0-1,0 0-2,0 0-1,0 0-2,-2 1-3,1 1-3,1-1 0,-1-1 0,0 1 0,-1 0-1,1 2-2,1-2 0,-1 1 0,0 3 2,-1-1 1,0 0-1,2 1 1,-1 3 0,-1-1 1,1 1 1,0 2-2,1-2 0,-1 2-2,-1 2 0,1 0 1,1-2 1,-1 1 0,0 1-1,1-1 1,0 0-1,0 1 1,0-2-1,0 2-1,0-3 0,0 2 1,0-2 0,0 0 0,0 0 1,0 0 0,0-1-2,1 0 0,-1 0 0,0 0-1,1 0 1,-1-3 0,0 3 1,0-4-1,1 2 0,-1 0 0,2-2 0,-2 0 1,1-1 0,-1 0-1,0 0 1,0-2 0,0 2-2,0-2-3,0 0-9,0 1-11,0-1-20,0-1-22,0 0-29,0 0-30,0 0-24,0 0-22,0 0-18,1-1-17,0-1-16,1 1-19,-1 1-33,3-3-41,-2 2-46,-1-2-47,2 1-9,-2-1 7</inkml:trace>
  <inkml:trace contextRef="#ctx0" brushRef="#br0" timeOffset="299746.5514">8412 17029 0,'0'-2'131,"0"0"115,0 1-49,0-1-43,0 1-43,0 1-31,0-1-26,0 0-14,0-1-8,0 2-4,0 0-2,0 0 1,0 0-2,0 0 0,0 0 0,0 0-1,0 0-1,0 0 1,1-1 0,-1 1 3,0 0-1,1 0 0,1 0-1,-1 0 1,0 0 2,-1-1 1,3 1 0,-1 0 4,-1 0 2,3-2 2,-3 2 2,2 0-1,-2 0-1,3 0-2,-2 0-1,2 0-1,0 0-1,-2 0-3,2 0-3,-2 0-1,1 0-1,1 0-2,1 0-3,-2 0-2,1-1-2,1 1-1,0-1 0,-1 1 0,1-2-1,0 1 0,1 1 0,-1-1-1,1-1 1,0 1-2,0 1-1,1-1-2,0 0 1,1-1-2,0 1-1,-2 1-1,2-1 0,-1 0-2,1 0 0,-1 0-1,1-2 0,-2 2-1,1-2 2,0 2 0,0 0-1,-2 0 1,0-1-1,-1 2-1,1-3 2,-2 2-1,1 1-2,-1-1 0,-1 0 1,-1-1-2,3 1-1,-4 1-5,1 0-8,0 0-9,1 0-10,-1 0-11,-1-1-12,1-1-10,-1 2-13,0 0-10,2-1-11,-2 1-12,1 0-13,-1 0-25,0 0-34,0 0-51,0 0-61,0-3-23,0 1 31</inkml:trace>
  <inkml:trace contextRef="#ctx0" brushRef="#br0" timeOffset="300348.6163">8662 16845 0,'-2'-1'115,"1"0"138,1 1-48,-1 0-40,-2 0-35,2 0-32,0 0-27,0 0-16,-2 0-10,2 0-7,-3 0-7,3 0-2,-1 1-2,-1 0-1,1 2-1,-1-2 0,-1 2 2,-1-1 0,2 0 1,-1 2 0,0 0 1,-2 0 1,1-2-1,0 2 2,1 1 1,-2 0 1,1 0 1,0 0 1,-1 0 0,1 2 0,0-2 0,0 0-2,-1 3-1,1-3 0,0 2-3,-3 0 0,2-1 2,1 2 0,-2 0-1,2-2 0,-1 2-1,-1 0-2,1 0-2,1-1-1,-1 0-3,1 0-4,0 2 0,-1-4-2,1 3-1,0-2-1,0 0-2,-1-1-2,2 2-3,-1-2 0,1-1-2,1 0-1,0 0 1,-1-1-2,3-1-1,-1 2-1,-1-3-2,3 2-6,-1-2-9,0 2-11,-2-3-14,2 0-11,1 1-14,-1 1-11,1-2-13,0 0-12,0 0-9,0 0-11,0 0-14,0 0-30,0 0-38,0 0-50,0 0-54,0 0-16,0 0 116</inkml:trace>
  <inkml:trace contextRef="#ctx0" brushRef="#br0" timeOffset="300380.532">8462 16878 0,'1'-1'267,"-1"1"-18,2-1-50,0-1-41,-2 2-40,1 0-29,-1 0-25,0 0-13,0 0-8,0 0 0,0 0 2,0 0 2,1 0 2,-1 0 1,1 2 1,1-1 6,-1 0 8,0 2 9,0-1 10,2 0 6,-2 2 4,3 0-1,-2-1 1,-1 2-3,3 0-4,-1 0 0,-1-1 1,2 1 3,0 1 3,-2 0-3,2-1-6,-2 2-7,2-1-9,0 1-6,-1-1-5,1 1-1,0 0-1,1-1-1,1-1-4,-1 2-3,0-3-4,1 2-4,-2 0-5,2-1-5,2 0-5,-2-1-3,0 0-2,0 1-1,0-1 1,0-1-2,0 2-1,-1-1-1,0-1-2,0-1-2,-1 1-2,0 1-3,0-2-2,1 1-1,0-1 1,-3 0-3,2-1 0,-1 2 0,-1-2-1,1 1-1,-1-1-3,0 0-7,1-1-11,-2 1-19,2 0-22,-2 0-23,0-1-23,1 0-23,-1 0-21,0 0-19,3 0-18,-2 0-17,-1 0-15,3 0-28,-1 1-33,-1-1-51,3 0-60,0 0-16,-1 0 3</inkml:trace>
  <inkml:trace contextRef="#ctx0" brushRef="#br0" timeOffset="301428.6454">9066 17027 56,'0'0'257,"0"-2"-31,0 2-37,0 0-33,0 0-31,0 0-21,0 0-20,0 0-10,0 0-6,0 0 0,0-1-1,0-1 2,0 2 3,0 0 3,0-1 6,0 1 2,0 0 2,0 0 4,0 0 1,0 0 1,0 0 1,0 0-1,0 0 0,0 0-2,0 0-1,0 0-5,0 0-3,0 0-5,0 0-5,0 0-6,0 0-3,0 0-5,0 0-6,0 0-3,-1 1-4,1 1-3,0-1-2,0-1 1,0 0 2,0 2 4,0-1 2,0 0 2,0 2 3,0-2-1,0 3 2,1-2 3,1 1 4,-1 1 6,-1 1 3,1 1 4,2 0 3,-2 0-2,2 1-1,-1 0-3,0 2-2,2 0-3,-1 1-3,-1 1-3,2 0-2,-2-1-4,3 2-5,-2 0-5,-1 1-7,2 1-2,-1-1-6,-1 2-1,3-1-5,-3-1-2,2 2-5,-1-1 1,0-1-1,2 2 1,-1-1 0,1-1-2,-1 0-1,-2 1-1,3-1-1,-2 0 1,-1 0-1,2 0 0,-2-1-2,2 0 2,0 0-1,-2-1 1,2 1-2,-1-3 0,-1 2 0,2-1-1,-2 0 0,-1-1-1,2 0 0,-2-1 0,2 0-1,-1-2-1,-2 2 0,1-4 0,1 3-2,0-2-1,-2-1 0,1 0-2,0 0 1,-1-2-1,0 1 0,0 0 0,0-1 0,2-1-1,-2 2 1,0-2-1,1 1 0,-1-1 2,0 0 0,0 1-1,0-1 1,0 0 0,0 2 0,0-2 0,0 2 0,0-2 0,0 1 0,0 0 0,1-1 1,1 2 0,-1-2 0,0 2-1,-1-2 0,0 1-1,0 0 1,0 0 0,0-1 0,0 0 0,0-1-1,0 1 1,0 1-1,0-2 0,0 1 0,0 0 0,0-1 0,0 0 0,0 0 0,0 0 0,0 0 0,0 0 0,0 0 0,0 0 0,0 0 0,0 0 1,0 0-1,0 0 0,0 0 0,0 0 1,0 0 0,0 0 1,0 0 0,0 0-2,0 0 0,0 0 1,0 0-1,0 0-1,0 0 0,0 0-1,0 0-1,0 0 0,0 0-3,0 0-4,0 0-5,0 0-4,0 0-6,0 0-6,0 0-9,0 0-14,0 0-16,0 0-18,0 0-20,0 0-28,0 0-37,0 0-37,0 0-39,0-1-25,1-2-18,1 2-25,-1-1-28,0-1-60,3 0-75,-2-2-26,-1-1-3,2 0 10,-2 0 63</inkml:trace>
  <inkml:trace contextRef="#ctx0" brushRef="#br0" timeOffset="303698.6881">10100 17016 0,'1'-1'88,"2"-2"188,-1 3-29,-1-1-41,1-2-46,-1 2-34,0-1-29,-1 1-14,1-1-7,1-1-1,0 2 0,-1-1 4,-1 2 4,1-2 5,1 0 6,-1 1 4,-1 1 4,0-1 4,0-1 4,0 1 1,0 1 0,0-1 0,0 0 2,1-1-2,-1 2-3,0 0-3,0 0-2,0 0-5,0 0-4,0 0-5,0 0-6,0 0-7,0 0-7,0 0-4,0 0-5,0 0-3,0 0-5,0 0-3,0 0-5,0 0-1,0 0-4,0 0-1,0 0-1,0 0-2,0 0-1,0 0 1,0 0 1,0 0 0,0 0-1,0 0 0,0 0 0,0 0 0,-1 0 1,1 0-1,0 0 0,-1 0 0,-1 0-2,1 0-1,1 0-1,-1 0-3,-1 0-2,0 0-2,1 0-3,1 2-2,-1-1-2,0 0-3,-2-1-1,2 1-3,-2 1-1,2-1-1,-1-1-2,-2 1-1,0 2 0,2-2-2,-2 1 0,0-1-2,-2 3 1,1-2 0,0 1-1,-1 1 0,1 0-1,0 0 0,-1 1 1,-2-1-1,2 0 0,0 2 0,0 0 0,-2-1 0,2 0 1,0 2-1,0-2 0,-2 3 0,3-2 1,-1 0 0,-1 0 0,0 0 0,2 0-1,-1-1-1,2 1 0,1 0 1,-1-2 0,-1 3 0,1-2 0,2 0 0,-2 2 0,1-2-1,1 3 0,-3-2 1,3 2 1,-1 0 0,2 1 0,-2-1 0,2 1 0,-1 2 0,-1-2-1,2-1 0,1 2 1,-1 0 1,1 0 0,0 0 0,0 1-1,1-2 2,-1 2-1,4-1 0,-2 1 1,-1-2 0,3 3-1,-1-1 0,0 0 0,2 0-1,-1-1 0,1 1 1,0-1 0,2 1 0,0-1-1,0 1 2,-1 0 0,2-1-1,-1 0 1,1 2-1,0-2 2,1 0-1,0 0 2,-2 0-2,2 0 0,0-1-1,-2 1 0,3-2 0,-4 0 0,3 1-1,-3-2-2,3 1 1,-3-3 1,-1 3-1,0-3-1,1 2 0,-1-2 1,0-1 0,0 1 1,-1-1-1,-1-1 0,0 1 1,1-2-1,-2 2 0,3-1 1,-4-2-1,2 2-1,-2-2 0,2 2 2,-1-1 0,-1 0-1,3 0 0,-3-2 0,2 1-1,-2 1-3,2-1-4,-1 1-7,-1-1-12,2 0-13,-2-1-15,3 1-15,-2 1-23,2-1-26,-2-1-33,2 0-37,-1 0-32,1-1-27,0-1-21,1 1-15,0 0-20,3-2-19,-2 2-33,1-1-37,1 1-33,-2-3-30,3 2-1,-3-1 16</inkml:trace>
  <inkml:trace contextRef="#ctx0" brushRef="#br0" timeOffset="304382.9091">10653 17244 182,'2'-5'380,"-2"2"11,1-2 7,-1 1-55,0 0-84,0 0-43,0 2-27,0-1-14,-1-1-8,1 2-3,0 0 1,0 1-4,-1-2-7,1 2-11,0-2-11,0 2-13,0-2-8,0 3-12,0-1-8,0 1-8,0 0-8,0 0-6,0 0-4,0 0-6,0 0-4,0 0-3,0 0-5,0 0-4,0 0-3,0 0-5,0 0-4,0 0-4,0 0-4,0 0-2,0 0-2,0 0-1,0 0-2,-1 0-2,-1 0-1,1 0-2,1 1-1,-1-1-2,0 2-1,-1-1 1,1 0 0,0 2 1,-3-1 0,3 1-2,-3 1 0,2 0 0,-2 1 1,0 1-1,-2 0 0,2 1 1,1 0-1,-1 0 0,-1 2 0,0-1-1,1 1-1,0-1-2,1 0 0,-1 1-1,0-1 1,2 1 0,-1-1-2,2 0 1,-1 1 0,0-1-1,0 1-2,2-1 1,0 0-1,0 1 2,0-1 0,2 0 0,0-1 0,0 0-1,-1 0 0,3 2 0,-1-2 0,-1-1 0,4 1 0,-2-1 1,0 0 0,1 0 0,1-1 0,0-1 1,-1 2-1,4-1 1,-3-2-1,4 0 0,-3 1 1,3 0 0,-1-2 0,2 0 1,-1 0-2,0 0 2,0-2 1,2 1-1,1-1 1,-2 0-1,0-1 0,2 1-1,-2-2 2,1 0-2,-1-2-1,1 3 0,0-3-1,-2 0 0,2 0 1,-1 0 1,0 0 0,-2 0-1,0 0 1,1-1-1,-4 1 0,3-1 0,-3 1 0,-1-1 0,1 0 3,-2-1 0,1 1 1,-1 0-1,-2-3 0,2 3 1,-3-2-2,0 0 1,-1 1-2,0-2 2,-1 0 0,0 2 1,-4-2 0,3 1 0,-2-2 1,0 2-1,-1 0 0,-1 0-1,0-1 1,-2 3-2,2-3 1,-2 3-2,0-3 0,-1 3-1,-1-2-1,1 0-1,-2 1 0,1-2 0,-1 4-1,0-2-1,0 0 0,-2 1 1,1 0-2,2 1 1,-2-1-1,-1 1 2,2 1-1,-1-1 0,-2 0 0,4 2 0,-2-1 1,-1 2-2,2-1 0,0 1-1,0 1-1,-2-1-3,2 1-2,1 0-5,-1 0-6,2 1-10,-1-1-12,3 1-13,-3 0-17,2 1-17,1-1-20,0 2-26,0 1-31,1-2-28,1 1-25,1 1-20,2 0-15,-2 1-10,3-2-8,1 2-2,1 0-2,3 1-10,-2 0-20,2-2-39,0 3-50,1-1-9,4-2 11</inkml:trace>
  <inkml:trace contextRef="#ctx0" brushRef="#br0" timeOffset="305025.9771">11397 17303 0,'0'0'110,"0"0"214,0 0 6,0 0-38,0 0-62,0 0-54,0 0-50,0 0-25,0 0-11,0 0-2,0 0 0,0 0 3,0 0 2,0 0 2,0 0 3,0 0-1,0 0 0,0 0-4,0 0-3,0 0-6,0 0-4,0 0-6,0 0-6,0 0-6,0 0-5,0 0-6,0 0-3,0 0-5,0 0-2,0 0-4,0 0-3,0 0 0,0 0-1,0 0 0,0 0 0,1 0 1,0 0 1,0 0 0,3 0-1,-3 0 0,2 0 0,-2 0 0,1 0-1,1 0-2,-2 0 0,3 1 1,0-1 2,-2 2 3,2-1 1,0-1 1,-1 0 0,3 0 3,0 0 1,0 0-1,1 0-1,-1 0 0,3 0-1,-1 0-2,-1 0-1,3 0-4,-1 0-5,1 0-5,-2 0-5,2 0-3,-1 0-3,2-1-4,-2-1-1,-2 1 0,2 1 0,0-1-1,-2 0-2,3-1 0,-2 1 3,0 1-2,-2-1-1,3-1 0,-4 1-1,1 1 0,2 0-1,-3 0 0,0 0 0,0 0 0,-1 0-1,0 0 2,0-1 0,-1 1-2,-1 0 0,-1 0-1,3 0-1,-3 0 1,0 0 1,1 0 0,-1 0 0,0 0 0,-1 0-1,0 0-1,0 0-2,0 0 0,0 0-3,0 0-4,0 0-6,0 0-10,0 0-9,0 0-14,0 0-13,0 0-23,0 0-26,0 0-30,0 0-31,0 0-26,0 0-23,0 0-17,0 0-14,0 0-12,1 1-10,-1-1-20,0 0-25,0 0-44,0 0-54,0 0-8,0 0 10</inkml:trace>
  <inkml:trace contextRef="#ctx0" brushRef="#br0" timeOffset="305628.6649">11559 17190 0,'-1'-1'41,"-1"-2"254,-1 1-15,3 1-33,-1-2-45,0 3-37,-1-2-35,0 1-17,2 0-9,-1 1-3,1-1-1,0-1 4,0 1 2,0 1 4,0 0 4,0 0 1,0-1 2,0-1-2,0 2-2,0 0-6,0 0-6,0 0-6,0 0-4,0 0-7,0 0-4,0 0-7,0 0-9,0 0-8,0 0-8,0 0-9,0 0-7,0 0-5,0 0-5,-2 2 0,2-1-2,0 0 2,0 2 5,0-1-1,0 0-1,0 2 4,0 1 4,0 0 4,0 1 3,0 0 1,0 1 0,0 0-1,0 0-1,2 2-1,-1-1-1,-1 0-2,2 1-2,0-1-1,-1 1 1,0-1-3,0 0-2,2 2-1,-2-2-4,2 1 1,-1-1-1,-1 0 0,3 1-2,-3-1-2,2 1-1,-1-1-2,-1-1-3,2 2-1,-3-2-1,1 1-2,0-3-1,1 3-2,-1-3-1,-1 0-1,2 2-1,0-3-2,-1 1 1,0-1-1,-1-1 1,1 1-1,1-2-1,-1 2 1,-1-1 0,0-2 1,0 0-1,0 2 0,0-2 0,0 1-1,0-1 2,0 0 0,1-1 0,-1 1-1,0 2-1,0-2-3,0 1-6,0-1-12,0 2-13,0-1-18,0 0-18,0 0-31,0-2-38,0 1-33,1 1-30,1-2-24,-1 1-21,0-1-19,-1 2-19,0-2-35,0 0-40,0 0-46,0 0-46,5 0-10,-3 0 4</inkml:trace>
  <inkml:trace contextRef="#ctx0" brushRef="#br0" timeOffset="306199.7185">12163 17054 0,'0'-1'261,"0"-2"31,0 2-31,0-2-43,0 2-47,0-2-32,0 2-25,0-1-10,0 1-5,0 1-1,0-1 4,0 0 1,0-1 0,0 2-1,0-1-2,0 1-4,0 0-2,0 0-5,0 0-6,0 0-6,0 0-6,0 0-7,0 0-6,0 0-3,0 0-1,0 0-4,0 0-4,0 0 0,0 0 1,0 0 3,0 0 4,0 3 5,0-1 7,0 1 3,0 1 4,0 1 3,0-1 3,1 1-1,2 3 0,-3-1 0,0 1 1,0 1-2,0 0-4,0 1-5,0 1-8,0-1-6,0 1-8,0 1-3,0 0-3,0 0-2,0 0-2,0 0-4,0 0-4,1-1-4,0 0-3,-1 1 0,1-1-2,1-1 0,-1 2-1,0 0-1,2-2 0,-1 2-2,-1-1-1,3-1-2,-3 3-2,-1-4 0,1 2-1,1-2-1,-1 1-2,-1 0-2,1-2 0,1 1-2,-1-1 0,0-1 0,-1 0-1,1 1 1,1-3 0,-1 0-1,0 2-1,-1-3 0,1 1 0,2-1 1,-2-1 0,0 1-1,-1-2 0,1 2 0,1-1-2,-1-2-2,0 1-4,-1 0-7,0-1-7,0 1-12,0-1-14,0 0-15,0-1-14,0 0-23,0 0-27,0 0-31,0 0-32,0 0-26,0 0-22,0 0-18,0 0-13,0 0-11,0 0-14,0 0-28,0 0-35,0 0-39,0 0-38,1-1-3,2 0 12</inkml:trace>
  <inkml:trace contextRef="#ctx0" brushRef="#br0" timeOffset="306893.7008">12665 17188 56,'0'-3'259,"0"2"-28,0 1-35,0-1-29,0-1-31,0 1-21,0 1-19,0-3-8,0 2-1,0 0 1,0-1 2,0 1 4,-2 0 5,2-2 7,-1 2 6,1 0 7,-1-1 5,0 1 7,-1-1 5,1 1 1,1 0 0,0 1-2,0-1-3,-1-1-1,1 1-2,0 1-2,-2-1-1,0-1-5,1 2-5,1 0-8,0-1-8,0 1-11,-1 0-8,0 0-9,-1 0-6,1 0-7,1 0-7,-2 0-6,-1 0-5,2 0-7,-2 0-8,1 0-7,0 0-4,-1 0-3,-1 1-3,2-1-1,-1 2-1,-2-1 0,2 2-1,-1-2 0,0 3 1,-2-2 1,2 1 1,0 2 1,1 0-1,-2 1 3,-1-1 0,1 2 0,1 0-1,-1 0 0,1 2 1,-1-2 0,1 2-1,1-1 0,-1 0 2,0 1-4,2-1 0,-1 1 0,2-1-1,-1 1 0,0 0-1,0-1-1,2 2 1,0 0-3,0-2 0,2 1 1,0-1-2,0 0 1,-1 1 0,3-1 0,-1 1 0,0-1 0,2 0 0,0 1-1,1-1 2,2 1-1,-2-1 0,4-1 0,-3 0 0,3 1 0,0 0-1,1-2 1,1 1-1,0-2 1,2 1-2,-3-1 1,4 0 0,-1-2-1,-1-1 0,2 2 1,-2-3-1,0 2 1,2-2 0,-1-1-1,-2 0 2,2 0-1,-2 0 0,1 0-1,-1-1 1,0 0 0,0-2-2,0 2 1,-1-2 0,-2-1 1,2 3-2,-2-3 2,-1 0 0,0 0 1,1 0-1,-3-1-1,0 0 2,0-1 0,-2 1 1,0-1 1,-2-2 1,2 1-2,-3-2-1,2 1 0,-3-1-1,0-3-1,-3 2 0,2-1-1,-1-2 1,-1 1 0,-2-1 0,1 0-2,-2 0-1,1 0 1,0 0 1,-2 0-1,-1-1 1,2 3-1,-3-1 0,2 1 1,-3-2 0,2 4 1,0-2-1,-1 2 0,-2-1 0,2 2-1,-2 0-1,0 1-1,1 1 0,-2-1 0,0 1 2,0 2-1,-2 0 0,3 0-1,-4-1-1,2 3-2,-1 1-2,0-1-2,3 0-2,-3 1-5,2 1-4,-1 1-9,1 1-9,1 0-13,0-1-13,0 1-15,1 1-19,0-1-24,1 2-28,-1 0-28,4 0-30,-3 1-22,4-1-18,0 0-14,-1 1-9,4 1-13,-1 0-12,3-1-35,-1 2-43,1-1-32,1 1-32,0-1 3,3 1 19</inkml:trace>
  <inkml:trace contextRef="#ctx0" brushRef="#br0" timeOffset="307595.3764">13116 16842 135,'0'-2'322,"0"1"-22,-2-2-34,2 2-54,0 1-65,-1-1-32,1-1-19,0 1-7,0 1-1,0-1 0,0 1 1,0 0 4,0 0 4,0-2 1,0 1-2,0 1 1,0 0 1,0 0-3,0 0-2,0 0-3,0 0-1,0 0-1,0 0-4,0 0-4,0 0-3,0 0-6,0 0-6,0 0-5,0 0-3,0 0-4,0 0-5,0 0-5,0 0-4,0 0-3,0 0-4,0 0-3,0 0-1,0 0 0,0 0 1,0 0-1,0 0-1,0 1-2,0 2-4,-1-2-1,1 2-3,0-2 3,0 2 7,0-1 4,0 0 7,0 2 1,0 0 1,0-1 1,0 0-3,0 2 1,0 2-2,0-2 2,1 3 1,-1 0 0,1 0 0,1 1-3,-1-1-6,0 2-7,-1 0-6,1-1-5,1 1-2,-1 2-3,0-3-2,3 2-1,-2-1-1,-1 1-1,2-2-2,-2 0 1,2 0 0,-2 1 0,2-1-1,-1 0-1,0-1 1,1 0 0,-2-2 0,2 2 0,-1-3 0,-1 3-3,2-3-1,-2 1-9,0-1-10,1-1-11,0 1-14,-1-1-19,-1 0-20,1-1-28,1-1-31,-2 2-28,0-3-25,0 2-19,1-2-17,-1 1-13,1-1-9,-1-1-10,0 1-9,0-1-26,0 0-32,0 0-36,0 0-35,0 0 2,0 0 16</inkml:trace>
  <inkml:trace contextRef="#ctx0" brushRef="#br0" timeOffset="308216.7661">13046 16973 222,'-1'-3'338,"0"2"-23,-1 1-36,1-3-51,1 3-54,-1-1-29,1-1-14,0 1-8,0 1-2,-1-1-2,1 0-1,0-1-3,0 2-5,0 0-5,0 0-7,0 0-8,0 0-10,0 0-8,0 0-8,0 0-7,1-1-9,0 1-6,-1-1-7,1-1-6,2 2-5,-2 0-5,3-1-2,-2 0-4,3-1-2,0 1-1,0-2 1,3 1 0,-2-1 0,0 2-2,4-3-2,-3 1-2,2 1 0,0-2 0,1 1-1,-3-2 0,3 2 0,-2-1 0,0 3 2,0-3-1,-2 1-2,1 1 1,0-2 0,-2 2 2,-1 0 0,0-2 0,0 1 1,0 1-1,-2 0 1,2 0 0,-3-2 1,2 1 0,-2 1-1,0-1 1,-1 0 2,0 1-1,0-2 0,0 1 1,0 2 2,0-3-1,-1 1 1,0 1-1,-1-2 1,1 3-1,0-1-1,-3 1 2,3-2 2,-1 2 2,-1-2-1,2 2 2,-2-2 0,2 2 3,-2 0 0,2-1-1,-2 1-1,0 1 0,2-1-1,-2 1 1,2 0-1,-1 0-3,-1 0-1,1 1-2,-2-1-1,-1 1-2,1 2-2,0-3-2,-2 4 0,0 0 0,1 0 0,-3 0 0,1 1 0,0 3 0,-2-3-2,0 3 2,1 0 1,0 0-1,0 1 0,0-1-1,1 1 1,-1-1-1,3 0 0,-2 1 0,1-1-1,1 1 1,-2-2 0,4 0-1,-1 0 1,0 1-2,-2-3-2,4 3 0,-1-4 2,-1 1-2,3 0 0,-2-2-2,2 1-5,-2 1-5,0-2-8,3-2-11,-1 3-15,0-3-22,-1 2-25,1-2-24,1 1-24,-1-1-20,1 0-18,0-1-13,0 0-12,0 0-10,0 0-8,0 0-21,0 0-23,0 0-34,0 0-40,0 0-20,0 0-13,0 0 10,0 0 320</inkml:trace>
  <inkml:trace contextRef="#ctx0" brushRef="#br0" timeOffset="308250.7136">13001 16848 77,'0'-1'311,"0"-2"-31,0 2-46,0 1-44,0 0-42,0 0-30,0 0-25,0 0-12,0 0-8,0 0-4,0-1-3,0 0 0,1 0 0,-1 1 3,2 0 5,-1 0 5,-1 0 7,1 0 8,1 0 6,0 0 7,-1 0 4,2 0 4,-1 0 3,3 1 1,-1 0 1,0 0-1,-1 1-3,2 1-5,0 0-7,0-1-9,3 1-10,-2 1-7,0 0-7,0 0-3,2 0-6,-2 1-4,3 0-5,-3-2-2,4 3-4,-3 1-2,3-3-3,-2 2 0,0 0 0,1-1-2,-3 1 0,3 0-3,-3-1-6,3-1-3,-3 0-4,-1 1-2,2 0-3,-1-2-2,-1 1-4,1 0-2,-3-2-1,1 1-1,0 0-2,-2-2-1,3 2-2,-2-1 1,-2-1-1,2 1 0,-1-1-1,-1-1-1,1 0-1,-1 2 0,0-1 1,-1 0 0,1-1 0,-1 0-1,0 0 1,0 0-1,0 0-3,0 0-1,0 0-5,0 0-7,0 0-10,0 0-12,0 0-15,0 1-22,0 1-29,0-1-37,-1-1-41,1 1-31,0-1-29,0 2-25,0-1-25,0-1-46,0 0-57,0 0-45,0 0-42,0 1-11,-1 1 3</inkml:trace>
  <inkml:trace contextRef="#ctx0" brushRef="#br0" timeOffset="308895.7771">13699 17113 187,'2'-1'194,"-1"-1"-22,0 1-20,-1 1-23,0-3-20,0 2-18,1-1-15,-1-1-5,2 2-2,-2-2 4,0 3 6,0-3 6,2 2 7,-2-2 5,1 2 5,-1-1 5,0-1 4,0 2 7,0-1 9,0 1 8,0-2 8,0 2 3,0-2 3,0 2 1,0-1-3,0 0-1,0 1-1,0-2-1,0 2-3,0-2-4,0 2-3,0-2-8,0 2-10,0 1-11,0-1-11,0 1-11,0 0-11,0 0-8,0 0-7,-1-2-9,1 2-8,0 0-8,0 0-6,0 0-7,0 0-6,0 0-3,0 0-4,0 0-3,0 0-1,0 0-2,0 0-1,0 0 0,0 0 1,-2 2 1,0-2 0,2 1 1,0 0 1,0 2 3,0 0 1,0-1 1,0 2 4,0 0 1,0 3 3,0-2 0,0 1 2,0 1-1,0 2 0,0 0 0,0 2-3,0 1 1,0-1-1,0 1-1,0 1 0,2 0-2,0 1-1,-1-1-2,-1 0 1,1 0-1,1 0-1,-1 0-1,2 0-1,-1 0 0,-1-1-1,2 0 1,-2 1-1,3-2 0,-2 0 0,-1 0-1,2-2 1,-2 0-2,2 2-1,-2-3 0,0-1 0,-1 0 1,1 1 0,1-3-1,0 2 0,-1-2-1,-1-1 0,1 1 0,1-1 0,-1 0 1,-1-1 0,1-1 0,1 1 0,-1-2-1,-1 2-1,1-2-2,-1 2-2,0-2-4,0-1-6,0 1-9,1 1-13,-1-2-15,0 0-19,0 0-29,0 0-33,0 0-42,2-2-47,-1 1-32,0 0-28,0-2-23,3 1-26,-3-1-50,3 0-64,-2-2-39,2 0-27,1 0-2,-1-2 5</inkml:trace>
  <inkml:trace contextRef="#ctx0" brushRef="#br0" timeOffset="309560.4751">13950 16801 56,'-1'-4'345,"-2"-1"7,2-1 7,0 2-64,-1 0-96,0 1-49,1-1-31,1 1-13,-1 0-4,1 2 0,0-2 2,0 1 3,0 1 3,0-1-1,0 1 1,0-2 0,0 2-4,0 0-2,0-1-2,0 1-4,0 1-4,0 0-5,0 0-4,0 0-5,0 0-5,0 0-5,0 0-7,0 0-3,0 0-3,0 0-3,0 0-1,0 0 0,0-1-1,1-1-2,-1 2 1,0-1-1,1 1 0,1 0 0,0 0 1,-1 0 1,2 1 0,-1 1-3,1-1-1,-1-1-4,2 3-1,2-2-3,-2 3-4,1-2-2,1 0-1,-1 2-2,0 0-1,0-1-2,2 0-2,0 2-2,0 1-3,-2-2-2,1 1 1,3 1 0,-3 0 1,2 0-1,-1 1 1,1 1-2,0-2 0,-2 2 0,2 0-1,-1 0 0,1 1 0,-1-1-1,-1 1 2,1-1 0,0 1 1,-2 2 1,1-2 2,2 1 0,-3 1 2,0 2 1,1-1 1,-1 0 1,-1 1 1,-1 1-1,2-1 0,0 3 0,-1 0-1,0-1 0,-2 2-1,3-1-2,-2 1 1,-1 2-1,-1-1 0,2-2-1,-2 2-1,0 0-1,1-1-2,-2 0 0,0-1-1,0 1 0,-2-1 0,1 1 1,0-1-3,-2-2 0,1 2 0,-2-2-3,2 1-1,-3-2 0,1 1-3,-1 0 2,0-1-1,-2-1 0,0-1-1,0 1-2,2 0 0,-1 0-1,-3-2-1,4 0-1,-2-1 0,-1 1-2,3-2 0,-1 1 0,-1-2-1,0 0-2,2 0-1,-1 0-4,2-2-4,1 0-6,-1-1-7,-1 0-8,3 0-11,-1-1-11,1-1-14,-1 0-23,2-1-29,-2 2-33,1-2-39,-1 0-47,2-1-49,-1 0-35,-1 0-25,2 0-30,-2-1-33,2 0-54,0-2-69,0 2-24,1-2-7,0-1 12,1 0 19</inkml:trace>
  <inkml:trace contextRef="#ctx0" brushRef="#br0" timeOffset="310886.8545">14719 16852 0,'0'-4'192,"0"0"34,0 1-29,0-1-24,0 1-23,1-1-19,-1 1-16,0-1-4,0-1-2,0 1 4,0 1 5,0-1 6,0 0 7,0 1 11,0 0 10,2-1 8,0 0 2,-1 0 3,-1 1-2,0 1-4,0-2-7,0 3-7,0-2-6,0 2-10,0 0-7,0 0-12,0 1-12,0 0-15,0 0-14,0 0-10,0-1-11,0 1-8,0 0-6,0 0-6,0 0-8,0 0-5,0 0-5,0 0-3,0 2-4,0 0-2,0 1 0,-1 0 1,-1 3 0,0-1 1,2 1 3,0 1 2,0 2 5,0 0 4,0 1 1,0 0 3,0 2 3,0 0 1,2 1 1,0 0 0,-1 0-1,-1 2 0,1-1-1,1 2-1,-1-2 0,0 2-4,-1-3-5,2 1-2,-1 1-4,0-2-2,-1 0-3,1-1 0,1 0-1,-1-1 1,0 0 0,-1-3-2,1 2-2,2-2 1,-3-1 0,0 2-2,0-4-3,0 3-9,0-3-9,0 1-11,0-1-11,0-1-14,0 0-14,0 0-22,0-1-27,0 0-27,0 0-24,0 1-23,0-3-21,0 2-17,1-2-13,0 0-7,-1-1-2,0 0-10,0 0-14,0 0-23,0 0-24,0 0-27,-1-1-25,0-2 4,-2 1 167</inkml:trace>
  <inkml:trace contextRef="#ctx0" brushRef="#br0" timeOffset="311596.6274">14625 16957 21,'-3'-1'288,"1"-1"-27,-1 2-40,2 0-35,-3-1-33,3 0-23,0-1-17,0 1-9,-1 1-4,1-1 1,1-1 0,0 1 3,0 0 3,0 1-1,0 0-1,0 0-3,0 0-6,0 0-5,0 0-5,0-1-9,0-1-6,0 1-6,0 1-6,1 0-5,1-2-5,0 1-4,-1 0-4,3 1-5,-2-1-4,2-1-5,1 1-4,-1 1-2,3-3-2,1 1-1,-1 1-2,2-1-1,0-2-3,-2 2-1,4-1-2,-2 0-3,1-1-2,-3 0 0,3 1 0,-2 0-1,-1-1 1,3 0-1,-2-1 1,-1 2-1,1-2 0,0 1 1,-3 0 1,1-1-1,0 0 0,0 0-1,-1 2 0,-2-3 0,2 2 1,0-1-1,-2 1 2,-1-1-1,2 1 0,-2-1 3,1 1 5,-2 1 2,2-1 3,-2 0 5,0 1 4,-1 0 2,1-1 3,1 0 1,-1 1 0,0 2 2,-1-2 2,1 2 1,2-2 0,-3 2-1,0 0-2,0 1-3,0 0-3,0 0-4,-3-1-5,2-1-3,1 1-1,-2 1-2,-1 0-1,2 0-3,-3 0-2,2 0 0,-3 1-3,1 1 0,0-1-1,-1 1 0,-1 1 1,1 0 2,0-2 1,-2 3 1,0 0 1,1 1 1,-2 0 2,0 2 1,1-3 0,-1 4 0,-2-3 0,3 3 1,-1 0-1,-2 0-1,3-2-2,-3 2-1,4 0-1,-3 1-1,3-2-1,-2 2-3,1-3 0,-1 2 0,1-1-2,2 1 1,-1 0-1,-2-2-1,3 2-1,0-3 0,-1 2-1,3-2-5,-1-1-6,0 1-6,-2 0-8,3-2-15,1 1-17,-2 0-23,3 0-26,-2-2-25,2 0-21,0 1-20,0-1-16,-2-1-11,2 1-11,1-1-7,0-1-5,0 0-6,0 0-7,0 0-8,0 0-12,0 0-15,0 0-19,0 0-16,0 0-13</inkml:trace>
  <inkml:trace contextRef="#ctx0" brushRef="#br0" timeOffset="312149.8278">14591 16810 272,'0'-4'266,"0"3"-30,0-2-33,0 2-31,0-1-26,0 1-21,0 1-15,0 0-8,0 0-4,0 0-3,0 0-4,0 0-2,0 0-1,0 0-1,0 0 2,0 0 7,0 0 8,0 0 3,0 0-1,3 0 3,-2 0 3,3 2 2,-2-1 1,2 3 1,0 0 3,-1-1 0,3 2 1,1 1 1,-1-2 0,1 4-8,1-1-10,0 0-8,0 1-5,3 1-7,-1-1-7,1 1-6,-2 1-5,3-1-5,1 0-2,-2 0-5,3 0-5,-2 0-6,2-1-8,-2 0-6,1 0-6,0 0-3,-3 0-3,3-3-2,-2 2-2,-1-1 0,0-2-2,-3 1 0,3 1 0,-4-4-1,1 2 0,-1 0 0,-1-1-1,-2-2 0,1 1 0,1 0-1,-3-1-1,1 2 0,-2-3 1,0 1-1,1 1 0,-1-1-1,-1 0 1,1-1-1,-1 0-1,0 0-1,0 0-1,0 0 0,0 0 0,0 0-1,0 0 0,0 0-2,0 0-1,0 1-7,0-1-7,0 0-13,0 0-14,0 0-21,0 0-21,0 0-38,0 1-45,-1 0-46,1-1-43,0 0-42,0 0-41,0 0-66,0 0-78,-4 0-38,2-1-21,-1 0 1,-3 0 9</inkml:trace>
  <inkml:trace contextRef="#ctx0" brushRef="#br2" timeOffset="319700.0489">15955 17267 0,'-1'1'122,"0"0"232,1-1 7,-2 1-26,1 1-41,1-1-56,0-1-62,0 0-33,0 0-20,0 0-13,0 0-8,0 0-7,0 0-4,0 0-3,0 0-5,0 0-8,0 0-8,0 0-8,0 0-10,0 0-8,0 0-8,0 0-6,0 0-6,0 0-5,0 0-2,0 0-2,1 0-3,2 0 3,-2 0 4,3 0 3,-2 0 5,1 0 4,0 0 4,1 0 1,2 0 1,-1 0 2,2 0 1,0 0-2,-1 0 0,2 0 0,0 0 0,1 0-4,1 0-3,-1 0-5,1 0-6,-2 0-3,2 0-3,1 0-2,-3 0-3,-1 0-1,3 0-1,-2 0 0,-1 0-1,1 0 0,-1 0 0,-1 0-1,-1 0-1,-1 0-2,2 0-1,-2 0-2,0 0-6,-2 0-13,3 0-16,-3 0-19,1 0-24,-2 0-19,2 0-23,-1 0-16,0 0-18,-1 0-13,0 0-9,-1 0-10,2 0-7,0 0-9,-2 0-8,0 0-9,0 0-12,0 0-34,0 0-41,0 0-18,-4 0-6</inkml:trace>
  <inkml:trace contextRef="#ctx0" brushRef="#br2" timeOffset="320395.0165">15959 17371 0,'-4'0'175,"2"2"93,-1-1-39,2-1-41,-1 0-41,1 0-33,1 0-28,-1 0-16,1 0-10,0 0-4,0 0-4,0 0-2,0 0-2,0 0-1,0 0 1,0 0 1,0 0-1,0 0 2,0 0 2,0 0 5,1 0 2,0 0 4,2 1 0,-2-1 1,3 0 2,0 0 1,-2 2 2,3-2 1,-1 0-3,0 1-2,0-1-3,0 0-4,1 0-7,0 0-7,1 0-8,-1 0-6,0 0-5,3 0-4,-2 0-4,-1 0-7,2 0-6,0 0-9,0 0-11,-2 0-13,1 0-16,3 0-17,-3-1-17,2-1-15,-1 1-17,2 1-12,-1-1-13,1-1-15,1 1-13,0 1-30,1-1-36,-2 0-45,2-2-48,1 2-23,0-1-10</inkml:trace>
  <inkml:trace contextRef="#ctx0" brushRef="#br2" timeOffset="321103.89">16987 16946 0,'3'-6'35,"0"2"336,-2-4 1,2 4 5,-2-2 2,-1 0-68,1 1-101,1 0-60,-2 1-38,0 1-28,0 1-19,0-1-11,0 0-5,0 1-5,0 1 0,0 0-2,0 1-2,0 0 3,0 0 5,0 0 2,0 0 1,0 2 4,0 0 5,0 2 5,1 1 3,-1 1 3,1 3 4,1-1 0,-1 2 0,0 1 2,3 3 1,-2 1-5,-1-1-5,2 2-4,-1 2-2,2 2-4,-1-2-5,0 2-4,1 1-4,-1 0-1,-1 0-1,2 0 0,-2 0 0,3 1-3,-2-1-2,-1 0-2,-1 0-1,2 0-2,-2-1-4,2-2-3,0 3-3,-2-3-2,2 0-2,-2 0-2,2-1-2,-2-1-1,2-2-1,-1 2-2,-2-2-1,1-2-3,2 1 0,-2-2-2,0-2-1,-1 1 0,1 0-2,1-2 1,-1-1 0,0 0 0,-1-2 1,1 0 0,1 0 0,-1-2 3,0 1 3,-1 0 1,0-4 1,0 3 0,1-2 0,-1-1 2,0 0 3,2-1-1,-1-2 0,-1 2-2,0-3 0,0-1 0,0-2-1,0-2-1,0 1-4,0-4-1,0-1-2,0-1-1,0-2 1,0-4-3,0 1-2,0-5-2,0 0 2,0-1-2,0-1 0,0-3-1,0 0 0,0-2-1,0 0 3,0-1-1,2-1-1,-2 1 1,2-2-1,0 2 0,-1-1-1,3 0 1,-1 3-2,-1 1 2,4 1 0,-2 1 0,1 4 0,0-1-1,1 3 1,0 1-1,3 2 1,-3 1-1,2 0 1,0 2-1,1 2 2,1 1-1,-1 2 1,2-1-2,0 1 1,-1 3-1,1 0 1,-1 1 1,1 0-2,-2 2 1,2 2-1,0 0 2,-1 2 1,1 0 0,-1 0 0,0 4 0,-1-2 0,2 4 2,-3-1 0,0 1 0,0 2 0,-1 0 0,-1 1 0,1 2 0,-1-2 1,-2 3 1,-1-2-2,1 3 1,-3-1 0,2 0 1,-2 1 0,-1 0 0,-1 0-1,-3 1 1,2-1 0,-2 0 0,-1 0 1,-3-1-1,2 1 0,0 0-1,-4 0-1,3-1 0,-3 0 0,1 0 0,-2-1 0,-2 1 0,2 0-1,0-2 0,-3 1 0,3-2 0,-1 2 0,-1-3 0,2 1 0,0-3 0,1 2 0,-1-3 1,0 2 1,2-3 0,-1 1 0,3-1-2,-2 0 0,3-1 1,-1-1-1,1 2 0,1-3-1,2 2 1,-1-2 0,1 1-1,-2-1 0,3-1-1,-1 1-1,2 1 1,-1-2-1,0 0 0,1 1-1,1-1-1,0 0-2,0 0 1,0 0 1,0 0 1,0 0-2,0 0 2,0 3 1,0-1 0,0-1 0,1 1-1,1 3 2,0-1-1,-1 0 2,2 0 1,-1 1 1,3 0 0,-2 2-2,1 0 0,-1-1 0,1 2 0,2 0 0,-1-2-1,0 3 2,3-1 0,-2 1-1,0-1-1,3 2 1,-2 0 0,3-2 1,-1 1 1,1 3 0,0-3 1,1 3 0,0-1-1,-1 0 0,2 1 0,0-1-1,0-1 1,2 2 0,-1 1 1,-1-1 0,1-2 1,-2 2 1,1-3-1,0 3-1,-2-3 0,2 1 0,-1 0 1,0-2-1,0 0 0,-3 0 0,2-2 0,-1 2-1,2-3 1,-3 2-1,0-1-1,1-2-1,0 2 2,-2-1 1,0-2-1,0 0 0,-1 1 0,0 0 1,-1-2-1,0 0 1,0 1-1,-1-2 0,0 2-2,-1-1-5,1-2-7,0 1-10,-2 0-17,-1 0-17,2-1-26,-2 1-31,-1 1-40,0-2-43,0 0-33,1 0-26,2-2-20,-2 1-18,2 1-33,0-1-39,1-1-50,0 0-57,0-1-17,2-1 1,-1 0 20,1 2 398</inkml:trace>
  <inkml:trace contextRef="#ctx0" brushRef="#br2" timeOffset="321136.8312">18143 17329 322,'-1'-1'412,"-1"-1"16,-1 0 17,2 1-51,-3 1-81,3-1-54,0 0-42,0 0-25,-1 1-17,1-1-6,1 0 0,-1-1-5,0 1-8,1 1-12,0 0-16,0 0-15,0 0-16,0 0-12,0 0-11,0 0-8,0 0-10,0-1-7,0-1-6,0 1-9,0 1-11,0-1-6,1 0-6,-1 1-6,1-2-5,-1 2-10,0 0-12,0 0-16,0 0-16,0 0-25,0 0-28,0 0-35,0 0-39,1 0-30,1-1-25,-1-1-21,0 2-19,-1 0-26,4 0-30,-2-1-57,2 1-67,0-1-23,-1-2-3,2 2 17,0-2 223</inkml:trace>
  <inkml:trace contextRef="#ctx0" brushRef="#br2" timeOffset="321862.6187">18453 16876 0,'0'-6'92,"0"2"278,0 0 20,0 1-22,0 0-39,0-1-49,0 1-52,0 1-25,0-2-12,0 3-8,0-1-6,0 1-6,0-2-6,0 2-9,0 0-12,0-1-14,0 2-18,0 0-15,0 0-17,0 0-13,0 0-14,0 0-3,0 0 2,-2 2 0,1-1 1,1 1 1,-1 1-2,0 0 2,-1 2 0,1 1 0,1 1 0,-1 2 2,-3 0-1,3 2 1,0 1 1,0 1-7,-1 1-8,1 1-8,1 2-6,-1-1-4,0 1-3,-1 0-3,2 1-3,0-1 0,0 1 1,0 1-3,0-1-1,0 2-2,2-3-1,-1 0-1,0 1-1,-1 1-2,1-3-1,1-1 0,-1 1-2,0 0 1,-1-2-1,1 1-4,2-2-5,-2 0-8,0-1-9,-1-1-17,1 0-16,1-2-18,-1 1-18,0-2-24,-1-1-28,0 2-27,0-3-30,0 0-21,0-1-19,1-2-15,1 2-9,-2-2-6,1-1 2,0 1 2,-1-3 5,0 0-2,0 0-4,0 0 0,0 0 1,0-1-9,0-3-10,0-1-9,-1-1 157</inkml:trace>
  <inkml:trace contextRef="#ctx0" brushRef="#br2" timeOffset="321895.5267">18414 17208 186,'-1'-6'297,"0"1"-28,-1 2-41,1-1-38,1 2-37,-1-2-27,0 1-21,-2 2-13,3-1-7,0 0-5,0 2-5,0-1-2,0 1-3,0-2-1,0 1 2,3 1 0,-2-1 0,0-1 2,3 1 0,0 0 0,1 1 2,2-1 1,-1 0 2,4 0 0,-1 1 0,2-1 0,3-1 0,-2 0-5,3 1-4,1-2-6,2 2-4,-1-1-6,0 0-4,2-1-3,-2-1-4,2 2-4,-2-1-2,2 0-2,-2 1 0,1-1-5,-1-2-1,-1 2-5,-1-1-2,0 0-2,0 1-3,0-2-1,-4 0-2,3 0 0,-2-2-1,-3 1-2,2-2-1,-3 0-1,0-1-1,-3 1 0,0-3 0,0 0 1,-1-1 0,-3-1 0,0 0 2,-1-2 1,-1 2 3,1-1 0,-2-1-1,-1 1 1,1 1 0,-2-2 4,-1 1 3,1 2 2,0-1 0,0 2 1,0 0-1,0 0-1,2 2 2,-1 0-2,-2 1-3,3 0 1,-2 3 1,3-2-1,-2 3-2,2-1-2,-2 1-5,2 1-1,0 1-2,-1-2-1,0 3-1,1-2-2,1 2-1,-1-1-2,0 1-3,1 1 0,0 0 1,0 0 3,0 1 2,0 1 4,0-1 4,0 3 5,0 0 3,0 0 4,-2 4 4,2-2 2,0 3 2,-1 2 3,1-1 3,0 2 4,0 3 2,0-1-1,0 2-1,0 0-3,0 1-4,0 1-3,1-2-2,1 3-2,-1 1-3,0-1-1,-1 0-1,1 2-2,1-2-2,0 0-4,-1 1-2,-1 0-3,1-1 1,1 0-1,-1-1 0,0 0-1,-1-1-2,2 0 0,-1 0 0,0-1-2,-1 1-2,1-2 0,1-1 0,-1-1-2,0-1 1,-1-1 0,1-1-1,2 2-1,-3-3-1,0-1-3,0 0-4,0-3-8,0 2-11,0-1-14,0-2-16,0 0-19,0 1-20,0-2-34,0 1-41,0 0-40,0-2-40,0 1-29,0-2-24,0-1-36,1 3-40,0-3-53,-1 0-58,0 0-20,1 0 0,3-1 13,-1-2 142</inkml:trace>
  <inkml:trace contextRef="#ctx0" brushRef="#br2" timeOffset="322603.0812">19340 17223 0,'1'0'113,"0"0"271,-1-1 13,1-1 0,-1 2-6,0 0-57,0-1-81,-1 1-43,1 0-27,0-1-10,-1 0-5,1 1-4,-1-2-1,1 1-4,0 1-3,0 0-10,0 0-11,0 0-12,0 0-13,0 0-12,0 0-13,0 0-10,0 0-7,0 0-10,0 0-10,0-1-10,0 1-11,0 0-13,0-2-15,0 2-17,0-1-20,0 1-22,0 0-25,0 0-36,1 0-43,0-1-34,-1 0-30,1 0-23,1 0-19,-2 1-27,0 0-32,2 0-60,-1 0-69,4-1-26,-2-1-4,-1 1 11,3 1 163</inkml:trace>
  <inkml:trace contextRef="#ctx0" brushRef="#br2" timeOffset="322636.9662">19901 16856 73,'5'-5'355,"-1"-3"17,1 2 19,-2 0-42,1-1-72,0 1-40,-2-1-26,3 1-16,-2-1-10,-1 1-8,-1-1-3,2 0 0,-2 1 4,0-2 0,1 1-4,-1 0-15,-1 0-20,0-1-17,-1 2-14,-1-1-13,1 1-9,1-1-7,-2 0-3,-1 1-3,2-1-6,-2 2-8,1-2-13,-3 2-8,3 0-9,-1-2-7,-1 3-6,1-1-4,-2 0-3,1 2-3,-1-1-2,0 0-1,-1 2-2,0-1-1,-1 2-2,0-2-1,-1 2 1,0 1 0,0 0 0,-2 0 1,3 0 2,-3 2 0,1 1 0,-2 0 0,2 1 0,0 1-1,0-1 2,-1 2 1,1 0-1,-1 3-1,1-1 2,1 1-1,-1-1-1,2 1 0,-1 3 0,3-3 0,-2 3 0,2-2-1,1 2-1,0 0 0,-1 1 0,3-1 0,-1 0 1,2 0 0,1-1 0,0 2 0,0-1 0,1 0 0,2 0 0,-1 1-1,3-1 1,0 0 0,2 0 0,0 0 1,-1 0-1,3 0 1,1 0 0,1 1 0,-1-1 0,1 0 0,0-1 0,3 0-1,-2 1 1,2-2-1,-3 2 1,3-1-1,-2-1-1,1-1 1,-1 3 0,0-3 0,0 1 0,-1 0 0,-1-1 0,0-1 0,0 1 2,-3-1-1,2 0 0,-2 1 0,1-1-2,-1 1 1,-2-1 1,0 0 1,-1-2-1,1 2 3,-1 0 0,-2-1 2,1 1 2,-1-2 1,-2 2 1,1 0 1,-1 0 1,0 0 3,-1 1 3,1-1 0,-2 0 3,-1 1 1,1-1 1,-2 1-1,-1-1 3,0 0-2,0 1 0,-1-3 0,-2 2 0,2 0-1,-4 0 1,3-1 0,-2 0 0,-1 0-1,0-1-1,0 1-2,-1-2 0,-1 1-1,0 0 0,0-1-1,2-2 2,-2 2-2,-1-1-1,3 0-2,-2-2-1,0 0 0,0 1 0,1-1-2,0-2 0,1 2-1,-1-2 0,1 0-3,0-2 0,1 2 0,-2-2-3,4-1 0,-2 1 1,1 0-2,1-2 1,1 0-1,0 0 0,-1 2-1,2-2-1,2 1 0,-1-1-2,-1 2 0,3 0-1,-1-2-3,1 3-2,0-2-7,1 2-7,0-1-8,-1 0-12,1 1-19,1-2-20,0 3-28,0-1-28,0 0-40,0 1-45,0 0-42,0 0-42,0 0-38,0 0-37,3-2-60,-1 1-67,2 1-35,0-1-18,1-1 5,-2 1 13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125782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5B26-012A-4465-8038-A9517A105E93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078726" y="6400413"/>
            <a:ext cx="275074" cy="276999"/>
          </a:xfrm>
        </p:spPr>
        <p:txBody>
          <a:bodyPr/>
          <a:lstStyle/>
          <a:p>
            <a:fld id="{2CC12EAA-8E87-4008-AE0D-FC4491AD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13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0A444A-81AC-4101-5BE5-70B5C950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1AAC73-79AA-AD6F-7455-8BAAA3682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D59E9F6-B172-E565-9FA0-159891BF6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EDA764-3DC9-D838-0386-8DB35076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08F46-6919-43C7-AE03-A00DD76B45E6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B449755-94D0-3DEE-5C5F-1996962E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932BBBF-F9AF-AA9E-CEA9-A90D9BD8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6041-3ECA-4B26-95C0-582EA926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7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D5DFC2-50B2-60D5-27F9-29C50E1F0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6B9F6C0-12C5-B1AE-62FC-6BB2B1284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21191AB-EFC8-209C-6883-1CAB4EA4A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F9B0CB1-81B3-3A83-7ADB-48CEB55F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BA8C899-E3AF-D7AF-0051-DD9DEE74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4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B4E117-76CE-A4BA-DCFB-624CEE45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1D680D-3982-60C3-E639-63784146C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F1B6440-CCB5-FF85-BA20-7EDDCDD7F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2CF55C-DF49-DEC9-07E6-001EB293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B602007-2262-6420-2FA5-91D0D2B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7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249DD1-F33E-C446-C6A8-90308C1AE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6B89E88-3B07-5E5C-888A-5CE89072F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BFB0FB3-7078-FF8A-BFC1-AA06F532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46691F-C9E5-1112-B8B8-4250E7C6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94426E-DE44-A367-9490-890F26E0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26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F2940B-C125-1171-9BB9-C93C4FF6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2E1411F-8202-6A9D-B745-362D164BE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47F0064-32EF-D60E-B04A-D8650BD68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87D2FF2-619E-A67E-3CD3-D04CC700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5F22406-1D13-CBF3-E8F1-028574B6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EA0733C-C2AE-B83D-5892-FAC41AC1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76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A39A1B-2DE2-E3C9-9F8A-0D78D1A0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F732B1B-4607-B163-607A-90C560891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A7CAA39-F022-E23A-C100-D7804563E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D42D572-7973-676D-CE7F-905AB7CFF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8C69A88-9005-B3E1-2A15-031C9D0E4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1DF45C5-F1FA-4EB9-062F-CE1781D5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72C3F10-792D-3373-B694-894FED7D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48692F2-60FA-B189-A005-452E88E5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40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69BAD3-B604-CAFF-BAD8-C5789DE7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DAE2AC3-BC95-820F-6FE7-C78A25E1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AD8A8C1-D06B-0353-AB91-2482ECEA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ADDFEC5-7001-A2A8-B141-88A21179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81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267A77A-93E8-E9F2-717F-4EC5C9CF4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018706-B04B-4099-B93E-E7918BE0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877225-6E40-EEE2-57B6-A2EA3F25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02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CB8FDB-D68F-17F0-13BB-A693DD18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3B1DC9-E494-28B3-B697-41BADF64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6BACB0E-4362-365D-5FBB-19BA75555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C4F00A4-2188-0231-37EF-F3D125F5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B2DDBEC-1E3B-20D1-9CB5-BA60C0F8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D0C589D-6923-3673-FAC5-68E68547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48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4181EC-FD88-6563-2A97-D3D6DE86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21BCEA0-4579-0F58-598B-7D4079CE8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4E0F82B-62FC-3412-382F-F41A08D09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38B9F7-692C-A34C-3680-60337FA1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6992AFB-4D2A-FD8A-FF37-C723E482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1D8B1F0-96AA-82B0-5C82-33E53246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00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C5343B-65EF-3E1B-77FD-9AFD0A1C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B6AC339-F763-45C1-D0BF-216F8C124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4B4380F-8DC2-5440-C7B6-51B06674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1CC1A4-989C-586D-5736-F7754CDE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DF75079-A28C-293D-FE66-00DD96B7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52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4693795-DE15-B544-1D71-C0E6F60FF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4214695-9356-4418-52D9-DFCF44E66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AB4BDD-016D-55E3-0500-5DD330BD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723B8E-2B53-4E81-5B1B-BF1DB167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3B1BB3-8A49-DBF8-FB7B-26B2B46F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60" r:id="rId7"/>
    <p:sldLayoutId id="2147483674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51051D4-6D39-B710-1300-7C7BEC418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CF2687E-739B-344A-B2D5-AF0DA4E4E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B465EFA-BC95-D449-1DE4-8611C7EF1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D5404-4410-4FCB-81A6-53C0FB332A9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73FDD6-6DEF-7464-95AD-73B047E49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77F20F-069F-0F02-B521-17EA6AADA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76BDF-C819-4E49-BF04-8D2EF53AB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1185753"/>
            <a:ext cx="7865110" cy="175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CSE322</a:t>
            </a:r>
            <a:r>
              <a:rPr dirty="0"/>
              <a:t/>
            </a:r>
            <a:br>
              <a:rPr dirty="0"/>
            </a:br>
            <a:r>
              <a:rPr lang="en-US" dirty="0" smtClean="0"/>
              <a:t>REGULAR EXPRESSION</a:t>
            </a:r>
            <a:endParaRPr dirty="0"/>
          </a:p>
        </p:txBody>
      </p:sp>
      <p:sp>
        <p:nvSpPr>
          <p:cNvPr id="106" name="Line 3"/>
          <p:cNvSpPr/>
          <p:nvPr/>
        </p:nvSpPr>
        <p:spPr>
          <a:xfrm>
            <a:off x="2246312" y="2955111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C5A04DF-2EC9-87B8-2538-6974D8B6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C3A23F-78D5-4A7D-E8DD-6B2F75D532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7408" y="569651"/>
            <a:ext cx="10515600" cy="1325563"/>
          </a:xfrm>
        </p:spPr>
        <p:txBody>
          <a:bodyPr/>
          <a:lstStyle/>
          <a:p>
            <a:r>
              <a:rPr lang="en-US" b="1" dirty="0" smtClean="0"/>
              <a:t>Rules used for Regular expression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C012672-E7C4-850C-EFB7-6537456F323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71464" y="1724025"/>
            <a:ext cx="7753350" cy="3409950"/>
          </a:xfr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EADFF1B-0E02-2F71-7C53-DDD14136B4D2}"/>
              </a:ext>
            </a:extLst>
          </p:cNvPr>
          <p:cNvSpPr/>
          <p:nvPr/>
        </p:nvSpPr>
        <p:spPr>
          <a:xfrm>
            <a:off x="2810829" y="5642018"/>
            <a:ext cx="609391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Union, Concatenation, Closure</a:t>
            </a:r>
          </a:p>
        </p:txBody>
      </p:sp>
    </p:spTree>
    <p:extLst>
      <p:ext uri="{BB962C8B-B14F-4D97-AF65-F5344CB8AC3E}">
        <p14:creationId xmlns:p14="http://schemas.microsoft.com/office/powerpoint/2010/main" val="850916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EFAFA28-4D30-82E0-A704-2B82D249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54563A-F620-51EC-EAA3-08D9CD57D3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9376" y="54868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Construction of Finite Automata Equivalent to a Regular </a:t>
            </a:r>
            <a:r>
              <a:rPr lang="en-US" b="1" dirty="0" smtClean="0"/>
              <a:t>Expression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58BE38-61EF-1EB6-5BB1-F0F4DDAC568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3392" y="191683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 </a:t>
            </a:r>
            <a:r>
              <a:rPr lang="en-US" b="1" dirty="0" err="1"/>
              <a:t>ba</a:t>
            </a:r>
            <a:r>
              <a:rPr lang="en-US" b="1" dirty="0"/>
              <a:t>* b</a:t>
            </a:r>
          </a:p>
          <a:p>
            <a:pPr marL="0" indent="0">
              <a:buNone/>
            </a:pPr>
            <a:r>
              <a:rPr lang="en-US" dirty="0"/>
              <a:t>This design will accept strings like bb, </a:t>
            </a:r>
            <a:r>
              <a:rPr lang="en-US" dirty="0" err="1"/>
              <a:t>bab</a:t>
            </a:r>
            <a:r>
              <a:rPr lang="en-US" dirty="0"/>
              <a:t>, </a:t>
            </a:r>
            <a:r>
              <a:rPr lang="en-US" dirty="0" err="1"/>
              <a:t>baab</a:t>
            </a:r>
            <a:r>
              <a:rPr lang="en-US" dirty="0"/>
              <a:t>, etc.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24B2B91-B917-AEE7-E57C-FA03B2135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3717032"/>
            <a:ext cx="57721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527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C43195B-6238-F734-957A-CF1BFED0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AEF5E946-3491-C33D-67CB-78C575C748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1384" y="672225"/>
            <a:ext cx="10515600" cy="1325563"/>
          </a:xfrm>
        </p:spPr>
        <p:txBody>
          <a:bodyPr/>
          <a:lstStyle/>
          <a:p>
            <a:r>
              <a:rPr lang="en-US" b="1" dirty="0"/>
              <a:t>Other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5BE6297-D0CA-582B-562A-BE3FF7AE643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3054" y="2121886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      (</a:t>
            </a:r>
            <a:r>
              <a:rPr lang="en-US" b="1" dirty="0" err="1"/>
              <a:t>a+b</a:t>
            </a:r>
            <a:r>
              <a:rPr lang="en-US" b="1" dirty="0"/>
              <a:t>)c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48352FB3-D07A-6656-B04C-D146FB7CA95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44072" y="2348880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    a (</a:t>
            </a:r>
            <a:r>
              <a:rPr lang="en-US" b="1" dirty="0" err="1"/>
              <a:t>bc</a:t>
            </a:r>
            <a:r>
              <a:rPr lang="en-US" b="1" dirty="0"/>
              <a:t>)*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440DF2E-5E12-41B5-DB07-267A93A17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3861048"/>
            <a:ext cx="4810125" cy="1504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2627E5D-409E-B42E-13E4-3847B56CF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3717032"/>
            <a:ext cx="48672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31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9DD2F3-D293-7B11-78D3-DCA9D8DF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8EFF2E60-7EFC-FE0F-414A-073D1D133A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3392" y="667543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Equivalence of </a:t>
            </a:r>
            <a:r>
              <a:rPr lang="en-US" b="1" dirty="0" smtClean="0"/>
              <a:t>Two Regular Expression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07368" y="1556792"/>
            <a:ext cx="11554766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</a:rPr>
              <a:t>(1+00* 1)+</a:t>
            </a:r>
            <a:r>
              <a:rPr lang="en-US" sz="4000" b="1" dirty="0">
                <a:solidFill>
                  <a:srgbClr val="C00000"/>
                </a:solidFill>
              </a:rPr>
              <a:t>(1+00* 1</a:t>
            </a:r>
            <a:r>
              <a:rPr lang="en-US" sz="4000" b="1" dirty="0" smtClean="0">
                <a:solidFill>
                  <a:srgbClr val="C00000"/>
                </a:solidFill>
              </a:rPr>
              <a:t>)(0+10*1)*(1+10*1)=0*1(0+10*1)*</a:t>
            </a:r>
            <a:endParaRPr lang="en-US" sz="4000" b="1" dirty="0">
              <a:solidFill>
                <a:srgbClr val="C00000"/>
              </a:solidFill>
            </a:endParaRPr>
          </a:p>
          <a:p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86920" y="2342880"/>
              <a:ext cx="11728440" cy="40240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60" y="2327040"/>
                <a:ext cx="11761920" cy="405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44834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9DD2F3-D293-7B11-78D3-DCA9D8DF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8EFF2E60-7EFC-FE0F-414A-073D1D133A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3392" y="667543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Equivalence of </a:t>
            </a:r>
            <a:r>
              <a:rPr lang="en-US" b="1" dirty="0" smtClean="0"/>
              <a:t>Two Regular Expression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2495600" y="1412776"/>
            <a:ext cx="6848350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</a:rPr>
              <a:t>(00* (01)*0)+ 0*(10*)*=(0+10)*</a:t>
            </a:r>
            <a:endParaRPr lang="en-US" sz="4000" b="1" dirty="0">
              <a:solidFill>
                <a:srgbClr val="C00000"/>
              </a:solidFill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88611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3086ADC-C648-D9D8-6DE1-9DBA6E9D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61523C-1F2E-5E12-516D-D3A67ADFA1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1384" y="908720"/>
            <a:ext cx="10515600" cy="1325563"/>
          </a:xfrm>
        </p:spPr>
        <p:txBody>
          <a:bodyPr/>
          <a:lstStyle/>
          <a:p>
            <a:r>
              <a:rPr lang="en-US" b="1" dirty="0"/>
              <a:t>Closure Properties of Regular Sets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94272A-4ACC-94DF-0A52-86474BA199F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400" y="2242069"/>
            <a:ext cx="10515600" cy="4351338"/>
          </a:xfrm>
        </p:spPr>
        <p:txBody>
          <a:bodyPr>
            <a:normAutofit/>
          </a:bodyPr>
          <a:lstStyle/>
          <a:p>
            <a:r>
              <a:rPr lang="en-US" sz="3000" b="1" dirty="0"/>
              <a:t>Union</a:t>
            </a:r>
            <a:r>
              <a:rPr lang="en-US" sz="3000" dirty="0"/>
              <a:t> of regular set is regular. </a:t>
            </a:r>
          </a:p>
          <a:p>
            <a:r>
              <a:rPr lang="en-US" sz="3000" b="1" dirty="0"/>
              <a:t>Intersection</a:t>
            </a:r>
            <a:r>
              <a:rPr lang="en-US" sz="3000" dirty="0"/>
              <a:t> of regular set is regular.</a:t>
            </a:r>
          </a:p>
          <a:p>
            <a:r>
              <a:rPr lang="en-US" sz="3000" b="1" dirty="0"/>
              <a:t>Complement</a:t>
            </a:r>
            <a:r>
              <a:rPr lang="en-US" sz="3000" dirty="0"/>
              <a:t> of regular set is regular. </a:t>
            </a:r>
          </a:p>
          <a:p>
            <a:r>
              <a:rPr lang="en-US" sz="3000" b="1" dirty="0"/>
              <a:t>Difference</a:t>
            </a:r>
            <a:r>
              <a:rPr lang="en-US" sz="3000" dirty="0"/>
              <a:t> of regular set is regular. </a:t>
            </a:r>
          </a:p>
        </p:txBody>
      </p:sp>
    </p:spTree>
    <p:extLst>
      <p:ext uri="{BB962C8B-B14F-4D97-AF65-F5344CB8AC3E}">
        <p14:creationId xmlns:p14="http://schemas.microsoft.com/office/powerpoint/2010/main" val="7901496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0EA70D-2DDA-23EC-3AF2-9F9094AE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41DBB3-2346-17BA-ABA6-1F20A3AD50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9376" y="836712"/>
            <a:ext cx="10515600" cy="1325563"/>
          </a:xfrm>
        </p:spPr>
        <p:txBody>
          <a:bodyPr/>
          <a:lstStyle/>
          <a:p>
            <a:r>
              <a:rPr lang="en-US" b="1" dirty="0"/>
              <a:t>Closure Properties of Regular Sets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63C09A-3317-AE9F-3819-71F010E4F3B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060848"/>
            <a:ext cx="10515600" cy="4351338"/>
          </a:xfrm>
        </p:spPr>
        <p:txBody>
          <a:bodyPr/>
          <a:lstStyle/>
          <a:p>
            <a:r>
              <a:rPr lang="en-US" b="1" dirty="0"/>
              <a:t>Reversal</a:t>
            </a:r>
            <a:r>
              <a:rPr lang="en-US" dirty="0"/>
              <a:t> of regular set is regular. </a:t>
            </a:r>
          </a:p>
          <a:p>
            <a:r>
              <a:rPr lang="en-US" dirty="0" err="1"/>
              <a:t>Eg</a:t>
            </a:r>
            <a:r>
              <a:rPr lang="en-US" dirty="0"/>
              <a:t>:- L = {01, 10, 11, 10} , LR = {10, 01, 11, 01} </a:t>
            </a:r>
          </a:p>
          <a:p>
            <a:r>
              <a:rPr lang="en-US" b="1" dirty="0"/>
              <a:t>Closure</a:t>
            </a:r>
            <a:r>
              <a:rPr lang="en-US" dirty="0"/>
              <a:t> of regular set is regular. </a:t>
            </a:r>
          </a:p>
          <a:p>
            <a:r>
              <a:rPr lang="en-US" b="1" dirty="0"/>
              <a:t>Concatenation</a:t>
            </a:r>
            <a:r>
              <a:rPr lang="en-US" dirty="0"/>
              <a:t> of regular sets is regular.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655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174</Words>
  <Application>Microsoft Office PowerPoint</Application>
  <PresentationFormat>Custom</PresentationFormat>
  <Paragraphs>24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Custom Design</vt:lpstr>
      <vt:lpstr>PowerPoint Presentation</vt:lpstr>
      <vt:lpstr>Rules used for Regular expression</vt:lpstr>
      <vt:lpstr>Construction of Finite Automata Equivalent to a Regular Expression</vt:lpstr>
      <vt:lpstr>Other Examples</vt:lpstr>
      <vt:lpstr>Equivalence of Two Regular Expression </vt:lpstr>
      <vt:lpstr>Equivalence of Two Regular Expression </vt:lpstr>
      <vt:lpstr>Closure Properties of Regular Sets </vt:lpstr>
      <vt:lpstr>Closure Properties of Regular Sets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LENOVO</cp:lastModifiedBy>
  <cp:revision>34</cp:revision>
  <dcterms:modified xsi:type="dcterms:W3CDTF">2025-09-08T19:22:41Z</dcterms:modified>
</cp:coreProperties>
</file>